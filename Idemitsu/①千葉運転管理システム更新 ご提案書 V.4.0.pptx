
<file path=[Content_Types].xml><?xml version="1.0" encoding="utf-8"?>
<Types xmlns="http://schemas.openxmlformats.org/package/2006/content-types">
  <Default ContentType="image/jpeg" Extension="jpg"/>
  <Default ContentType="application/vnd.openxmlformats-officedocument.spreadsheetml.sheet" Extension="xlsx"/>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drawingml.chart+xml" PartName="/ppt/charts/chart1.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firstSlideNum="0"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Lst>
  <p:sldSz cy="6858000" cx="9144000"/>
  <p:notesSz cx="6805600" cy="993932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http://customooxmlschemas.google.com/">
      <go:slidesCustomData xmlns:go="http://customooxmlschemas.google.com/" r:id="rId87" roundtripDataSignature="AMtx7mj3EPKqsyEN8939ruQprXvGg3CMn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23E3909-D12D-49F2-A0F7-1776A2868E15}">
  <a:tblStyle styleId="{323E3909-D12D-49F2-A0F7-1776A2868E15}"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9EFF7"/>
          </a:solidFill>
        </a:fill>
      </a:tcStyle>
    </a:wholeTbl>
    <a:band1H>
      <a:tcTxStyle/>
      <a:tcStyle>
        <a:fill>
          <a:solidFill>
            <a:srgbClr val="D0DEEF"/>
          </a:solidFill>
        </a:fill>
      </a:tcStyle>
    </a:band1H>
    <a:band2H>
      <a:tcTxStyle/>
    </a:band2H>
    <a:band1V>
      <a:tcTxStyle/>
      <a:tcStyle>
        <a:fill>
          <a:solidFill>
            <a:srgbClr val="D0DEEF"/>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 styleId="{FE03F3E7-6964-46DF-ADC6-E4BCA3E1CC40}" styleName="Table_1">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84" Type="http://schemas.openxmlformats.org/officeDocument/2006/relationships/slide" Target="slides/slide79.xml"/><Relationship Id="rId83" Type="http://schemas.openxmlformats.org/officeDocument/2006/relationships/slide" Target="slides/slide78.xml"/><Relationship Id="rId42" Type="http://schemas.openxmlformats.org/officeDocument/2006/relationships/slide" Target="slides/slide37.xml"/><Relationship Id="rId86" Type="http://schemas.openxmlformats.org/officeDocument/2006/relationships/slide" Target="slides/slide81.xml"/><Relationship Id="rId41" Type="http://schemas.openxmlformats.org/officeDocument/2006/relationships/slide" Target="slides/slide36.xml"/><Relationship Id="rId85" Type="http://schemas.openxmlformats.org/officeDocument/2006/relationships/slide" Target="slides/slide80.xml"/><Relationship Id="rId44" Type="http://schemas.openxmlformats.org/officeDocument/2006/relationships/slide" Target="slides/slide39.xml"/><Relationship Id="rId43" Type="http://schemas.openxmlformats.org/officeDocument/2006/relationships/slide" Target="slides/slide38.xml"/><Relationship Id="rId87" Type="http://customschemas.google.com/relationships/presentationmetadata" Target="metadata"/><Relationship Id="rId46" Type="http://schemas.openxmlformats.org/officeDocument/2006/relationships/slide" Target="slides/slide41.xml"/><Relationship Id="rId45" Type="http://schemas.openxmlformats.org/officeDocument/2006/relationships/slide" Target="slides/slide40.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31" Type="http://schemas.openxmlformats.org/officeDocument/2006/relationships/slide" Target="slides/slide26.xml"/><Relationship Id="rId75" Type="http://schemas.openxmlformats.org/officeDocument/2006/relationships/slide" Target="slides/slide70.xml"/><Relationship Id="rId30" Type="http://schemas.openxmlformats.org/officeDocument/2006/relationships/slide" Target="slides/slide25.xml"/><Relationship Id="rId74" Type="http://schemas.openxmlformats.org/officeDocument/2006/relationships/slide" Target="slides/slide69.xml"/><Relationship Id="rId33" Type="http://schemas.openxmlformats.org/officeDocument/2006/relationships/slide" Target="slides/slide28.xml"/><Relationship Id="rId77" Type="http://schemas.openxmlformats.org/officeDocument/2006/relationships/slide" Target="slides/slide72.xml"/><Relationship Id="rId32" Type="http://schemas.openxmlformats.org/officeDocument/2006/relationships/slide" Target="slides/slide27.xml"/><Relationship Id="rId76" Type="http://schemas.openxmlformats.org/officeDocument/2006/relationships/slide" Target="slides/slide71.xml"/><Relationship Id="rId35" Type="http://schemas.openxmlformats.org/officeDocument/2006/relationships/slide" Target="slides/slide30.xml"/><Relationship Id="rId79" Type="http://schemas.openxmlformats.org/officeDocument/2006/relationships/slide" Target="slides/slide74.xml"/><Relationship Id="rId34" Type="http://schemas.openxmlformats.org/officeDocument/2006/relationships/slide" Target="slides/slide29.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7701772893311501E-2"/>
          <c:y val="5.25991163603323E-2"/>
          <c:w val="0.81525079250115495"/>
          <c:h val="0.77231750878351102"/>
        </c:manualLayout>
      </c:layout>
      <c:barChart>
        <c:barDir val="col"/>
        <c:grouping val="clustered"/>
        <c:varyColors val="0"/>
        <c:ser>
          <c:idx val="0"/>
          <c:order val="0"/>
          <c:tx>
            <c:strRef>
              <c:f>Sheet1!$B$1</c:f>
              <c:strCache>
                <c:ptCount val="1"/>
                <c:pt idx="0">
                  <c:v>売上（単位：10億円）</c:v>
                </c:pt>
              </c:strCache>
            </c:strRef>
          </c:tx>
          <c:invertIfNegative val="0"/>
          <c:cat>
            <c:strRef>
              <c:f>Sheet1!$A$2:$A$11</c:f>
              <c:strCache>
                <c:ptCount val="10"/>
                <c:pt idx="0">
                  <c:v>2010年</c:v>
                </c:pt>
                <c:pt idx="1">
                  <c:v>2011年</c:v>
                </c:pt>
                <c:pt idx="2">
                  <c:v>2012年</c:v>
                </c:pt>
                <c:pt idx="3">
                  <c:v>2013年</c:v>
                </c:pt>
                <c:pt idx="4">
                  <c:v>2014年</c:v>
                </c:pt>
                <c:pt idx="5">
                  <c:v>2015年</c:v>
                </c:pt>
                <c:pt idx="6">
                  <c:v>2016年</c:v>
                </c:pt>
                <c:pt idx="7">
                  <c:v>2017年</c:v>
                </c:pt>
                <c:pt idx="8">
                  <c:v>2018年</c:v>
                </c:pt>
                <c:pt idx="9">
                  <c:v>2019年</c:v>
                </c:pt>
              </c:strCache>
            </c:strRef>
          </c:cat>
          <c:val>
            <c:numRef>
              <c:f>Sheet1!$B$2:$B$11</c:f>
              <c:numCache>
                <c:formatCode>General</c:formatCode>
                <c:ptCount val="10"/>
                <c:pt idx="0">
                  <c:v>3.2370000000000001</c:v>
                </c:pt>
                <c:pt idx="1">
                  <c:v>3.9020000000000001</c:v>
                </c:pt>
                <c:pt idx="2">
                  <c:v>4.3940000000000001</c:v>
                </c:pt>
                <c:pt idx="3">
                  <c:v>4.8600000000000003</c:v>
                </c:pt>
                <c:pt idx="4">
                  <c:v>6.2850000000000001</c:v>
                </c:pt>
                <c:pt idx="5">
                  <c:v>6.5949999999999998</c:v>
                </c:pt>
                <c:pt idx="6">
                  <c:v>6.8230000000000004</c:v>
                </c:pt>
                <c:pt idx="7">
                  <c:v>7.141</c:v>
                </c:pt>
                <c:pt idx="8">
                  <c:v>7.7210000000000001</c:v>
                </c:pt>
                <c:pt idx="9">
                  <c:v>8.5860000000000003</c:v>
                </c:pt>
              </c:numCache>
            </c:numRef>
          </c:val>
          <c:extLst>
            <c:ext xmlns:c16="http://schemas.microsoft.com/office/drawing/2014/chart" uri="{C3380CC4-5D6E-409C-BE32-E72D297353CC}">
              <c16:uniqueId val="{00000000-F583-4B08-ADE6-96A825063E09}"/>
            </c:ext>
          </c:extLst>
        </c:ser>
        <c:ser>
          <c:idx val="1"/>
          <c:order val="1"/>
          <c:tx>
            <c:strRef>
              <c:f>Sheet1!$C$1</c:f>
              <c:strCache>
                <c:ptCount val="1"/>
                <c:pt idx="0">
                  <c:v>経常利益（単位：億円）</c:v>
                </c:pt>
              </c:strCache>
            </c:strRef>
          </c:tx>
          <c:invertIfNegative val="0"/>
          <c:cat>
            <c:strRef>
              <c:f>Sheet1!$A$2:$A$11</c:f>
              <c:strCache>
                <c:ptCount val="10"/>
                <c:pt idx="0">
                  <c:v>2010年</c:v>
                </c:pt>
                <c:pt idx="1">
                  <c:v>2011年</c:v>
                </c:pt>
                <c:pt idx="2">
                  <c:v>2012年</c:v>
                </c:pt>
                <c:pt idx="3">
                  <c:v>2013年</c:v>
                </c:pt>
                <c:pt idx="4">
                  <c:v>2014年</c:v>
                </c:pt>
                <c:pt idx="5">
                  <c:v>2015年</c:v>
                </c:pt>
                <c:pt idx="6">
                  <c:v>2016年</c:v>
                </c:pt>
                <c:pt idx="7">
                  <c:v>2017年</c:v>
                </c:pt>
                <c:pt idx="8">
                  <c:v>2018年</c:v>
                </c:pt>
                <c:pt idx="9">
                  <c:v>2019年</c:v>
                </c:pt>
              </c:strCache>
            </c:strRef>
          </c:cat>
          <c:val>
            <c:numRef>
              <c:f>Sheet1!$C$2:$C$11</c:f>
              <c:numCache>
                <c:formatCode>General</c:formatCode>
                <c:ptCount val="10"/>
                <c:pt idx="0">
                  <c:v>1.37</c:v>
                </c:pt>
                <c:pt idx="1">
                  <c:v>2.83</c:v>
                </c:pt>
                <c:pt idx="2">
                  <c:v>2.54</c:v>
                </c:pt>
                <c:pt idx="3">
                  <c:v>2.2599999999999998</c:v>
                </c:pt>
                <c:pt idx="4">
                  <c:v>2.41</c:v>
                </c:pt>
                <c:pt idx="5">
                  <c:v>3.9</c:v>
                </c:pt>
                <c:pt idx="6">
                  <c:v>4.9000000000000004</c:v>
                </c:pt>
                <c:pt idx="7">
                  <c:v>4.05</c:v>
                </c:pt>
                <c:pt idx="8">
                  <c:v>5.07</c:v>
                </c:pt>
                <c:pt idx="9">
                  <c:v>4.59</c:v>
                </c:pt>
              </c:numCache>
            </c:numRef>
          </c:val>
          <c:extLst>
            <c:ext xmlns:c16="http://schemas.microsoft.com/office/drawing/2014/chart" uri="{C3380CC4-5D6E-409C-BE32-E72D297353CC}">
              <c16:uniqueId val="{00000001-F583-4B08-ADE6-96A825063E09}"/>
            </c:ext>
          </c:extLst>
        </c:ser>
        <c:dLbls>
          <c:showLegendKey val="0"/>
          <c:showVal val="0"/>
          <c:showCatName val="0"/>
          <c:showSerName val="0"/>
          <c:showPercent val="0"/>
          <c:showBubbleSize val="0"/>
        </c:dLbls>
        <c:gapWidth val="150"/>
        <c:axId val="117735936"/>
        <c:axId val="66253888"/>
      </c:barChart>
      <c:lineChart>
        <c:grouping val="standard"/>
        <c:varyColors val="0"/>
        <c:ser>
          <c:idx val="2"/>
          <c:order val="2"/>
          <c:tx>
            <c:strRef>
              <c:f>Sheet1!$D$1</c:f>
              <c:strCache>
                <c:ptCount val="1"/>
                <c:pt idx="0">
                  <c:v>社員数（単位：名）</c:v>
                </c:pt>
              </c:strCache>
            </c:strRef>
          </c:tx>
          <c:cat>
            <c:strRef>
              <c:f>Sheet1!$A$2:$A$11</c:f>
              <c:strCache>
                <c:ptCount val="10"/>
                <c:pt idx="0">
                  <c:v>2010年</c:v>
                </c:pt>
                <c:pt idx="1">
                  <c:v>2011年</c:v>
                </c:pt>
                <c:pt idx="2">
                  <c:v>2012年</c:v>
                </c:pt>
                <c:pt idx="3">
                  <c:v>2013年</c:v>
                </c:pt>
                <c:pt idx="4">
                  <c:v>2014年</c:v>
                </c:pt>
                <c:pt idx="5">
                  <c:v>2015年</c:v>
                </c:pt>
                <c:pt idx="6">
                  <c:v>2016年</c:v>
                </c:pt>
                <c:pt idx="7">
                  <c:v>2017年</c:v>
                </c:pt>
                <c:pt idx="8">
                  <c:v>2018年</c:v>
                </c:pt>
                <c:pt idx="9">
                  <c:v>2019年</c:v>
                </c:pt>
              </c:strCache>
            </c:strRef>
          </c:cat>
          <c:val>
            <c:numRef>
              <c:f>Sheet1!$D$2:$D$11</c:f>
              <c:numCache>
                <c:formatCode>General</c:formatCode>
                <c:ptCount val="10"/>
                <c:pt idx="0">
                  <c:v>300</c:v>
                </c:pt>
                <c:pt idx="1">
                  <c:v>342</c:v>
                </c:pt>
                <c:pt idx="2">
                  <c:v>358</c:v>
                </c:pt>
                <c:pt idx="3">
                  <c:v>374</c:v>
                </c:pt>
                <c:pt idx="4">
                  <c:v>401</c:v>
                </c:pt>
                <c:pt idx="5">
                  <c:v>447</c:v>
                </c:pt>
                <c:pt idx="6">
                  <c:v>470</c:v>
                </c:pt>
                <c:pt idx="7">
                  <c:v>506</c:v>
                </c:pt>
                <c:pt idx="8">
                  <c:v>539</c:v>
                </c:pt>
                <c:pt idx="9">
                  <c:v>591</c:v>
                </c:pt>
              </c:numCache>
            </c:numRef>
          </c:val>
          <c:smooth val="0"/>
          <c:extLst>
            <c:ext xmlns:c16="http://schemas.microsoft.com/office/drawing/2014/chart" uri="{C3380CC4-5D6E-409C-BE32-E72D297353CC}">
              <c16:uniqueId val="{00000002-F583-4B08-ADE6-96A825063E09}"/>
            </c:ext>
          </c:extLst>
        </c:ser>
        <c:dLbls>
          <c:showLegendKey val="0"/>
          <c:showVal val="0"/>
          <c:showCatName val="0"/>
          <c:showSerName val="0"/>
          <c:showPercent val="0"/>
          <c:showBubbleSize val="0"/>
        </c:dLbls>
        <c:marker val="1"/>
        <c:smooth val="0"/>
        <c:axId val="117736960"/>
        <c:axId val="66254464"/>
      </c:lineChart>
      <c:catAx>
        <c:axId val="117735936"/>
        <c:scaling>
          <c:orientation val="minMax"/>
        </c:scaling>
        <c:delete val="0"/>
        <c:axPos val="b"/>
        <c:numFmt formatCode="General" sourceLinked="0"/>
        <c:majorTickMark val="out"/>
        <c:minorTickMark val="none"/>
        <c:tickLblPos val="nextTo"/>
        <c:spPr>
          <a:ln w="3175"/>
        </c:spPr>
        <c:crossAx val="66253888"/>
        <c:crosses val="autoZero"/>
        <c:auto val="0"/>
        <c:lblAlgn val="ctr"/>
        <c:lblOffset val="100"/>
        <c:noMultiLvlLbl val="0"/>
      </c:catAx>
      <c:valAx>
        <c:axId val="66253888"/>
        <c:scaling>
          <c:orientation val="minMax"/>
          <c:min val="0"/>
        </c:scaling>
        <c:delete val="0"/>
        <c:axPos val="l"/>
        <c:majorGridlines/>
        <c:numFmt formatCode="0_);[Red]\(0\)" sourceLinked="0"/>
        <c:majorTickMark val="in"/>
        <c:minorTickMark val="none"/>
        <c:tickLblPos val="nextTo"/>
        <c:crossAx val="117735936"/>
        <c:crosses val="autoZero"/>
        <c:crossBetween val="between"/>
      </c:valAx>
      <c:valAx>
        <c:axId val="66254464"/>
        <c:scaling>
          <c:orientation val="minMax"/>
        </c:scaling>
        <c:delete val="0"/>
        <c:axPos val="r"/>
        <c:numFmt formatCode="#,##0&quot;名&quot;" sourceLinked="0"/>
        <c:majorTickMark val="out"/>
        <c:minorTickMark val="none"/>
        <c:tickLblPos val="nextTo"/>
        <c:crossAx val="117736960"/>
        <c:crosses val="max"/>
        <c:crossBetween val="between"/>
      </c:valAx>
      <c:catAx>
        <c:axId val="117736960"/>
        <c:scaling>
          <c:orientation val="minMax"/>
        </c:scaling>
        <c:delete val="1"/>
        <c:axPos val="b"/>
        <c:numFmt formatCode="General" sourceLinked="0"/>
        <c:majorTickMark val="out"/>
        <c:minorTickMark val="none"/>
        <c:tickLblPos val="none"/>
        <c:crossAx val="66254464"/>
        <c:crosses val="autoZero"/>
        <c:auto val="1"/>
        <c:lblAlgn val="ctr"/>
        <c:lblOffset val="100"/>
        <c:noMultiLvlLbl val="0"/>
      </c:catAx>
    </c:plotArea>
    <c:legend>
      <c:legendPos val="r"/>
      <c:layout>
        <c:manualLayout>
          <c:xMode val="edge"/>
          <c:yMode val="edge"/>
          <c:x val="6.8198412698412716E-2"/>
          <c:y val="2.2625308641975303E-2"/>
          <c:w val="0.40382083333333341"/>
          <c:h val="0.23032623456790124"/>
        </c:manualLayout>
      </c:layout>
      <c:overlay val="0"/>
      <c:spPr>
        <a:solidFill>
          <a:schemeClr val="bg1">
            <a:lumMod val="95000"/>
          </a:schemeClr>
        </a:solidFill>
        <a:ln>
          <a:solidFill>
            <a:schemeClr val="tx1">
              <a:lumMod val="50000"/>
              <a:lumOff val="50000"/>
            </a:schemeClr>
          </a:solidFill>
        </a:ln>
      </c:spPr>
      <c:txPr>
        <a:bodyPr/>
        <a:lstStyle/>
        <a:p>
          <a:pPr>
            <a:defRPr sz="1200"/>
          </a:pPr>
          <a:endParaRPr lang="ja-JP"/>
        </a:p>
      </c:txPr>
    </c:legend>
    <c:plotVisOnly val="1"/>
    <c:dispBlanksAs val="gap"/>
    <c:showDLblsOverMax val="0"/>
  </c:chart>
  <c:txPr>
    <a:bodyPr/>
    <a:lstStyle/>
    <a:p>
      <a:pPr>
        <a:defRPr sz="1400">
          <a:latin typeface="游ゴシック" panose="020B0400000000000000" pitchFamily="50" charset="-128"/>
          <a:ea typeface="游ゴシック" panose="020B0400000000000000" pitchFamily="50" charset="-128"/>
        </a:defRPr>
      </a:pPr>
      <a:endParaRPr lang="ja-JP"/>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3" y="2"/>
            <a:ext cx="2949099" cy="498693"/>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54942" y="2"/>
            <a:ext cx="2949099" cy="498693"/>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66813" y="1243013"/>
            <a:ext cx="4471987" cy="33543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0562" y="4783309"/>
            <a:ext cx="5444490" cy="3913614"/>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3" y="9440649"/>
            <a:ext cx="2949099" cy="498692"/>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54942" y="9440649"/>
            <a:ext cx="2949099" cy="498692"/>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ja-JP"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1:notes"/>
          <p:cNvSpPr txBox="1"/>
          <p:nvPr>
            <p:ph idx="1" type="body"/>
          </p:nvPr>
        </p:nvSpPr>
        <p:spPr>
          <a:xfrm>
            <a:off x="680562" y="4783309"/>
            <a:ext cx="544449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8" name="Google Shape;308;p1:notes"/>
          <p:cNvSpPr/>
          <p:nvPr>
            <p:ph idx="2" type="sldImg"/>
          </p:nvPr>
        </p:nvSpPr>
        <p:spPr>
          <a:xfrm>
            <a:off x="1166813" y="1243013"/>
            <a:ext cx="4471987"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2:notes"/>
          <p:cNvSpPr txBox="1"/>
          <p:nvPr>
            <p:ph idx="1" type="body"/>
          </p:nvPr>
        </p:nvSpPr>
        <p:spPr>
          <a:xfrm>
            <a:off x="680562" y="4783309"/>
            <a:ext cx="544449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5" name="Google Shape;315;p2:notes"/>
          <p:cNvSpPr/>
          <p:nvPr>
            <p:ph idx="2" type="sldImg"/>
          </p:nvPr>
        </p:nvSpPr>
        <p:spPr>
          <a:xfrm>
            <a:off x="1166813" y="1243013"/>
            <a:ext cx="4471987"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3:notes"/>
          <p:cNvSpPr txBox="1"/>
          <p:nvPr>
            <p:ph idx="1" type="body"/>
          </p:nvPr>
        </p:nvSpPr>
        <p:spPr>
          <a:xfrm>
            <a:off x="680562" y="4783309"/>
            <a:ext cx="544449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8" name="Google Shape;338;p3:notes"/>
          <p:cNvSpPr/>
          <p:nvPr>
            <p:ph idx="2" type="sldImg"/>
          </p:nvPr>
        </p:nvSpPr>
        <p:spPr>
          <a:xfrm>
            <a:off x="1166813" y="1243013"/>
            <a:ext cx="4471987"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4:notes"/>
          <p:cNvSpPr txBox="1"/>
          <p:nvPr>
            <p:ph idx="1" type="body"/>
          </p:nvPr>
        </p:nvSpPr>
        <p:spPr>
          <a:xfrm>
            <a:off x="680562" y="4783309"/>
            <a:ext cx="544449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5" name="Google Shape;345;p4:notes"/>
          <p:cNvSpPr/>
          <p:nvPr>
            <p:ph idx="2" type="sldImg"/>
          </p:nvPr>
        </p:nvSpPr>
        <p:spPr>
          <a:xfrm>
            <a:off x="1166813" y="1243013"/>
            <a:ext cx="4471987"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5:notes"/>
          <p:cNvSpPr txBox="1"/>
          <p:nvPr>
            <p:ph idx="1" type="body"/>
          </p:nvPr>
        </p:nvSpPr>
        <p:spPr>
          <a:xfrm>
            <a:off x="680562" y="4783309"/>
            <a:ext cx="544449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8" name="Google Shape;368;p5:notes"/>
          <p:cNvSpPr/>
          <p:nvPr>
            <p:ph idx="2" type="sldImg"/>
          </p:nvPr>
        </p:nvSpPr>
        <p:spPr>
          <a:xfrm>
            <a:off x="1166813" y="1243013"/>
            <a:ext cx="4471987"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6:notes"/>
          <p:cNvSpPr txBox="1"/>
          <p:nvPr>
            <p:ph idx="1" type="body"/>
          </p:nvPr>
        </p:nvSpPr>
        <p:spPr>
          <a:xfrm>
            <a:off x="680562" y="4783309"/>
            <a:ext cx="544449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0" name="Google Shape;390;p6:notes"/>
          <p:cNvSpPr/>
          <p:nvPr>
            <p:ph idx="2" type="sldImg"/>
          </p:nvPr>
        </p:nvSpPr>
        <p:spPr>
          <a:xfrm>
            <a:off x="1166813" y="1243013"/>
            <a:ext cx="4471987"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7:notes"/>
          <p:cNvSpPr txBox="1"/>
          <p:nvPr>
            <p:ph idx="1" type="body"/>
          </p:nvPr>
        </p:nvSpPr>
        <p:spPr>
          <a:xfrm>
            <a:off x="680562" y="4783309"/>
            <a:ext cx="544449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3" name="Google Shape;413;p7:notes"/>
          <p:cNvSpPr/>
          <p:nvPr>
            <p:ph idx="2" type="sldImg"/>
          </p:nvPr>
        </p:nvSpPr>
        <p:spPr>
          <a:xfrm>
            <a:off x="1166813" y="1243013"/>
            <a:ext cx="4471987"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p8:notes"/>
          <p:cNvSpPr/>
          <p:nvPr>
            <p:ph idx="2" type="sldImg"/>
          </p:nvPr>
        </p:nvSpPr>
        <p:spPr>
          <a:xfrm>
            <a:off x="1166813" y="1243013"/>
            <a:ext cx="4471987" cy="33543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2" name="Google Shape;452;p8:notes"/>
          <p:cNvSpPr txBox="1"/>
          <p:nvPr>
            <p:ph idx="1" type="body"/>
          </p:nvPr>
        </p:nvSpPr>
        <p:spPr>
          <a:xfrm>
            <a:off x="680562" y="4783309"/>
            <a:ext cx="5444490" cy="3913614"/>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ja-JP"/>
              <a:t>記載のない管理項目</a:t>
            </a:r>
            <a:endParaRPr/>
          </a:p>
          <a:p>
            <a:pPr indent="0" lvl="0" marL="0" marR="0" rtl="0" algn="l">
              <a:lnSpc>
                <a:spcPct val="100000"/>
              </a:lnSpc>
              <a:spcBef>
                <a:spcPts val="0"/>
              </a:spcBef>
              <a:spcAft>
                <a:spcPts val="0"/>
              </a:spcAft>
              <a:buClr>
                <a:schemeClr val="dk1"/>
              </a:buClr>
              <a:buSzPts val="1200"/>
              <a:buFont typeface="Arial"/>
              <a:buNone/>
            </a:pPr>
            <a:r>
              <a:rPr lang="ja-JP" sz="1200">
                <a:solidFill>
                  <a:schemeClr val="dk1"/>
                </a:solidFill>
                <a:latin typeface="Arial"/>
                <a:ea typeface="Arial"/>
                <a:cs typeface="Arial"/>
                <a:sym typeface="Arial"/>
              </a:rPr>
              <a:t>スコープ管理・コスト管理・組織管理・調達管理・ステークホルダ管理</a:t>
            </a:r>
            <a:endParaRPr sz="1200">
              <a:solidFill>
                <a:schemeClr val="dk1"/>
              </a:solidFill>
              <a:latin typeface="Arial"/>
              <a:ea typeface="Arial"/>
              <a:cs typeface="Arial"/>
              <a:sym typeface="Aria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ja-JP" sz="1200">
                <a:latin typeface="Arial"/>
                <a:ea typeface="Arial"/>
                <a:cs typeface="Arial"/>
                <a:sym typeface="Arial"/>
              </a:rPr>
              <a:t>特に右記の６つの管理項目は貴社との情報共有が重要と認識しております。また</a:t>
            </a:r>
            <a:endParaRPr/>
          </a:p>
        </p:txBody>
      </p:sp>
      <p:sp>
        <p:nvSpPr>
          <p:cNvPr id="453" name="Google Shape;453;p8:notes"/>
          <p:cNvSpPr txBox="1"/>
          <p:nvPr>
            <p:ph idx="12" type="sldNum"/>
          </p:nvPr>
        </p:nvSpPr>
        <p:spPr>
          <a:xfrm>
            <a:off x="3854942" y="9440649"/>
            <a:ext cx="2949099" cy="498692"/>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ja-JP"/>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p9:notes"/>
          <p:cNvSpPr/>
          <p:nvPr>
            <p:ph idx="2" type="sldImg"/>
          </p:nvPr>
        </p:nvSpPr>
        <p:spPr>
          <a:xfrm>
            <a:off x="1166813" y="1243013"/>
            <a:ext cx="4471987" cy="33543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9" name="Google Shape;509;p9:notes"/>
          <p:cNvSpPr txBox="1"/>
          <p:nvPr>
            <p:ph idx="1" type="body"/>
          </p:nvPr>
        </p:nvSpPr>
        <p:spPr>
          <a:xfrm>
            <a:off x="680562" y="4783309"/>
            <a:ext cx="5444490" cy="3913614"/>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ja-JP"/>
              <a:t>画像取得元：https://national-flag.com/03-continent/index.html</a:t>
            </a:r>
            <a:endParaRPr/>
          </a:p>
        </p:txBody>
      </p:sp>
      <p:sp>
        <p:nvSpPr>
          <p:cNvPr id="510" name="Google Shape;510;p9:notes"/>
          <p:cNvSpPr txBox="1"/>
          <p:nvPr>
            <p:ph idx="12" type="sldNum"/>
          </p:nvPr>
        </p:nvSpPr>
        <p:spPr>
          <a:xfrm>
            <a:off x="3854942" y="9440649"/>
            <a:ext cx="2949099" cy="498692"/>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ja-JP"/>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p10:notes"/>
          <p:cNvSpPr txBox="1"/>
          <p:nvPr>
            <p:ph idx="1" type="body"/>
          </p:nvPr>
        </p:nvSpPr>
        <p:spPr>
          <a:xfrm>
            <a:off x="680562" y="4783309"/>
            <a:ext cx="544449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7" name="Google Shape;537;p10:notes"/>
          <p:cNvSpPr/>
          <p:nvPr>
            <p:ph idx="2" type="sldImg"/>
          </p:nvPr>
        </p:nvSpPr>
        <p:spPr>
          <a:xfrm>
            <a:off x="1166813" y="1243013"/>
            <a:ext cx="4471987"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p11:notes"/>
          <p:cNvSpPr txBox="1"/>
          <p:nvPr>
            <p:ph idx="1" type="body"/>
          </p:nvPr>
        </p:nvSpPr>
        <p:spPr>
          <a:xfrm>
            <a:off x="680562" y="4783309"/>
            <a:ext cx="544449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7" name="Google Shape;567;p11:notes"/>
          <p:cNvSpPr/>
          <p:nvPr>
            <p:ph idx="2" type="sldImg"/>
          </p:nvPr>
        </p:nvSpPr>
        <p:spPr>
          <a:xfrm>
            <a:off x="1166813" y="1243013"/>
            <a:ext cx="4471987"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p12:notes"/>
          <p:cNvSpPr txBox="1"/>
          <p:nvPr>
            <p:ph idx="1" type="body"/>
          </p:nvPr>
        </p:nvSpPr>
        <p:spPr>
          <a:xfrm>
            <a:off x="680562" y="4783309"/>
            <a:ext cx="544449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4" name="Google Shape;574;p12:notes"/>
          <p:cNvSpPr/>
          <p:nvPr>
            <p:ph idx="2" type="sldImg"/>
          </p:nvPr>
        </p:nvSpPr>
        <p:spPr>
          <a:xfrm>
            <a:off x="1166813" y="1243013"/>
            <a:ext cx="4471987"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p13:notes"/>
          <p:cNvSpPr txBox="1"/>
          <p:nvPr>
            <p:ph idx="1" type="body"/>
          </p:nvPr>
        </p:nvSpPr>
        <p:spPr>
          <a:xfrm>
            <a:off x="680562" y="4783309"/>
            <a:ext cx="544449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0" name="Google Shape;630;p13:notes"/>
          <p:cNvSpPr/>
          <p:nvPr>
            <p:ph idx="2" type="sldImg"/>
          </p:nvPr>
        </p:nvSpPr>
        <p:spPr>
          <a:xfrm>
            <a:off x="1166813" y="1243013"/>
            <a:ext cx="4471987"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2" name="Shape 702"/>
        <p:cNvGrpSpPr/>
        <p:nvPr/>
      </p:nvGrpSpPr>
      <p:grpSpPr>
        <a:xfrm>
          <a:off x="0" y="0"/>
          <a:ext cx="0" cy="0"/>
          <a:chOff x="0" y="0"/>
          <a:chExt cx="0" cy="0"/>
        </a:xfrm>
      </p:grpSpPr>
      <p:sp>
        <p:nvSpPr>
          <p:cNvPr id="703" name="Google Shape;703;p14:notes"/>
          <p:cNvSpPr/>
          <p:nvPr>
            <p:ph idx="2" type="sldImg"/>
          </p:nvPr>
        </p:nvSpPr>
        <p:spPr>
          <a:xfrm>
            <a:off x="1166813" y="1243013"/>
            <a:ext cx="4471987" cy="33543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4" name="Google Shape;704;p14:notes"/>
          <p:cNvSpPr txBox="1"/>
          <p:nvPr>
            <p:ph idx="1" type="body"/>
          </p:nvPr>
        </p:nvSpPr>
        <p:spPr>
          <a:xfrm>
            <a:off x="680562" y="4783309"/>
            <a:ext cx="5444490" cy="3913614"/>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5" name="Google Shape;705;p14:notes"/>
          <p:cNvSpPr txBox="1"/>
          <p:nvPr>
            <p:ph idx="12" type="sldNum"/>
          </p:nvPr>
        </p:nvSpPr>
        <p:spPr>
          <a:xfrm>
            <a:off x="3854942" y="9440649"/>
            <a:ext cx="2949099" cy="498692"/>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ja-JP"/>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5" name="Shape 755"/>
        <p:cNvGrpSpPr/>
        <p:nvPr/>
      </p:nvGrpSpPr>
      <p:grpSpPr>
        <a:xfrm>
          <a:off x="0" y="0"/>
          <a:ext cx="0" cy="0"/>
          <a:chOff x="0" y="0"/>
          <a:chExt cx="0" cy="0"/>
        </a:xfrm>
      </p:grpSpPr>
      <p:sp>
        <p:nvSpPr>
          <p:cNvPr id="756" name="Google Shape;756;p15:notes"/>
          <p:cNvSpPr txBox="1"/>
          <p:nvPr>
            <p:ph idx="1" type="body"/>
          </p:nvPr>
        </p:nvSpPr>
        <p:spPr>
          <a:xfrm>
            <a:off x="680562" y="4783309"/>
            <a:ext cx="544449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7" name="Google Shape;757;p15:notes"/>
          <p:cNvSpPr/>
          <p:nvPr>
            <p:ph idx="2" type="sldImg"/>
          </p:nvPr>
        </p:nvSpPr>
        <p:spPr>
          <a:xfrm>
            <a:off x="1166813" y="1243013"/>
            <a:ext cx="4471987"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2" name="Shape 832"/>
        <p:cNvGrpSpPr/>
        <p:nvPr/>
      </p:nvGrpSpPr>
      <p:grpSpPr>
        <a:xfrm>
          <a:off x="0" y="0"/>
          <a:ext cx="0" cy="0"/>
          <a:chOff x="0" y="0"/>
          <a:chExt cx="0" cy="0"/>
        </a:xfrm>
      </p:grpSpPr>
      <p:sp>
        <p:nvSpPr>
          <p:cNvPr id="833" name="Google Shape;833;p16:notes"/>
          <p:cNvSpPr txBox="1"/>
          <p:nvPr>
            <p:ph idx="1" type="body"/>
          </p:nvPr>
        </p:nvSpPr>
        <p:spPr>
          <a:xfrm>
            <a:off x="680562" y="4783309"/>
            <a:ext cx="544449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4" name="Google Shape;834;p16:notes"/>
          <p:cNvSpPr/>
          <p:nvPr>
            <p:ph idx="2" type="sldImg"/>
          </p:nvPr>
        </p:nvSpPr>
        <p:spPr>
          <a:xfrm>
            <a:off x="1166813" y="1243013"/>
            <a:ext cx="4471987"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9" name="Shape 879"/>
        <p:cNvGrpSpPr/>
        <p:nvPr/>
      </p:nvGrpSpPr>
      <p:grpSpPr>
        <a:xfrm>
          <a:off x="0" y="0"/>
          <a:ext cx="0" cy="0"/>
          <a:chOff x="0" y="0"/>
          <a:chExt cx="0" cy="0"/>
        </a:xfrm>
      </p:grpSpPr>
      <p:sp>
        <p:nvSpPr>
          <p:cNvPr id="880" name="Google Shape;880;p17:notes"/>
          <p:cNvSpPr txBox="1"/>
          <p:nvPr>
            <p:ph idx="1" type="body"/>
          </p:nvPr>
        </p:nvSpPr>
        <p:spPr>
          <a:xfrm>
            <a:off x="680562" y="4783309"/>
            <a:ext cx="544449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1" name="Google Shape;881;p17:notes"/>
          <p:cNvSpPr/>
          <p:nvPr>
            <p:ph idx="2" type="sldImg"/>
          </p:nvPr>
        </p:nvSpPr>
        <p:spPr>
          <a:xfrm>
            <a:off x="1166813" y="1243013"/>
            <a:ext cx="4471987"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7" name="Shape 1027"/>
        <p:cNvGrpSpPr/>
        <p:nvPr/>
      </p:nvGrpSpPr>
      <p:grpSpPr>
        <a:xfrm>
          <a:off x="0" y="0"/>
          <a:ext cx="0" cy="0"/>
          <a:chOff x="0" y="0"/>
          <a:chExt cx="0" cy="0"/>
        </a:xfrm>
      </p:grpSpPr>
      <p:sp>
        <p:nvSpPr>
          <p:cNvPr id="1028" name="Google Shape;1028;p18:notes"/>
          <p:cNvSpPr txBox="1"/>
          <p:nvPr>
            <p:ph idx="1" type="body"/>
          </p:nvPr>
        </p:nvSpPr>
        <p:spPr>
          <a:xfrm>
            <a:off x="680562" y="4783309"/>
            <a:ext cx="544449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9" name="Google Shape;1029;p18:notes"/>
          <p:cNvSpPr/>
          <p:nvPr>
            <p:ph idx="2" type="sldImg"/>
          </p:nvPr>
        </p:nvSpPr>
        <p:spPr>
          <a:xfrm>
            <a:off x="1166813" y="1243013"/>
            <a:ext cx="4471987"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4" name="Shape 1034"/>
        <p:cNvGrpSpPr/>
        <p:nvPr/>
      </p:nvGrpSpPr>
      <p:grpSpPr>
        <a:xfrm>
          <a:off x="0" y="0"/>
          <a:ext cx="0" cy="0"/>
          <a:chOff x="0" y="0"/>
          <a:chExt cx="0" cy="0"/>
        </a:xfrm>
      </p:grpSpPr>
      <p:sp>
        <p:nvSpPr>
          <p:cNvPr id="1035" name="Google Shape;1035;p19:notes"/>
          <p:cNvSpPr txBox="1"/>
          <p:nvPr>
            <p:ph idx="1" type="body"/>
          </p:nvPr>
        </p:nvSpPr>
        <p:spPr>
          <a:xfrm>
            <a:off x="680562" y="4783309"/>
            <a:ext cx="544449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6" name="Google Shape;1036;p19:notes"/>
          <p:cNvSpPr/>
          <p:nvPr>
            <p:ph idx="2" type="sldImg"/>
          </p:nvPr>
        </p:nvSpPr>
        <p:spPr>
          <a:xfrm>
            <a:off x="1166813" y="1243013"/>
            <a:ext cx="4471987"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5" name="Shape 1105"/>
        <p:cNvGrpSpPr/>
        <p:nvPr/>
      </p:nvGrpSpPr>
      <p:grpSpPr>
        <a:xfrm>
          <a:off x="0" y="0"/>
          <a:ext cx="0" cy="0"/>
          <a:chOff x="0" y="0"/>
          <a:chExt cx="0" cy="0"/>
        </a:xfrm>
      </p:grpSpPr>
      <p:sp>
        <p:nvSpPr>
          <p:cNvPr id="1106" name="Google Shape;1106;p20:notes"/>
          <p:cNvSpPr txBox="1"/>
          <p:nvPr>
            <p:ph idx="1" type="body"/>
          </p:nvPr>
        </p:nvSpPr>
        <p:spPr>
          <a:xfrm>
            <a:off x="680562" y="4783309"/>
            <a:ext cx="544449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7" name="Google Shape;1107;p20:notes"/>
          <p:cNvSpPr/>
          <p:nvPr>
            <p:ph idx="2" type="sldImg"/>
          </p:nvPr>
        </p:nvSpPr>
        <p:spPr>
          <a:xfrm>
            <a:off x="1166813" y="1243013"/>
            <a:ext cx="4471987"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2" name="Shape 1162"/>
        <p:cNvGrpSpPr/>
        <p:nvPr/>
      </p:nvGrpSpPr>
      <p:grpSpPr>
        <a:xfrm>
          <a:off x="0" y="0"/>
          <a:ext cx="0" cy="0"/>
          <a:chOff x="0" y="0"/>
          <a:chExt cx="0" cy="0"/>
        </a:xfrm>
      </p:grpSpPr>
      <p:sp>
        <p:nvSpPr>
          <p:cNvPr id="1163" name="Google Shape;1163;p21:notes"/>
          <p:cNvSpPr txBox="1"/>
          <p:nvPr>
            <p:ph idx="1" type="body"/>
          </p:nvPr>
        </p:nvSpPr>
        <p:spPr>
          <a:xfrm>
            <a:off x="680562" y="4783309"/>
            <a:ext cx="544449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4" name="Google Shape;1164;p21:notes"/>
          <p:cNvSpPr/>
          <p:nvPr>
            <p:ph idx="2" type="sldImg"/>
          </p:nvPr>
        </p:nvSpPr>
        <p:spPr>
          <a:xfrm>
            <a:off x="1166813" y="1243013"/>
            <a:ext cx="4471987"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0" name="Shape 1210"/>
        <p:cNvGrpSpPr/>
        <p:nvPr/>
      </p:nvGrpSpPr>
      <p:grpSpPr>
        <a:xfrm>
          <a:off x="0" y="0"/>
          <a:ext cx="0" cy="0"/>
          <a:chOff x="0" y="0"/>
          <a:chExt cx="0" cy="0"/>
        </a:xfrm>
      </p:grpSpPr>
      <p:sp>
        <p:nvSpPr>
          <p:cNvPr id="1211" name="Google Shape;1211;p22:notes"/>
          <p:cNvSpPr txBox="1"/>
          <p:nvPr>
            <p:ph idx="1" type="body"/>
          </p:nvPr>
        </p:nvSpPr>
        <p:spPr>
          <a:xfrm>
            <a:off x="680562" y="4783309"/>
            <a:ext cx="544449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2" name="Google Shape;1212;p22:notes"/>
          <p:cNvSpPr/>
          <p:nvPr>
            <p:ph idx="2" type="sldImg"/>
          </p:nvPr>
        </p:nvSpPr>
        <p:spPr>
          <a:xfrm>
            <a:off x="1166813" y="1243013"/>
            <a:ext cx="4471987"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9" name="Shape 1319"/>
        <p:cNvGrpSpPr/>
        <p:nvPr/>
      </p:nvGrpSpPr>
      <p:grpSpPr>
        <a:xfrm>
          <a:off x="0" y="0"/>
          <a:ext cx="0" cy="0"/>
          <a:chOff x="0" y="0"/>
          <a:chExt cx="0" cy="0"/>
        </a:xfrm>
      </p:grpSpPr>
      <p:sp>
        <p:nvSpPr>
          <p:cNvPr id="1320" name="Google Shape;1320;p23:notes"/>
          <p:cNvSpPr txBox="1"/>
          <p:nvPr>
            <p:ph idx="1" type="body"/>
          </p:nvPr>
        </p:nvSpPr>
        <p:spPr>
          <a:xfrm>
            <a:off x="680562" y="4783309"/>
            <a:ext cx="544449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1" name="Google Shape;1321;p23:notes"/>
          <p:cNvSpPr/>
          <p:nvPr>
            <p:ph idx="2" type="sldImg"/>
          </p:nvPr>
        </p:nvSpPr>
        <p:spPr>
          <a:xfrm>
            <a:off x="1166813" y="1243013"/>
            <a:ext cx="4471987"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9" name="Shape 1339"/>
        <p:cNvGrpSpPr/>
        <p:nvPr/>
      </p:nvGrpSpPr>
      <p:grpSpPr>
        <a:xfrm>
          <a:off x="0" y="0"/>
          <a:ext cx="0" cy="0"/>
          <a:chOff x="0" y="0"/>
          <a:chExt cx="0" cy="0"/>
        </a:xfrm>
      </p:grpSpPr>
      <p:sp>
        <p:nvSpPr>
          <p:cNvPr id="1340" name="Google Shape;1340;p24:notes"/>
          <p:cNvSpPr txBox="1"/>
          <p:nvPr>
            <p:ph idx="1" type="body"/>
          </p:nvPr>
        </p:nvSpPr>
        <p:spPr>
          <a:xfrm>
            <a:off x="680562" y="4783309"/>
            <a:ext cx="544449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1" name="Google Shape;1341;p24:notes"/>
          <p:cNvSpPr/>
          <p:nvPr>
            <p:ph idx="2" type="sldImg"/>
          </p:nvPr>
        </p:nvSpPr>
        <p:spPr>
          <a:xfrm>
            <a:off x="1166813" y="1243013"/>
            <a:ext cx="4471987"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6" name="Shape 1356"/>
        <p:cNvGrpSpPr/>
        <p:nvPr/>
      </p:nvGrpSpPr>
      <p:grpSpPr>
        <a:xfrm>
          <a:off x="0" y="0"/>
          <a:ext cx="0" cy="0"/>
          <a:chOff x="0" y="0"/>
          <a:chExt cx="0" cy="0"/>
        </a:xfrm>
      </p:grpSpPr>
      <p:sp>
        <p:nvSpPr>
          <p:cNvPr id="1357" name="Google Shape;1357;p25:notes"/>
          <p:cNvSpPr txBox="1"/>
          <p:nvPr>
            <p:ph idx="1" type="body"/>
          </p:nvPr>
        </p:nvSpPr>
        <p:spPr>
          <a:xfrm>
            <a:off x="680562" y="4783309"/>
            <a:ext cx="544449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8" name="Google Shape;1358;p25:notes"/>
          <p:cNvSpPr/>
          <p:nvPr>
            <p:ph idx="2" type="sldImg"/>
          </p:nvPr>
        </p:nvSpPr>
        <p:spPr>
          <a:xfrm>
            <a:off x="1166813" y="1243013"/>
            <a:ext cx="4471987"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3" name="Shape 1393"/>
        <p:cNvGrpSpPr/>
        <p:nvPr/>
      </p:nvGrpSpPr>
      <p:grpSpPr>
        <a:xfrm>
          <a:off x="0" y="0"/>
          <a:ext cx="0" cy="0"/>
          <a:chOff x="0" y="0"/>
          <a:chExt cx="0" cy="0"/>
        </a:xfrm>
      </p:grpSpPr>
      <p:sp>
        <p:nvSpPr>
          <p:cNvPr id="1394" name="Google Shape;1394;p26:notes"/>
          <p:cNvSpPr txBox="1"/>
          <p:nvPr>
            <p:ph idx="1" type="body"/>
          </p:nvPr>
        </p:nvSpPr>
        <p:spPr>
          <a:xfrm>
            <a:off x="680562" y="4783309"/>
            <a:ext cx="544449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5" name="Google Shape;1395;p26:notes"/>
          <p:cNvSpPr/>
          <p:nvPr>
            <p:ph idx="2" type="sldImg"/>
          </p:nvPr>
        </p:nvSpPr>
        <p:spPr>
          <a:xfrm>
            <a:off x="1166813" y="1243013"/>
            <a:ext cx="4471987"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1" name="Shape 1421"/>
        <p:cNvGrpSpPr/>
        <p:nvPr/>
      </p:nvGrpSpPr>
      <p:grpSpPr>
        <a:xfrm>
          <a:off x="0" y="0"/>
          <a:ext cx="0" cy="0"/>
          <a:chOff x="0" y="0"/>
          <a:chExt cx="0" cy="0"/>
        </a:xfrm>
      </p:grpSpPr>
      <p:sp>
        <p:nvSpPr>
          <p:cNvPr id="1422" name="Google Shape;1422;p27:notes"/>
          <p:cNvSpPr txBox="1"/>
          <p:nvPr>
            <p:ph idx="1" type="body"/>
          </p:nvPr>
        </p:nvSpPr>
        <p:spPr>
          <a:xfrm>
            <a:off x="680562" y="4783309"/>
            <a:ext cx="544449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3" name="Google Shape;1423;p27:notes"/>
          <p:cNvSpPr/>
          <p:nvPr>
            <p:ph idx="2" type="sldImg"/>
          </p:nvPr>
        </p:nvSpPr>
        <p:spPr>
          <a:xfrm>
            <a:off x="1166813" y="1243013"/>
            <a:ext cx="4471987"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5" name="Shape 1455"/>
        <p:cNvGrpSpPr/>
        <p:nvPr/>
      </p:nvGrpSpPr>
      <p:grpSpPr>
        <a:xfrm>
          <a:off x="0" y="0"/>
          <a:ext cx="0" cy="0"/>
          <a:chOff x="0" y="0"/>
          <a:chExt cx="0" cy="0"/>
        </a:xfrm>
      </p:grpSpPr>
      <p:sp>
        <p:nvSpPr>
          <p:cNvPr id="1456" name="Google Shape;1456;p28:notes"/>
          <p:cNvSpPr txBox="1"/>
          <p:nvPr>
            <p:ph idx="1" type="body"/>
          </p:nvPr>
        </p:nvSpPr>
        <p:spPr>
          <a:xfrm>
            <a:off x="680562" y="4783309"/>
            <a:ext cx="544449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7" name="Google Shape;1457;p28:notes"/>
          <p:cNvSpPr/>
          <p:nvPr>
            <p:ph idx="2" type="sldImg"/>
          </p:nvPr>
        </p:nvSpPr>
        <p:spPr>
          <a:xfrm>
            <a:off x="1166813" y="1243013"/>
            <a:ext cx="4471987"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0" name="Shape 1490"/>
        <p:cNvGrpSpPr/>
        <p:nvPr/>
      </p:nvGrpSpPr>
      <p:grpSpPr>
        <a:xfrm>
          <a:off x="0" y="0"/>
          <a:ext cx="0" cy="0"/>
          <a:chOff x="0" y="0"/>
          <a:chExt cx="0" cy="0"/>
        </a:xfrm>
      </p:grpSpPr>
      <p:sp>
        <p:nvSpPr>
          <p:cNvPr id="1491" name="Google Shape;1491;p29:notes"/>
          <p:cNvSpPr txBox="1"/>
          <p:nvPr>
            <p:ph idx="1" type="body"/>
          </p:nvPr>
        </p:nvSpPr>
        <p:spPr>
          <a:xfrm>
            <a:off x="680562" y="4783309"/>
            <a:ext cx="544449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2" name="Google Shape;1492;p29:notes"/>
          <p:cNvSpPr/>
          <p:nvPr>
            <p:ph idx="2" type="sldImg"/>
          </p:nvPr>
        </p:nvSpPr>
        <p:spPr>
          <a:xfrm>
            <a:off x="1166813" y="1243013"/>
            <a:ext cx="4471987"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9" name="Shape 1519"/>
        <p:cNvGrpSpPr/>
        <p:nvPr/>
      </p:nvGrpSpPr>
      <p:grpSpPr>
        <a:xfrm>
          <a:off x="0" y="0"/>
          <a:ext cx="0" cy="0"/>
          <a:chOff x="0" y="0"/>
          <a:chExt cx="0" cy="0"/>
        </a:xfrm>
      </p:grpSpPr>
      <p:sp>
        <p:nvSpPr>
          <p:cNvPr id="1520" name="Google Shape;1520;p30:notes"/>
          <p:cNvSpPr txBox="1"/>
          <p:nvPr>
            <p:ph idx="1" type="body"/>
          </p:nvPr>
        </p:nvSpPr>
        <p:spPr>
          <a:xfrm>
            <a:off x="680562" y="4783309"/>
            <a:ext cx="544449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1" name="Google Shape;1521;p30:notes"/>
          <p:cNvSpPr/>
          <p:nvPr>
            <p:ph idx="2" type="sldImg"/>
          </p:nvPr>
        </p:nvSpPr>
        <p:spPr>
          <a:xfrm>
            <a:off x="1166813" y="1243013"/>
            <a:ext cx="4471987"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6" name="Shape 1526"/>
        <p:cNvGrpSpPr/>
        <p:nvPr/>
      </p:nvGrpSpPr>
      <p:grpSpPr>
        <a:xfrm>
          <a:off x="0" y="0"/>
          <a:ext cx="0" cy="0"/>
          <a:chOff x="0" y="0"/>
          <a:chExt cx="0" cy="0"/>
        </a:xfrm>
      </p:grpSpPr>
      <p:sp>
        <p:nvSpPr>
          <p:cNvPr id="1527" name="Google Shape;1527;p31:notes"/>
          <p:cNvSpPr txBox="1"/>
          <p:nvPr>
            <p:ph idx="1" type="body"/>
          </p:nvPr>
        </p:nvSpPr>
        <p:spPr>
          <a:xfrm>
            <a:off x="680562" y="4783309"/>
            <a:ext cx="544449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8" name="Google Shape;1528;p31:notes"/>
          <p:cNvSpPr/>
          <p:nvPr>
            <p:ph idx="2" type="sldImg"/>
          </p:nvPr>
        </p:nvSpPr>
        <p:spPr>
          <a:xfrm>
            <a:off x="1166813" y="1243013"/>
            <a:ext cx="4471987"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4" name="Shape 1534"/>
        <p:cNvGrpSpPr/>
        <p:nvPr/>
      </p:nvGrpSpPr>
      <p:grpSpPr>
        <a:xfrm>
          <a:off x="0" y="0"/>
          <a:ext cx="0" cy="0"/>
          <a:chOff x="0" y="0"/>
          <a:chExt cx="0" cy="0"/>
        </a:xfrm>
      </p:grpSpPr>
      <p:sp>
        <p:nvSpPr>
          <p:cNvPr id="1535" name="Google Shape;1535;p32:notes"/>
          <p:cNvSpPr/>
          <p:nvPr>
            <p:ph idx="2" type="sldImg"/>
          </p:nvPr>
        </p:nvSpPr>
        <p:spPr>
          <a:xfrm>
            <a:off x="1166813" y="1243013"/>
            <a:ext cx="4471987" cy="33543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36" name="Google Shape;1536;p32:notes"/>
          <p:cNvSpPr txBox="1"/>
          <p:nvPr>
            <p:ph idx="1" type="body"/>
          </p:nvPr>
        </p:nvSpPr>
        <p:spPr>
          <a:xfrm>
            <a:off x="680562" y="4783309"/>
            <a:ext cx="5444490" cy="3913614"/>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7" name="Google Shape;1537;p32:notes"/>
          <p:cNvSpPr txBox="1"/>
          <p:nvPr>
            <p:ph idx="12" type="sldNum"/>
          </p:nvPr>
        </p:nvSpPr>
        <p:spPr>
          <a:xfrm>
            <a:off x="3854942" y="9440649"/>
            <a:ext cx="2949099" cy="498692"/>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ja-JP"/>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0" name="Shape 1600"/>
        <p:cNvGrpSpPr/>
        <p:nvPr/>
      </p:nvGrpSpPr>
      <p:grpSpPr>
        <a:xfrm>
          <a:off x="0" y="0"/>
          <a:ext cx="0" cy="0"/>
          <a:chOff x="0" y="0"/>
          <a:chExt cx="0" cy="0"/>
        </a:xfrm>
      </p:grpSpPr>
      <p:sp>
        <p:nvSpPr>
          <p:cNvPr id="1601" name="Google Shape;1601;p33:notes"/>
          <p:cNvSpPr/>
          <p:nvPr>
            <p:ph idx="2" type="sldImg"/>
          </p:nvPr>
        </p:nvSpPr>
        <p:spPr>
          <a:xfrm>
            <a:off x="1166813" y="1243013"/>
            <a:ext cx="4471987" cy="33543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02" name="Google Shape;1602;p33:notes"/>
          <p:cNvSpPr txBox="1"/>
          <p:nvPr>
            <p:ph idx="1" type="body"/>
          </p:nvPr>
        </p:nvSpPr>
        <p:spPr>
          <a:xfrm>
            <a:off x="680562" y="4783309"/>
            <a:ext cx="5444490" cy="3913614"/>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3" name="Google Shape;1603;p33:notes"/>
          <p:cNvSpPr txBox="1"/>
          <p:nvPr>
            <p:ph idx="12" type="sldNum"/>
          </p:nvPr>
        </p:nvSpPr>
        <p:spPr>
          <a:xfrm>
            <a:off x="3854942" y="9440649"/>
            <a:ext cx="2949099" cy="498692"/>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ja-JP"/>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1" name="Shape 1621"/>
        <p:cNvGrpSpPr/>
        <p:nvPr/>
      </p:nvGrpSpPr>
      <p:grpSpPr>
        <a:xfrm>
          <a:off x="0" y="0"/>
          <a:ext cx="0" cy="0"/>
          <a:chOff x="0" y="0"/>
          <a:chExt cx="0" cy="0"/>
        </a:xfrm>
      </p:grpSpPr>
      <p:sp>
        <p:nvSpPr>
          <p:cNvPr id="1622" name="Google Shape;1622;p34:notes"/>
          <p:cNvSpPr txBox="1"/>
          <p:nvPr>
            <p:ph idx="1" type="body"/>
          </p:nvPr>
        </p:nvSpPr>
        <p:spPr>
          <a:xfrm>
            <a:off x="680562" y="4783309"/>
            <a:ext cx="544449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3" name="Google Shape;1623;p34:notes"/>
          <p:cNvSpPr/>
          <p:nvPr>
            <p:ph idx="2" type="sldImg"/>
          </p:nvPr>
        </p:nvSpPr>
        <p:spPr>
          <a:xfrm>
            <a:off x="1166813" y="1243013"/>
            <a:ext cx="4471987"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4" name="Shape 1644"/>
        <p:cNvGrpSpPr/>
        <p:nvPr/>
      </p:nvGrpSpPr>
      <p:grpSpPr>
        <a:xfrm>
          <a:off x="0" y="0"/>
          <a:ext cx="0" cy="0"/>
          <a:chOff x="0" y="0"/>
          <a:chExt cx="0" cy="0"/>
        </a:xfrm>
      </p:grpSpPr>
      <p:sp>
        <p:nvSpPr>
          <p:cNvPr id="1645" name="Google Shape;1645;p35:notes"/>
          <p:cNvSpPr txBox="1"/>
          <p:nvPr>
            <p:ph idx="1" type="body"/>
          </p:nvPr>
        </p:nvSpPr>
        <p:spPr>
          <a:xfrm>
            <a:off x="680562" y="4783309"/>
            <a:ext cx="544449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6" name="Google Shape;1646;p35:notes"/>
          <p:cNvSpPr/>
          <p:nvPr>
            <p:ph idx="2" type="sldImg"/>
          </p:nvPr>
        </p:nvSpPr>
        <p:spPr>
          <a:xfrm>
            <a:off x="1166813" y="1243013"/>
            <a:ext cx="4471987"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2" name="Shape 1702"/>
        <p:cNvGrpSpPr/>
        <p:nvPr/>
      </p:nvGrpSpPr>
      <p:grpSpPr>
        <a:xfrm>
          <a:off x="0" y="0"/>
          <a:ext cx="0" cy="0"/>
          <a:chOff x="0" y="0"/>
          <a:chExt cx="0" cy="0"/>
        </a:xfrm>
      </p:grpSpPr>
      <p:sp>
        <p:nvSpPr>
          <p:cNvPr id="1703" name="Google Shape;1703;p36:notes"/>
          <p:cNvSpPr txBox="1"/>
          <p:nvPr>
            <p:ph idx="1" type="body"/>
          </p:nvPr>
        </p:nvSpPr>
        <p:spPr>
          <a:xfrm>
            <a:off x="680562" y="4783309"/>
            <a:ext cx="544449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4" name="Google Shape;1704;p36:notes"/>
          <p:cNvSpPr/>
          <p:nvPr>
            <p:ph idx="2" type="sldImg"/>
          </p:nvPr>
        </p:nvSpPr>
        <p:spPr>
          <a:xfrm>
            <a:off x="1166813" y="1243013"/>
            <a:ext cx="4471987"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4" name="Shape 1724"/>
        <p:cNvGrpSpPr/>
        <p:nvPr/>
      </p:nvGrpSpPr>
      <p:grpSpPr>
        <a:xfrm>
          <a:off x="0" y="0"/>
          <a:ext cx="0" cy="0"/>
          <a:chOff x="0" y="0"/>
          <a:chExt cx="0" cy="0"/>
        </a:xfrm>
      </p:grpSpPr>
      <p:sp>
        <p:nvSpPr>
          <p:cNvPr id="1725" name="Google Shape;1725;p37:notes"/>
          <p:cNvSpPr txBox="1"/>
          <p:nvPr>
            <p:ph idx="1" type="body"/>
          </p:nvPr>
        </p:nvSpPr>
        <p:spPr>
          <a:xfrm>
            <a:off x="680562" y="4783309"/>
            <a:ext cx="544449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26" name="Google Shape;1726;p37:notes"/>
          <p:cNvSpPr/>
          <p:nvPr>
            <p:ph idx="2" type="sldImg"/>
          </p:nvPr>
        </p:nvSpPr>
        <p:spPr>
          <a:xfrm>
            <a:off x="1166813" y="1243013"/>
            <a:ext cx="4471987"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5" name="Shape 1745"/>
        <p:cNvGrpSpPr/>
        <p:nvPr/>
      </p:nvGrpSpPr>
      <p:grpSpPr>
        <a:xfrm>
          <a:off x="0" y="0"/>
          <a:ext cx="0" cy="0"/>
          <a:chOff x="0" y="0"/>
          <a:chExt cx="0" cy="0"/>
        </a:xfrm>
      </p:grpSpPr>
      <p:sp>
        <p:nvSpPr>
          <p:cNvPr id="1746" name="Google Shape;1746;p38:notes"/>
          <p:cNvSpPr txBox="1"/>
          <p:nvPr>
            <p:ph idx="1" type="body"/>
          </p:nvPr>
        </p:nvSpPr>
        <p:spPr>
          <a:xfrm>
            <a:off x="680562" y="4783309"/>
            <a:ext cx="544449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7" name="Google Shape;1747;p38:notes"/>
          <p:cNvSpPr/>
          <p:nvPr>
            <p:ph idx="2" type="sldImg"/>
          </p:nvPr>
        </p:nvSpPr>
        <p:spPr>
          <a:xfrm>
            <a:off x="1166813" y="1243013"/>
            <a:ext cx="4471987"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2" name="Shape 1792"/>
        <p:cNvGrpSpPr/>
        <p:nvPr/>
      </p:nvGrpSpPr>
      <p:grpSpPr>
        <a:xfrm>
          <a:off x="0" y="0"/>
          <a:ext cx="0" cy="0"/>
          <a:chOff x="0" y="0"/>
          <a:chExt cx="0" cy="0"/>
        </a:xfrm>
      </p:grpSpPr>
      <p:sp>
        <p:nvSpPr>
          <p:cNvPr id="1793" name="Google Shape;1793;p39:notes"/>
          <p:cNvSpPr/>
          <p:nvPr>
            <p:ph idx="2" type="sldImg"/>
          </p:nvPr>
        </p:nvSpPr>
        <p:spPr>
          <a:xfrm>
            <a:off x="1166813" y="1243013"/>
            <a:ext cx="4471987" cy="33543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4" name="Google Shape;1794;p39:notes"/>
          <p:cNvSpPr txBox="1"/>
          <p:nvPr>
            <p:ph idx="1" type="body"/>
          </p:nvPr>
        </p:nvSpPr>
        <p:spPr>
          <a:xfrm>
            <a:off x="680562" y="4783309"/>
            <a:ext cx="5444490" cy="3913614"/>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5" name="Google Shape;1795;p39:notes"/>
          <p:cNvSpPr txBox="1"/>
          <p:nvPr>
            <p:ph idx="12" type="sldNum"/>
          </p:nvPr>
        </p:nvSpPr>
        <p:spPr>
          <a:xfrm>
            <a:off x="3854942" y="9440649"/>
            <a:ext cx="2949099" cy="498692"/>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ja-JP"/>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6" name="Shape 1816"/>
        <p:cNvGrpSpPr/>
        <p:nvPr/>
      </p:nvGrpSpPr>
      <p:grpSpPr>
        <a:xfrm>
          <a:off x="0" y="0"/>
          <a:ext cx="0" cy="0"/>
          <a:chOff x="0" y="0"/>
          <a:chExt cx="0" cy="0"/>
        </a:xfrm>
      </p:grpSpPr>
      <p:sp>
        <p:nvSpPr>
          <p:cNvPr id="1817" name="Google Shape;1817;p40:notes"/>
          <p:cNvSpPr txBox="1"/>
          <p:nvPr>
            <p:ph idx="1" type="body"/>
          </p:nvPr>
        </p:nvSpPr>
        <p:spPr>
          <a:xfrm>
            <a:off x="680562" y="4783309"/>
            <a:ext cx="544449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8" name="Google Shape;1818;p40:notes"/>
          <p:cNvSpPr/>
          <p:nvPr>
            <p:ph idx="2" type="sldImg"/>
          </p:nvPr>
        </p:nvSpPr>
        <p:spPr>
          <a:xfrm>
            <a:off x="1166813" y="1243013"/>
            <a:ext cx="4471987"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0" name="Shape 1840"/>
        <p:cNvGrpSpPr/>
        <p:nvPr/>
      </p:nvGrpSpPr>
      <p:grpSpPr>
        <a:xfrm>
          <a:off x="0" y="0"/>
          <a:ext cx="0" cy="0"/>
          <a:chOff x="0" y="0"/>
          <a:chExt cx="0" cy="0"/>
        </a:xfrm>
      </p:grpSpPr>
      <p:sp>
        <p:nvSpPr>
          <p:cNvPr id="1841" name="Google Shape;1841;p41:notes"/>
          <p:cNvSpPr txBox="1"/>
          <p:nvPr>
            <p:ph idx="1" type="body"/>
          </p:nvPr>
        </p:nvSpPr>
        <p:spPr>
          <a:xfrm>
            <a:off x="680562" y="4783309"/>
            <a:ext cx="544449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2" name="Google Shape;1842;p41:notes"/>
          <p:cNvSpPr/>
          <p:nvPr>
            <p:ph idx="2" type="sldImg"/>
          </p:nvPr>
        </p:nvSpPr>
        <p:spPr>
          <a:xfrm>
            <a:off x="1166813" y="1243013"/>
            <a:ext cx="4471987"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4" name="Shape 1864"/>
        <p:cNvGrpSpPr/>
        <p:nvPr/>
      </p:nvGrpSpPr>
      <p:grpSpPr>
        <a:xfrm>
          <a:off x="0" y="0"/>
          <a:ext cx="0" cy="0"/>
          <a:chOff x="0" y="0"/>
          <a:chExt cx="0" cy="0"/>
        </a:xfrm>
      </p:grpSpPr>
      <p:sp>
        <p:nvSpPr>
          <p:cNvPr id="1865" name="Google Shape;1865;p42:notes"/>
          <p:cNvSpPr txBox="1"/>
          <p:nvPr>
            <p:ph idx="1" type="body"/>
          </p:nvPr>
        </p:nvSpPr>
        <p:spPr>
          <a:xfrm>
            <a:off x="680562" y="4783309"/>
            <a:ext cx="544449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6" name="Google Shape;1866;p42:notes"/>
          <p:cNvSpPr/>
          <p:nvPr>
            <p:ph idx="2" type="sldImg"/>
          </p:nvPr>
        </p:nvSpPr>
        <p:spPr>
          <a:xfrm>
            <a:off x="1166813" y="1243013"/>
            <a:ext cx="4471987"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8" name="Shape 1888"/>
        <p:cNvGrpSpPr/>
        <p:nvPr/>
      </p:nvGrpSpPr>
      <p:grpSpPr>
        <a:xfrm>
          <a:off x="0" y="0"/>
          <a:ext cx="0" cy="0"/>
          <a:chOff x="0" y="0"/>
          <a:chExt cx="0" cy="0"/>
        </a:xfrm>
      </p:grpSpPr>
      <p:sp>
        <p:nvSpPr>
          <p:cNvPr id="1889" name="Google Shape;1889;p43:notes"/>
          <p:cNvSpPr txBox="1"/>
          <p:nvPr>
            <p:ph idx="1" type="body"/>
          </p:nvPr>
        </p:nvSpPr>
        <p:spPr>
          <a:xfrm>
            <a:off x="680562" y="4783309"/>
            <a:ext cx="544449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0" name="Google Shape;1890;p43:notes"/>
          <p:cNvSpPr/>
          <p:nvPr>
            <p:ph idx="2" type="sldImg"/>
          </p:nvPr>
        </p:nvSpPr>
        <p:spPr>
          <a:xfrm>
            <a:off x="1166813" y="1243013"/>
            <a:ext cx="4471987"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3" name="Shape 1903"/>
        <p:cNvGrpSpPr/>
        <p:nvPr/>
      </p:nvGrpSpPr>
      <p:grpSpPr>
        <a:xfrm>
          <a:off x="0" y="0"/>
          <a:ext cx="0" cy="0"/>
          <a:chOff x="0" y="0"/>
          <a:chExt cx="0" cy="0"/>
        </a:xfrm>
      </p:grpSpPr>
      <p:sp>
        <p:nvSpPr>
          <p:cNvPr id="1904" name="Google Shape;1904;p44:notes"/>
          <p:cNvSpPr txBox="1"/>
          <p:nvPr>
            <p:ph idx="1" type="body"/>
          </p:nvPr>
        </p:nvSpPr>
        <p:spPr>
          <a:xfrm>
            <a:off x="680562" y="4783309"/>
            <a:ext cx="544449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5" name="Google Shape;1905;p44:notes"/>
          <p:cNvSpPr/>
          <p:nvPr>
            <p:ph idx="2" type="sldImg"/>
          </p:nvPr>
        </p:nvSpPr>
        <p:spPr>
          <a:xfrm>
            <a:off x="1166813" y="1243013"/>
            <a:ext cx="4471987"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1" name="Shape 1911"/>
        <p:cNvGrpSpPr/>
        <p:nvPr/>
      </p:nvGrpSpPr>
      <p:grpSpPr>
        <a:xfrm>
          <a:off x="0" y="0"/>
          <a:ext cx="0" cy="0"/>
          <a:chOff x="0" y="0"/>
          <a:chExt cx="0" cy="0"/>
        </a:xfrm>
      </p:grpSpPr>
      <p:sp>
        <p:nvSpPr>
          <p:cNvPr id="1912" name="Google Shape;1912;p45:notes"/>
          <p:cNvSpPr txBox="1"/>
          <p:nvPr>
            <p:ph idx="1" type="body"/>
          </p:nvPr>
        </p:nvSpPr>
        <p:spPr>
          <a:xfrm>
            <a:off x="680562" y="4783309"/>
            <a:ext cx="544449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13" name="Google Shape;1913;p45:notes"/>
          <p:cNvSpPr/>
          <p:nvPr>
            <p:ph idx="2" type="sldImg"/>
          </p:nvPr>
        </p:nvSpPr>
        <p:spPr>
          <a:xfrm>
            <a:off x="1166813" y="1243013"/>
            <a:ext cx="4471987"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8" name="Shape 1918"/>
        <p:cNvGrpSpPr/>
        <p:nvPr/>
      </p:nvGrpSpPr>
      <p:grpSpPr>
        <a:xfrm>
          <a:off x="0" y="0"/>
          <a:ext cx="0" cy="0"/>
          <a:chOff x="0" y="0"/>
          <a:chExt cx="0" cy="0"/>
        </a:xfrm>
      </p:grpSpPr>
      <p:sp>
        <p:nvSpPr>
          <p:cNvPr id="1919" name="Google Shape;1919;p46:notes"/>
          <p:cNvSpPr txBox="1"/>
          <p:nvPr>
            <p:ph idx="1" type="body"/>
          </p:nvPr>
        </p:nvSpPr>
        <p:spPr>
          <a:xfrm>
            <a:off x="680562" y="4783309"/>
            <a:ext cx="544449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20" name="Google Shape;1920;p46:notes"/>
          <p:cNvSpPr/>
          <p:nvPr>
            <p:ph idx="2" type="sldImg"/>
          </p:nvPr>
        </p:nvSpPr>
        <p:spPr>
          <a:xfrm>
            <a:off x="1166813" y="1243013"/>
            <a:ext cx="4471987"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0" name="Shape 1960"/>
        <p:cNvGrpSpPr/>
        <p:nvPr/>
      </p:nvGrpSpPr>
      <p:grpSpPr>
        <a:xfrm>
          <a:off x="0" y="0"/>
          <a:ext cx="0" cy="0"/>
          <a:chOff x="0" y="0"/>
          <a:chExt cx="0" cy="0"/>
        </a:xfrm>
      </p:grpSpPr>
      <p:sp>
        <p:nvSpPr>
          <p:cNvPr id="1961" name="Google Shape;1961;p47:notes"/>
          <p:cNvSpPr txBox="1"/>
          <p:nvPr>
            <p:ph idx="1" type="body"/>
          </p:nvPr>
        </p:nvSpPr>
        <p:spPr>
          <a:xfrm>
            <a:off x="680562" y="4783309"/>
            <a:ext cx="544449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62" name="Google Shape;1962;p47:notes"/>
          <p:cNvSpPr/>
          <p:nvPr>
            <p:ph idx="2" type="sldImg"/>
          </p:nvPr>
        </p:nvSpPr>
        <p:spPr>
          <a:xfrm>
            <a:off x="1166813" y="1243013"/>
            <a:ext cx="4471987"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3" name="Shape 1993"/>
        <p:cNvGrpSpPr/>
        <p:nvPr/>
      </p:nvGrpSpPr>
      <p:grpSpPr>
        <a:xfrm>
          <a:off x="0" y="0"/>
          <a:ext cx="0" cy="0"/>
          <a:chOff x="0" y="0"/>
          <a:chExt cx="0" cy="0"/>
        </a:xfrm>
      </p:grpSpPr>
      <p:sp>
        <p:nvSpPr>
          <p:cNvPr id="1994" name="Google Shape;1994;p48:notes"/>
          <p:cNvSpPr txBox="1"/>
          <p:nvPr>
            <p:ph idx="1" type="body"/>
          </p:nvPr>
        </p:nvSpPr>
        <p:spPr>
          <a:xfrm>
            <a:off x="680562" y="4783309"/>
            <a:ext cx="544449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5" name="Google Shape;1995;p48:notes"/>
          <p:cNvSpPr/>
          <p:nvPr>
            <p:ph idx="2" type="sldImg"/>
          </p:nvPr>
        </p:nvSpPr>
        <p:spPr>
          <a:xfrm>
            <a:off x="1166813" y="1243013"/>
            <a:ext cx="4471987"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8" name="Shape 2018"/>
        <p:cNvGrpSpPr/>
        <p:nvPr/>
      </p:nvGrpSpPr>
      <p:grpSpPr>
        <a:xfrm>
          <a:off x="0" y="0"/>
          <a:ext cx="0" cy="0"/>
          <a:chOff x="0" y="0"/>
          <a:chExt cx="0" cy="0"/>
        </a:xfrm>
      </p:grpSpPr>
      <p:sp>
        <p:nvSpPr>
          <p:cNvPr id="2019" name="Google Shape;2019;p49:notes"/>
          <p:cNvSpPr txBox="1"/>
          <p:nvPr>
            <p:ph idx="1" type="body"/>
          </p:nvPr>
        </p:nvSpPr>
        <p:spPr>
          <a:xfrm>
            <a:off x="680562" y="4783309"/>
            <a:ext cx="544449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0" name="Google Shape;2020;p49:notes"/>
          <p:cNvSpPr/>
          <p:nvPr>
            <p:ph idx="2" type="sldImg"/>
          </p:nvPr>
        </p:nvSpPr>
        <p:spPr>
          <a:xfrm>
            <a:off x="1166813" y="1243013"/>
            <a:ext cx="4471987"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2" name="Shape 2062"/>
        <p:cNvGrpSpPr/>
        <p:nvPr/>
      </p:nvGrpSpPr>
      <p:grpSpPr>
        <a:xfrm>
          <a:off x="0" y="0"/>
          <a:ext cx="0" cy="0"/>
          <a:chOff x="0" y="0"/>
          <a:chExt cx="0" cy="0"/>
        </a:xfrm>
      </p:grpSpPr>
      <p:sp>
        <p:nvSpPr>
          <p:cNvPr id="2063" name="Google Shape;2063;p50:notes"/>
          <p:cNvSpPr txBox="1"/>
          <p:nvPr>
            <p:ph idx="1" type="body"/>
          </p:nvPr>
        </p:nvSpPr>
        <p:spPr>
          <a:xfrm>
            <a:off x="680562" y="4783309"/>
            <a:ext cx="544449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64" name="Google Shape;2064;p50:notes"/>
          <p:cNvSpPr/>
          <p:nvPr>
            <p:ph idx="2" type="sldImg"/>
          </p:nvPr>
        </p:nvSpPr>
        <p:spPr>
          <a:xfrm>
            <a:off x="1166813" y="1243013"/>
            <a:ext cx="4471987"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2" name="Shape 2072"/>
        <p:cNvGrpSpPr/>
        <p:nvPr/>
      </p:nvGrpSpPr>
      <p:grpSpPr>
        <a:xfrm>
          <a:off x="0" y="0"/>
          <a:ext cx="0" cy="0"/>
          <a:chOff x="0" y="0"/>
          <a:chExt cx="0" cy="0"/>
        </a:xfrm>
      </p:grpSpPr>
      <p:sp>
        <p:nvSpPr>
          <p:cNvPr id="2073" name="Google Shape;2073;p51:notes"/>
          <p:cNvSpPr txBox="1"/>
          <p:nvPr>
            <p:ph idx="1" type="body"/>
          </p:nvPr>
        </p:nvSpPr>
        <p:spPr>
          <a:xfrm>
            <a:off x="680562" y="4783309"/>
            <a:ext cx="544449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4" name="Google Shape;2074;p51:notes"/>
          <p:cNvSpPr/>
          <p:nvPr>
            <p:ph idx="2" type="sldImg"/>
          </p:nvPr>
        </p:nvSpPr>
        <p:spPr>
          <a:xfrm>
            <a:off x="1166813" y="1243013"/>
            <a:ext cx="4471987"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0" name="Shape 2080"/>
        <p:cNvGrpSpPr/>
        <p:nvPr/>
      </p:nvGrpSpPr>
      <p:grpSpPr>
        <a:xfrm>
          <a:off x="0" y="0"/>
          <a:ext cx="0" cy="0"/>
          <a:chOff x="0" y="0"/>
          <a:chExt cx="0" cy="0"/>
        </a:xfrm>
      </p:grpSpPr>
      <p:sp>
        <p:nvSpPr>
          <p:cNvPr id="2081" name="Google Shape;2081;p52:notes"/>
          <p:cNvSpPr txBox="1"/>
          <p:nvPr>
            <p:ph idx="1" type="body"/>
          </p:nvPr>
        </p:nvSpPr>
        <p:spPr>
          <a:xfrm>
            <a:off x="680562" y="4783309"/>
            <a:ext cx="544449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2" name="Google Shape;2082;p52:notes"/>
          <p:cNvSpPr/>
          <p:nvPr>
            <p:ph idx="2" type="sldImg"/>
          </p:nvPr>
        </p:nvSpPr>
        <p:spPr>
          <a:xfrm>
            <a:off x="1166813" y="1243013"/>
            <a:ext cx="4471987"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8" name="Shape 2088"/>
        <p:cNvGrpSpPr/>
        <p:nvPr/>
      </p:nvGrpSpPr>
      <p:grpSpPr>
        <a:xfrm>
          <a:off x="0" y="0"/>
          <a:ext cx="0" cy="0"/>
          <a:chOff x="0" y="0"/>
          <a:chExt cx="0" cy="0"/>
        </a:xfrm>
      </p:grpSpPr>
      <p:sp>
        <p:nvSpPr>
          <p:cNvPr id="2089" name="Google Shape;2089;p53:notes"/>
          <p:cNvSpPr txBox="1"/>
          <p:nvPr>
            <p:ph idx="1" type="body"/>
          </p:nvPr>
        </p:nvSpPr>
        <p:spPr>
          <a:xfrm>
            <a:off x="680562" y="4783309"/>
            <a:ext cx="544449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90" name="Google Shape;2090;p53:notes"/>
          <p:cNvSpPr/>
          <p:nvPr>
            <p:ph idx="2" type="sldImg"/>
          </p:nvPr>
        </p:nvSpPr>
        <p:spPr>
          <a:xfrm>
            <a:off x="1166813" y="1243013"/>
            <a:ext cx="4471987"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6" name="Shape 2096"/>
        <p:cNvGrpSpPr/>
        <p:nvPr/>
      </p:nvGrpSpPr>
      <p:grpSpPr>
        <a:xfrm>
          <a:off x="0" y="0"/>
          <a:ext cx="0" cy="0"/>
          <a:chOff x="0" y="0"/>
          <a:chExt cx="0" cy="0"/>
        </a:xfrm>
      </p:grpSpPr>
      <p:sp>
        <p:nvSpPr>
          <p:cNvPr id="2097" name="Google Shape;2097;p54:notes"/>
          <p:cNvSpPr txBox="1"/>
          <p:nvPr>
            <p:ph idx="1" type="body"/>
          </p:nvPr>
        </p:nvSpPr>
        <p:spPr>
          <a:xfrm>
            <a:off x="680562" y="4783309"/>
            <a:ext cx="544449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98" name="Google Shape;2098;p54:notes"/>
          <p:cNvSpPr/>
          <p:nvPr>
            <p:ph idx="2" type="sldImg"/>
          </p:nvPr>
        </p:nvSpPr>
        <p:spPr>
          <a:xfrm>
            <a:off x="1166813" y="1243013"/>
            <a:ext cx="4471987"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4" name="Shape 2104"/>
        <p:cNvGrpSpPr/>
        <p:nvPr/>
      </p:nvGrpSpPr>
      <p:grpSpPr>
        <a:xfrm>
          <a:off x="0" y="0"/>
          <a:ext cx="0" cy="0"/>
          <a:chOff x="0" y="0"/>
          <a:chExt cx="0" cy="0"/>
        </a:xfrm>
      </p:grpSpPr>
      <p:sp>
        <p:nvSpPr>
          <p:cNvPr id="2105" name="Google Shape;2105;p55:notes"/>
          <p:cNvSpPr txBox="1"/>
          <p:nvPr>
            <p:ph idx="1" type="body"/>
          </p:nvPr>
        </p:nvSpPr>
        <p:spPr>
          <a:xfrm>
            <a:off x="680562" y="4783309"/>
            <a:ext cx="544449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6" name="Google Shape;2106;p55:notes"/>
          <p:cNvSpPr/>
          <p:nvPr>
            <p:ph idx="2" type="sldImg"/>
          </p:nvPr>
        </p:nvSpPr>
        <p:spPr>
          <a:xfrm>
            <a:off x="1166813" y="1243013"/>
            <a:ext cx="4471987"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1" name="Shape 2111"/>
        <p:cNvGrpSpPr/>
        <p:nvPr/>
      </p:nvGrpSpPr>
      <p:grpSpPr>
        <a:xfrm>
          <a:off x="0" y="0"/>
          <a:ext cx="0" cy="0"/>
          <a:chOff x="0" y="0"/>
          <a:chExt cx="0" cy="0"/>
        </a:xfrm>
      </p:grpSpPr>
      <p:sp>
        <p:nvSpPr>
          <p:cNvPr id="2112" name="Google Shape;2112;p56:notes"/>
          <p:cNvSpPr/>
          <p:nvPr>
            <p:ph idx="2" type="sldImg"/>
          </p:nvPr>
        </p:nvSpPr>
        <p:spPr>
          <a:xfrm>
            <a:off x="1166813" y="1243013"/>
            <a:ext cx="4471987" cy="33543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13" name="Google Shape;2113;p56:notes"/>
          <p:cNvSpPr txBox="1"/>
          <p:nvPr>
            <p:ph idx="1" type="body"/>
          </p:nvPr>
        </p:nvSpPr>
        <p:spPr>
          <a:xfrm>
            <a:off x="680562" y="4783309"/>
            <a:ext cx="5444490" cy="3913614"/>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14" name="Google Shape;2114;p56:notes"/>
          <p:cNvSpPr txBox="1"/>
          <p:nvPr>
            <p:ph idx="12" type="sldNum"/>
          </p:nvPr>
        </p:nvSpPr>
        <p:spPr>
          <a:xfrm>
            <a:off x="3854942" y="9440649"/>
            <a:ext cx="2949099" cy="498692"/>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ja-JP"/>
              <a:t>‹#›</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6" name="Shape 2136"/>
        <p:cNvGrpSpPr/>
        <p:nvPr/>
      </p:nvGrpSpPr>
      <p:grpSpPr>
        <a:xfrm>
          <a:off x="0" y="0"/>
          <a:ext cx="0" cy="0"/>
          <a:chOff x="0" y="0"/>
          <a:chExt cx="0" cy="0"/>
        </a:xfrm>
      </p:grpSpPr>
      <p:sp>
        <p:nvSpPr>
          <p:cNvPr id="2137" name="Google Shape;2137;p57:notes"/>
          <p:cNvSpPr txBox="1"/>
          <p:nvPr>
            <p:ph idx="1" type="body"/>
          </p:nvPr>
        </p:nvSpPr>
        <p:spPr>
          <a:xfrm>
            <a:off x="680562" y="4783309"/>
            <a:ext cx="544449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38" name="Google Shape;2138;p57:notes"/>
          <p:cNvSpPr/>
          <p:nvPr>
            <p:ph idx="2" type="sldImg"/>
          </p:nvPr>
        </p:nvSpPr>
        <p:spPr>
          <a:xfrm>
            <a:off x="1166813" y="1243013"/>
            <a:ext cx="4471987"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4" name="Shape 2154"/>
        <p:cNvGrpSpPr/>
        <p:nvPr/>
      </p:nvGrpSpPr>
      <p:grpSpPr>
        <a:xfrm>
          <a:off x="0" y="0"/>
          <a:ext cx="0" cy="0"/>
          <a:chOff x="0" y="0"/>
          <a:chExt cx="0" cy="0"/>
        </a:xfrm>
      </p:grpSpPr>
      <p:sp>
        <p:nvSpPr>
          <p:cNvPr id="2155" name="Google Shape;2155;p58:notes"/>
          <p:cNvSpPr txBox="1"/>
          <p:nvPr>
            <p:ph idx="1" type="body"/>
          </p:nvPr>
        </p:nvSpPr>
        <p:spPr>
          <a:xfrm>
            <a:off x="680562" y="4783309"/>
            <a:ext cx="544449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56" name="Google Shape;2156;p58:notes"/>
          <p:cNvSpPr/>
          <p:nvPr>
            <p:ph idx="2" type="sldImg"/>
          </p:nvPr>
        </p:nvSpPr>
        <p:spPr>
          <a:xfrm>
            <a:off x="1166813" y="1243013"/>
            <a:ext cx="4471987"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0" name="Shape 2180"/>
        <p:cNvGrpSpPr/>
        <p:nvPr/>
      </p:nvGrpSpPr>
      <p:grpSpPr>
        <a:xfrm>
          <a:off x="0" y="0"/>
          <a:ext cx="0" cy="0"/>
          <a:chOff x="0" y="0"/>
          <a:chExt cx="0" cy="0"/>
        </a:xfrm>
      </p:grpSpPr>
      <p:sp>
        <p:nvSpPr>
          <p:cNvPr id="2181" name="Google Shape;2181;p59:notes"/>
          <p:cNvSpPr txBox="1"/>
          <p:nvPr>
            <p:ph idx="1" type="body"/>
          </p:nvPr>
        </p:nvSpPr>
        <p:spPr>
          <a:xfrm>
            <a:off x="680562" y="4783309"/>
            <a:ext cx="544449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82" name="Google Shape;2182;p59:notes"/>
          <p:cNvSpPr/>
          <p:nvPr>
            <p:ph idx="2" type="sldImg"/>
          </p:nvPr>
        </p:nvSpPr>
        <p:spPr>
          <a:xfrm>
            <a:off x="1166813" y="1243013"/>
            <a:ext cx="4471987"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3" name="Shape 2203"/>
        <p:cNvGrpSpPr/>
        <p:nvPr/>
      </p:nvGrpSpPr>
      <p:grpSpPr>
        <a:xfrm>
          <a:off x="0" y="0"/>
          <a:ext cx="0" cy="0"/>
          <a:chOff x="0" y="0"/>
          <a:chExt cx="0" cy="0"/>
        </a:xfrm>
      </p:grpSpPr>
      <p:sp>
        <p:nvSpPr>
          <p:cNvPr id="2204" name="Google Shape;2204;p60:notes"/>
          <p:cNvSpPr txBox="1"/>
          <p:nvPr>
            <p:ph idx="1" type="body"/>
          </p:nvPr>
        </p:nvSpPr>
        <p:spPr>
          <a:xfrm>
            <a:off x="680562" y="4783309"/>
            <a:ext cx="544449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05" name="Google Shape;2205;p60:notes"/>
          <p:cNvSpPr/>
          <p:nvPr>
            <p:ph idx="2" type="sldImg"/>
          </p:nvPr>
        </p:nvSpPr>
        <p:spPr>
          <a:xfrm>
            <a:off x="1166813" y="1243013"/>
            <a:ext cx="4471987"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2" name="Shape 2212"/>
        <p:cNvGrpSpPr/>
        <p:nvPr/>
      </p:nvGrpSpPr>
      <p:grpSpPr>
        <a:xfrm>
          <a:off x="0" y="0"/>
          <a:ext cx="0" cy="0"/>
          <a:chOff x="0" y="0"/>
          <a:chExt cx="0" cy="0"/>
        </a:xfrm>
      </p:grpSpPr>
      <p:sp>
        <p:nvSpPr>
          <p:cNvPr id="2213" name="Google Shape;2213;p61:notes"/>
          <p:cNvSpPr txBox="1"/>
          <p:nvPr>
            <p:ph idx="1" type="body"/>
          </p:nvPr>
        </p:nvSpPr>
        <p:spPr>
          <a:xfrm>
            <a:off x="680562" y="4783309"/>
            <a:ext cx="544449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4" name="Google Shape;2214;p61:notes"/>
          <p:cNvSpPr/>
          <p:nvPr>
            <p:ph idx="2" type="sldImg"/>
          </p:nvPr>
        </p:nvSpPr>
        <p:spPr>
          <a:xfrm>
            <a:off x="1166813" y="1243013"/>
            <a:ext cx="4471987"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1" name="Shape 2221"/>
        <p:cNvGrpSpPr/>
        <p:nvPr/>
      </p:nvGrpSpPr>
      <p:grpSpPr>
        <a:xfrm>
          <a:off x="0" y="0"/>
          <a:ext cx="0" cy="0"/>
          <a:chOff x="0" y="0"/>
          <a:chExt cx="0" cy="0"/>
        </a:xfrm>
      </p:grpSpPr>
      <p:sp>
        <p:nvSpPr>
          <p:cNvPr id="2222" name="Google Shape;2222;p62:notes"/>
          <p:cNvSpPr/>
          <p:nvPr>
            <p:ph idx="2" type="sldImg"/>
          </p:nvPr>
        </p:nvSpPr>
        <p:spPr>
          <a:xfrm>
            <a:off x="1166813" y="1243013"/>
            <a:ext cx="4471987" cy="33543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23" name="Google Shape;2223;p62:notes"/>
          <p:cNvSpPr txBox="1"/>
          <p:nvPr>
            <p:ph idx="1" type="body"/>
          </p:nvPr>
        </p:nvSpPr>
        <p:spPr>
          <a:xfrm>
            <a:off x="680562" y="4783309"/>
            <a:ext cx="5444490" cy="3913614"/>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24" name="Google Shape;2224;p62:notes"/>
          <p:cNvSpPr txBox="1"/>
          <p:nvPr>
            <p:ph idx="12" type="sldNum"/>
          </p:nvPr>
        </p:nvSpPr>
        <p:spPr>
          <a:xfrm>
            <a:off x="3854942" y="9440649"/>
            <a:ext cx="2949099" cy="498692"/>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ja-JP"/>
              <a:t>‹#›</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2" name="Shape 2242"/>
        <p:cNvGrpSpPr/>
        <p:nvPr/>
      </p:nvGrpSpPr>
      <p:grpSpPr>
        <a:xfrm>
          <a:off x="0" y="0"/>
          <a:ext cx="0" cy="0"/>
          <a:chOff x="0" y="0"/>
          <a:chExt cx="0" cy="0"/>
        </a:xfrm>
      </p:grpSpPr>
      <p:sp>
        <p:nvSpPr>
          <p:cNvPr id="2243" name="Google Shape;2243;p63:notes"/>
          <p:cNvSpPr txBox="1"/>
          <p:nvPr>
            <p:ph idx="1" type="body"/>
          </p:nvPr>
        </p:nvSpPr>
        <p:spPr>
          <a:xfrm>
            <a:off x="680562" y="4783309"/>
            <a:ext cx="544449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44" name="Google Shape;2244;p63:notes"/>
          <p:cNvSpPr/>
          <p:nvPr>
            <p:ph idx="2" type="sldImg"/>
          </p:nvPr>
        </p:nvSpPr>
        <p:spPr>
          <a:xfrm>
            <a:off x="1166813" y="1243013"/>
            <a:ext cx="4471987"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7" name="Shape 2297"/>
        <p:cNvGrpSpPr/>
        <p:nvPr/>
      </p:nvGrpSpPr>
      <p:grpSpPr>
        <a:xfrm>
          <a:off x="0" y="0"/>
          <a:ext cx="0" cy="0"/>
          <a:chOff x="0" y="0"/>
          <a:chExt cx="0" cy="0"/>
        </a:xfrm>
      </p:grpSpPr>
      <p:sp>
        <p:nvSpPr>
          <p:cNvPr id="2298" name="Google Shape;2298;p64:notes"/>
          <p:cNvSpPr txBox="1"/>
          <p:nvPr>
            <p:ph idx="1" type="body"/>
          </p:nvPr>
        </p:nvSpPr>
        <p:spPr>
          <a:xfrm>
            <a:off x="680562" y="4783309"/>
            <a:ext cx="544449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99" name="Google Shape;2299;p64:notes"/>
          <p:cNvSpPr/>
          <p:nvPr>
            <p:ph idx="2" type="sldImg"/>
          </p:nvPr>
        </p:nvSpPr>
        <p:spPr>
          <a:xfrm>
            <a:off x="1166813" y="1243013"/>
            <a:ext cx="4471987"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8" name="Shape 2338"/>
        <p:cNvGrpSpPr/>
        <p:nvPr/>
      </p:nvGrpSpPr>
      <p:grpSpPr>
        <a:xfrm>
          <a:off x="0" y="0"/>
          <a:ext cx="0" cy="0"/>
          <a:chOff x="0" y="0"/>
          <a:chExt cx="0" cy="0"/>
        </a:xfrm>
      </p:grpSpPr>
      <p:sp>
        <p:nvSpPr>
          <p:cNvPr id="2339" name="Google Shape;2339;p65:notes"/>
          <p:cNvSpPr txBox="1"/>
          <p:nvPr>
            <p:ph idx="1" type="body"/>
          </p:nvPr>
        </p:nvSpPr>
        <p:spPr>
          <a:xfrm>
            <a:off x="680562" y="4783309"/>
            <a:ext cx="544449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40" name="Google Shape;2340;p65:notes"/>
          <p:cNvSpPr/>
          <p:nvPr>
            <p:ph idx="2" type="sldImg"/>
          </p:nvPr>
        </p:nvSpPr>
        <p:spPr>
          <a:xfrm>
            <a:off x="1166813" y="1243013"/>
            <a:ext cx="4471987"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8" name="Shape 2378"/>
        <p:cNvGrpSpPr/>
        <p:nvPr/>
      </p:nvGrpSpPr>
      <p:grpSpPr>
        <a:xfrm>
          <a:off x="0" y="0"/>
          <a:ext cx="0" cy="0"/>
          <a:chOff x="0" y="0"/>
          <a:chExt cx="0" cy="0"/>
        </a:xfrm>
      </p:grpSpPr>
      <p:sp>
        <p:nvSpPr>
          <p:cNvPr id="2379" name="Google Shape;2379;p66:notes"/>
          <p:cNvSpPr txBox="1"/>
          <p:nvPr>
            <p:ph idx="1" type="body"/>
          </p:nvPr>
        </p:nvSpPr>
        <p:spPr>
          <a:xfrm>
            <a:off x="680562" y="4783309"/>
            <a:ext cx="544449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80" name="Google Shape;2380;p66:notes"/>
          <p:cNvSpPr/>
          <p:nvPr>
            <p:ph idx="2" type="sldImg"/>
          </p:nvPr>
        </p:nvSpPr>
        <p:spPr>
          <a:xfrm>
            <a:off x="1166813" y="1243013"/>
            <a:ext cx="4471987"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8" name="Shape 2388"/>
        <p:cNvGrpSpPr/>
        <p:nvPr/>
      </p:nvGrpSpPr>
      <p:grpSpPr>
        <a:xfrm>
          <a:off x="0" y="0"/>
          <a:ext cx="0" cy="0"/>
          <a:chOff x="0" y="0"/>
          <a:chExt cx="0" cy="0"/>
        </a:xfrm>
      </p:grpSpPr>
      <p:sp>
        <p:nvSpPr>
          <p:cNvPr id="2389" name="Google Shape;2389;p67:notes"/>
          <p:cNvSpPr txBox="1"/>
          <p:nvPr>
            <p:ph idx="1" type="body"/>
          </p:nvPr>
        </p:nvSpPr>
        <p:spPr>
          <a:xfrm>
            <a:off x="680562" y="4783309"/>
            <a:ext cx="544449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90" name="Google Shape;2390;p67:notes"/>
          <p:cNvSpPr/>
          <p:nvPr>
            <p:ph idx="2" type="sldImg"/>
          </p:nvPr>
        </p:nvSpPr>
        <p:spPr>
          <a:xfrm>
            <a:off x="1166813" y="1243013"/>
            <a:ext cx="4471987"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5" name="Shape 2395"/>
        <p:cNvGrpSpPr/>
        <p:nvPr/>
      </p:nvGrpSpPr>
      <p:grpSpPr>
        <a:xfrm>
          <a:off x="0" y="0"/>
          <a:ext cx="0" cy="0"/>
          <a:chOff x="0" y="0"/>
          <a:chExt cx="0" cy="0"/>
        </a:xfrm>
      </p:grpSpPr>
      <p:sp>
        <p:nvSpPr>
          <p:cNvPr id="2396" name="Google Shape;2396;p68:notes"/>
          <p:cNvSpPr txBox="1"/>
          <p:nvPr>
            <p:ph idx="1" type="body"/>
          </p:nvPr>
        </p:nvSpPr>
        <p:spPr>
          <a:xfrm>
            <a:off x="680562" y="4783309"/>
            <a:ext cx="544449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97" name="Google Shape;2397;p68:notes"/>
          <p:cNvSpPr/>
          <p:nvPr>
            <p:ph idx="2" type="sldImg"/>
          </p:nvPr>
        </p:nvSpPr>
        <p:spPr>
          <a:xfrm>
            <a:off x="1166813" y="1243013"/>
            <a:ext cx="4471987"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6" name="Shape 2406"/>
        <p:cNvGrpSpPr/>
        <p:nvPr/>
      </p:nvGrpSpPr>
      <p:grpSpPr>
        <a:xfrm>
          <a:off x="0" y="0"/>
          <a:ext cx="0" cy="0"/>
          <a:chOff x="0" y="0"/>
          <a:chExt cx="0" cy="0"/>
        </a:xfrm>
      </p:grpSpPr>
      <p:sp>
        <p:nvSpPr>
          <p:cNvPr id="2407" name="Google Shape;2407;p69:notes"/>
          <p:cNvSpPr txBox="1"/>
          <p:nvPr>
            <p:ph idx="1" type="body"/>
          </p:nvPr>
        </p:nvSpPr>
        <p:spPr>
          <a:xfrm>
            <a:off x="680562" y="4783309"/>
            <a:ext cx="544449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08" name="Google Shape;2408;p69:notes"/>
          <p:cNvSpPr/>
          <p:nvPr>
            <p:ph idx="2" type="sldImg"/>
          </p:nvPr>
        </p:nvSpPr>
        <p:spPr>
          <a:xfrm>
            <a:off x="1166813" y="1243013"/>
            <a:ext cx="4471987"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1" name="Shape 2421"/>
        <p:cNvGrpSpPr/>
        <p:nvPr/>
      </p:nvGrpSpPr>
      <p:grpSpPr>
        <a:xfrm>
          <a:off x="0" y="0"/>
          <a:ext cx="0" cy="0"/>
          <a:chOff x="0" y="0"/>
          <a:chExt cx="0" cy="0"/>
        </a:xfrm>
      </p:grpSpPr>
      <p:sp>
        <p:nvSpPr>
          <p:cNvPr id="2422" name="Google Shape;2422;p70:notes"/>
          <p:cNvSpPr txBox="1"/>
          <p:nvPr>
            <p:ph idx="1" type="body"/>
          </p:nvPr>
        </p:nvSpPr>
        <p:spPr>
          <a:xfrm>
            <a:off x="680562" y="4783309"/>
            <a:ext cx="544449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23" name="Google Shape;2423;p70:notes"/>
          <p:cNvSpPr/>
          <p:nvPr>
            <p:ph idx="2" type="sldImg"/>
          </p:nvPr>
        </p:nvSpPr>
        <p:spPr>
          <a:xfrm>
            <a:off x="1166813" y="1243013"/>
            <a:ext cx="4471987"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3" name="Shape 2493"/>
        <p:cNvGrpSpPr/>
        <p:nvPr/>
      </p:nvGrpSpPr>
      <p:grpSpPr>
        <a:xfrm>
          <a:off x="0" y="0"/>
          <a:ext cx="0" cy="0"/>
          <a:chOff x="0" y="0"/>
          <a:chExt cx="0" cy="0"/>
        </a:xfrm>
      </p:grpSpPr>
      <p:sp>
        <p:nvSpPr>
          <p:cNvPr id="2494" name="Google Shape;2494;p71:notes"/>
          <p:cNvSpPr txBox="1"/>
          <p:nvPr>
            <p:ph idx="1" type="body"/>
          </p:nvPr>
        </p:nvSpPr>
        <p:spPr>
          <a:xfrm>
            <a:off x="680562" y="4783309"/>
            <a:ext cx="544449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95" name="Google Shape;2495;p71:notes"/>
          <p:cNvSpPr/>
          <p:nvPr>
            <p:ph idx="2" type="sldImg"/>
          </p:nvPr>
        </p:nvSpPr>
        <p:spPr>
          <a:xfrm>
            <a:off x="1166813" y="1243013"/>
            <a:ext cx="4471987"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6" name="Shape 2506"/>
        <p:cNvGrpSpPr/>
        <p:nvPr/>
      </p:nvGrpSpPr>
      <p:grpSpPr>
        <a:xfrm>
          <a:off x="0" y="0"/>
          <a:ext cx="0" cy="0"/>
          <a:chOff x="0" y="0"/>
          <a:chExt cx="0" cy="0"/>
        </a:xfrm>
      </p:grpSpPr>
      <p:sp>
        <p:nvSpPr>
          <p:cNvPr id="2507" name="Google Shape;2507;p72:notes"/>
          <p:cNvSpPr txBox="1"/>
          <p:nvPr>
            <p:ph idx="1" type="body"/>
          </p:nvPr>
        </p:nvSpPr>
        <p:spPr>
          <a:xfrm>
            <a:off x="680562" y="4783309"/>
            <a:ext cx="544449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08" name="Google Shape;2508;p72:notes"/>
          <p:cNvSpPr/>
          <p:nvPr>
            <p:ph idx="2" type="sldImg"/>
          </p:nvPr>
        </p:nvSpPr>
        <p:spPr>
          <a:xfrm>
            <a:off x="1166813" y="1243013"/>
            <a:ext cx="4471987"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8" name="Shape 2518"/>
        <p:cNvGrpSpPr/>
        <p:nvPr/>
      </p:nvGrpSpPr>
      <p:grpSpPr>
        <a:xfrm>
          <a:off x="0" y="0"/>
          <a:ext cx="0" cy="0"/>
          <a:chOff x="0" y="0"/>
          <a:chExt cx="0" cy="0"/>
        </a:xfrm>
      </p:grpSpPr>
      <p:sp>
        <p:nvSpPr>
          <p:cNvPr id="2519" name="Google Shape;2519;p73:notes"/>
          <p:cNvSpPr txBox="1"/>
          <p:nvPr>
            <p:ph idx="1" type="body"/>
          </p:nvPr>
        </p:nvSpPr>
        <p:spPr>
          <a:xfrm>
            <a:off x="680562" y="4783309"/>
            <a:ext cx="544449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20" name="Google Shape;2520;p73:notes"/>
          <p:cNvSpPr/>
          <p:nvPr>
            <p:ph idx="2" type="sldImg"/>
          </p:nvPr>
        </p:nvSpPr>
        <p:spPr>
          <a:xfrm>
            <a:off x="1166813" y="1243013"/>
            <a:ext cx="4471987"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6" name="Shape 2526"/>
        <p:cNvGrpSpPr/>
        <p:nvPr/>
      </p:nvGrpSpPr>
      <p:grpSpPr>
        <a:xfrm>
          <a:off x="0" y="0"/>
          <a:ext cx="0" cy="0"/>
          <a:chOff x="0" y="0"/>
          <a:chExt cx="0" cy="0"/>
        </a:xfrm>
      </p:grpSpPr>
      <p:sp>
        <p:nvSpPr>
          <p:cNvPr id="2527" name="Google Shape;2527;p74:notes"/>
          <p:cNvSpPr txBox="1"/>
          <p:nvPr>
            <p:ph idx="1" type="body"/>
          </p:nvPr>
        </p:nvSpPr>
        <p:spPr>
          <a:xfrm>
            <a:off x="680562" y="4783309"/>
            <a:ext cx="544449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28" name="Google Shape;2528;p74:notes"/>
          <p:cNvSpPr/>
          <p:nvPr>
            <p:ph idx="2" type="sldImg"/>
          </p:nvPr>
        </p:nvSpPr>
        <p:spPr>
          <a:xfrm>
            <a:off x="1166813" y="1243013"/>
            <a:ext cx="4471987"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4" name="Shape 2534"/>
        <p:cNvGrpSpPr/>
        <p:nvPr/>
      </p:nvGrpSpPr>
      <p:grpSpPr>
        <a:xfrm>
          <a:off x="0" y="0"/>
          <a:ext cx="0" cy="0"/>
          <a:chOff x="0" y="0"/>
          <a:chExt cx="0" cy="0"/>
        </a:xfrm>
      </p:grpSpPr>
      <p:sp>
        <p:nvSpPr>
          <p:cNvPr id="2535" name="Google Shape;2535;p75:notes"/>
          <p:cNvSpPr txBox="1"/>
          <p:nvPr>
            <p:ph idx="1" type="body"/>
          </p:nvPr>
        </p:nvSpPr>
        <p:spPr>
          <a:xfrm>
            <a:off x="680562" y="4783309"/>
            <a:ext cx="544449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36" name="Google Shape;2536;p75:notes"/>
          <p:cNvSpPr/>
          <p:nvPr>
            <p:ph idx="2" type="sldImg"/>
          </p:nvPr>
        </p:nvSpPr>
        <p:spPr>
          <a:xfrm>
            <a:off x="1166813" y="1243013"/>
            <a:ext cx="4471987"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3" name="Shape 2543"/>
        <p:cNvGrpSpPr/>
        <p:nvPr/>
      </p:nvGrpSpPr>
      <p:grpSpPr>
        <a:xfrm>
          <a:off x="0" y="0"/>
          <a:ext cx="0" cy="0"/>
          <a:chOff x="0" y="0"/>
          <a:chExt cx="0" cy="0"/>
        </a:xfrm>
      </p:grpSpPr>
      <p:sp>
        <p:nvSpPr>
          <p:cNvPr id="2544" name="Google Shape;2544;p76:notes"/>
          <p:cNvSpPr txBox="1"/>
          <p:nvPr>
            <p:ph idx="1" type="body"/>
          </p:nvPr>
        </p:nvSpPr>
        <p:spPr>
          <a:xfrm>
            <a:off x="680562" y="4783309"/>
            <a:ext cx="544449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45" name="Google Shape;2545;p76:notes"/>
          <p:cNvSpPr/>
          <p:nvPr>
            <p:ph idx="2" type="sldImg"/>
          </p:nvPr>
        </p:nvSpPr>
        <p:spPr>
          <a:xfrm>
            <a:off x="1166813" y="1243013"/>
            <a:ext cx="4471987"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1" name="Shape 2551"/>
        <p:cNvGrpSpPr/>
        <p:nvPr/>
      </p:nvGrpSpPr>
      <p:grpSpPr>
        <a:xfrm>
          <a:off x="0" y="0"/>
          <a:ext cx="0" cy="0"/>
          <a:chOff x="0" y="0"/>
          <a:chExt cx="0" cy="0"/>
        </a:xfrm>
      </p:grpSpPr>
      <p:sp>
        <p:nvSpPr>
          <p:cNvPr id="2552" name="Google Shape;2552;p77:notes"/>
          <p:cNvSpPr txBox="1"/>
          <p:nvPr>
            <p:ph idx="1" type="body"/>
          </p:nvPr>
        </p:nvSpPr>
        <p:spPr>
          <a:xfrm>
            <a:off x="680562" y="4783309"/>
            <a:ext cx="544449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53" name="Google Shape;2553;p77:notes"/>
          <p:cNvSpPr/>
          <p:nvPr>
            <p:ph idx="2" type="sldImg"/>
          </p:nvPr>
        </p:nvSpPr>
        <p:spPr>
          <a:xfrm>
            <a:off x="1166813" y="1243013"/>
            <a:ext cx="4471987"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9" name="Shape 2559"/>
        <p:cNvGrpSpPr/>
        <p:nvPr/>
      </p:nvGrpSpPr>
      <p:grpSpPr>
        <a:xfrm>
          <a:off x="0" y="0"/>
          <a:ext cx="0" cy="0"/>
          <a:chOff x="0" y="0"/>
          <a:chExt cx="0" cy="0"/>
        </a:xfrm>
      </p:grpSpPr>
      <p:sp>
        <p:nvSpPr>
          <p:cNvPr id="2560" name="Google Shape;2560;p78:notes"/>
          <p:cNvSpPr txBox="1"/>
          <p:nvPr>
            <p:ph idx="1" type="body"/>
          </p:nvPr>
        </p:nvSpPr>
        <p:spPr>
          <a:xfrm>
            <a:off x="680562" y="4783309"/>
            <a:ext cx="544449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61" name="Google Shape;2561;p78:notes"/>
          <p:cNvSpPr/>
          <p:nvPr>
            <p:ph idx="2" type="sldImg"/>
          </p:nvPr>
        </p:nvSpPr>
        <p:spPr>
          <a:xfrm>
            <a:off x="1166813" y="1243013"/>
            <a:ext cx="4471987"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7" name="Shape 2567"/>
        <p:cNvGrpSpPr/>
        <p:nvPr/>
      </p:nvGrpSpPr>
      <p:grpSpPr>
        <a:xfrm>
          <a:off x="0" y="0"/>
          <a:ext cx="0" cy="0"/>
          <a:chOff x="0" y="0"/>
          <a:chExt cx="0" cy="0"/>
        </a:xfrm>
      </p:grpSpPr>
      <p:sp>
        <p:nvSpPr>
          <p:cNvPr id="2568" name="Google Shape;2568;p79:notes"/>
          <p:cNvSpPr txBox="1"/>
          <p:nvPr>
            <p:ph idx="1" type="body"/>
          </p:nvPr>
        </p:nvSpPr>
        <p:spPr>
          <a:xfrm>
            <a:off x="680562" y="4783309"/>
            <a:ext cx="544449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69" name="Google Shape;2569;p79:notes"/>
          <p:cNvSpPr/>
          <p:nvPr>
            <p:ph idx="2" type="sldImg"/>
          </p:nvPr>
        </p:nvSpPr>
        <p:spPr>
          <a:xfrm>
            <a:off x="1166813" y="1243013"/>
            <a:ext cx="4471987"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5" name="Shape 2575"/>
        <p:cNvGrpSpPr/>
        <p:nvPr/>
      </p:nvGrpSpPr>
      <p:grpSpPr>
        <a:xfrm>
          <a:off x="0" y="0"/>
          <a:ext cx="0" cy="0"/>
          <a:chOff x="0" y="0"/>
          <a:chExt cx="0" cy="0"/>
        </a:xfrm>
      </p:grpSpPr>
      <p:sp>
        <p:nvSpPr>
          <p:cNvPr id="2576" name="Google Shape;2576;p80:notes"/>
          <p:cNvSpPr txBox="1"/>
          <p:nvPr>
            <p:ph idx="1" type="body"/>
          </p:nvPr>
        </p:nvSpPr>
        <p:spPr>
          <a:xfrm>
            <a:off x="680562" y="4783309"/>
            <a:ext cx="544449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77" name="Google Shape;2577;p80:notes"/>
          <p:cNvSpPr/>
          <p:nvPr>
            <p:ph idx="2" type="sldImg"/>
          </p:nvPr>
        </p:nvSpPr>
        <p:spPr>
          <a:xfrm>
            <a:off x="1166813" y="1243013"/>
            <a:ext cx="4471987"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3" name="Shape 2583"/>
        <p:cNvGrpSpPr/>
        <p:nvPr/>
      </p:nvGrpSpPr>
      <p:grpSpPr>
        <a:xfrm>
          <a:off x="0" y="0"/>
          <a:ext cx="0" cy="0"/>
          <a:chOff x="0" y="0"/>
          <a:chExt cx="0" cy="0"/>
        </a:xfrm>
      </p:grpSpPr>
      <p:sp>
        <p:nvSpPr>
          <p:cNvPr id="2584" name="Google Shape;2584;p81:notes"/>
          <p:cNvSpPr txBox="1"/>
          <p:nvPr>
            <p:ph idx="1" type="body"/>
          </p:nvPr>
        </p:nvSpPr>
        <p:spPr>
          <a:xfrm>
            <a:off x="680562" y="4783309"/>
            <a:ext cx="5444490" cy="3913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85" name="Google Shape;2585;p81:notes"/>
          <p:cNvSpPr/>
          <p:nvPr>
            <p:ph idx="2" type="sldImg"/>
          </p:nvPr>
        </p:nvSpPr>
        <p:spPr>
          <a:xfrm>
            <a:off x="1166813" y="1243013"/>
            <a:ext cx="4471987" cy="3354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表紙">
  <p:cSld name="表紙">
    <p:spTree>
      <p:nvGrpSpPr>
        <p:cNvPr id="17" name="Shape 17"/>
        <p:cNvGrpSpPr/>
        <p:nvPr/>
      </p:nvGrpSpPr>
      <p:grpSpPr>
        <a:xfrm>
          <a:off x="0" y="0"/>
          <a:ext cx="0" cy="0"/>
          <a:chOff x="0" y="0"/>
          <a:chExt cx="0" cy="0"/>
        </a:xfrm>
      </p:grpSpPr>
      <p:sp>
        <p:nvSpPr>
          <p:cNvPr id="18" name="Google Shape;18;p83"/>
          <p:cNvSpPr txBox="1"/>
          <p:nvPr>
            <p:ph type="ctrTitle"/>
          </p:nvPr>
        </p:nvSpPr>
        <p:spPr>
          <a:xfrm>
            <a:off x="72000" y="2088000"/>
            <a:ext cx="9000000" cy="2520000"/>
          </a:xfrm>
          <a:prstGeom prst="rect">
            <a:avLst/>
          </a:prstGeom>
          <a:noFill/>
          <a:ln>
            <a:noFill/>
          </a:ln>
        </p:spPr>
        <p:txBody>
          <a:bodyPr anchorCtr="0" anchor="ctr" bIns="45700" lIns="91425" spcFirstLastPara="1" rIns="91425" wrap="square" tIns="45700">
            <a:normAutofit/>
          </a:bodyPr>
          <a:lstStyle>
            <a:lvl1pPr lvl="0" algn="ctr">
              <a:lnSpc>
                <a:spcPct val="120000"/>
              </a:lnSpc>
              <a:spcBef>
                <a:spcPts val="0"/>
              </a:spcBef>
              <a:spcAft>
                <a:spcPts val="0"/>
              </a:spcAft>
              <a:buClr>
                <a:schemeClr val="dk1"/>
              </a:buClr>
              <a:buSzPts val="4000"/>
              <a:buFont typeface="Arial"/>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83"/>
          <p:cNvSpPr txBox="1"/>
          <p:nvPr>
            <p:ph idx="1" type="subTitle"/>
          </p:nvPr>
        </p:nvSpPr>
        <p:spPr>
          <a:xfrm>
            <a:off x="2412000" y="4633401"/>
            <a:ext cx="4320000" cy="864000"/>
          </a:xfrm>
          <a:prstGeom prst="rect">
            <a:avLst/>
          </a:prstGeom>
          <a:solidFill>
            <a:schemeClr val="lt1"/>
          </a:solidFill>
          <a:ln>
            <a:noFill/>
          </a:ln>
        </p:spPr>
        <p:txBody>
          <a:bodyPr anchorCtr="0" anchor="b" bIns="45700" lIns="91425" spcFirstLastPara="1" rIns="91425" wrap="square" tIns="45700">
            <a:normAutofit/>
          </a:bodyPr>
          <a:lstStyle>
            <a:lvl1pPr lvl="0" algn="ctr">
              <a:lnSpc>
                <a:spcPct val="100000"/>
              </a:lnSpc>
              <a:spcBef>
                <a:spcPts val="1000"/>
              </a:spcBef>
              <a:spcAft>
                <a:spcPts val="0"/>
              </a:spcAft>
              <a:buClr>
                <a:schemeClr val="dk1"/>
              </a:buClr>
              <a:buSzPts val="2000"/>
              <a:buNone/>
              <a:defRPr sz="2000">
                <a:solidFill>
                  <a:schemeClr val="dk1"/>
                </a:solidFill>
              </a:defRPr>
            </a:lvl1pPr>
            <a:lvl2pPr lvl="1" algn="ctr">
              <a:lnSpc>
                <a:spcPct val="100000"/>
              </a:lnSpc>
              <a:spcBef>
                <a:spcPts val="500"/>
              </a:spcBef>
              <a:spcAft>
                <a:spcPts val="0"/>
              </a:spcAft>
              <a:buClr>
                <a:schemeClr val="dk1"/>
              </a:buClr>
              <a:buSzPts val="2000"/>
              <a:buNone/>
              <a:defRPr sz="2000"/>
            </a:lvl2pPr>
            <a:lvl3pPr lvl="2" algn="ctr">
              <a:lnSpc>
                <a:spcPct val="100000"/>
              </a:lnSpc>
              <a:spcBef>
                <a:spcPts val="500"/>
              </a:spcBef>
              <a:spcAft>
                <a:spcPts val="0"/>
              </a:spcAft>
              <a:buClr>
                <a:schemeClr val="dk1"/>
              </a:buClr>
              <a:buSzPts val="1800"/>
              <a:buNone/>
              <a:defRPr sz="1800"/>
            </a:lvl3pPr>
            <a:lvl4pPr lvl="3" algn="ctr">
              <a:lnSpc>
                <a:spcPct val="100000"/>
              </a:lnSpc>
              <a:spcBef>
                <a:spcPts val="500"/>
              </a:spcBef>
              <a:spcAft>
                <a:spcPts val="0"/>
              </a:spcAft>
              <a:buClr>
                <a:schemeClr val="dk1"/>
              </a:buClr>
              <a:buSzPts val="1600"/>
              <a:buNone/>
              <a:defRPr sz="1600"/>
            </a:lvl4pPr>
            <a:lvl5pPr lvl="4" algn="ctr">
              <a:lnSpc>
                <a:spcPct val="10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0" name="Google Shape;20;p83"/>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83"/>
          <p:cNvSpPr/>
          <p:nvPr/>
        </p:nvSpPr>
        <p:spPr>
          <a:xfrm>
            <a:off x="0" y="601134"/>
            <a:ext cx="9144000" cy="72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2" name="Google Shape;22;p83"/>
          <p:cNvSpPr/>
          <p:nvPr/>
        </p:nvSpPr>
        <p:spPr>
          <a:xfrm>
            <a:off x="0" y="0"/>
            <a:ext cx="9144000" cy="36000"/>
          </a:xfrm>
          <a:prstGeom prst="rect">
            <a:avLst/>
          </a:prstGeom>
          <a:solidFill>
            <a:srgbClr val="A01D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3" name="Google Shape;23;p83"/>
          <p:cNvSpPr txBox="1"/>
          <p:nvPr/>
        </p:nvSpPr>
        <p:spPr>
          <a:xfrm>
            <a:off x="6630306" y="6357342"/>
            <a:ext cx="2441694" cy="42716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r">
              <a:lnSpc>
                <a:spcPct val="150000"/>
              </a:lnSpc>
              <a:spcBef>
                <a:spcPts val="0"/>
              </a:spcBef>
              <a:spcAft>
                <a:spcPts val="0"/>
              </a:spcAft>
              <a:buNone/>
            </a:pPr>
            <a:r>
              <a:rPr b="0" i="0" lang="ja-JP" sz="1600" u="none" cap="none" strike="noStrike">
                <a:solidFill>
                  <a:schemeClr val="dk1"/>
                </a:solidFill>
                <a:latin typeface="Arial"/>
                <a:ea typeface="Arial"/>
                <a:cs typeface="Arial"/>
                <a:sym typeface="Arial"/>
              </a:rPr>
              <a:t>株式会社システムエグゼ</a:t>
            </a:r>
            <a:endParaRPr b="0" i="0" sz="1600" u="none" cap="none" strike="noStrike">
              <a:solidFill>
                <a:schemeClr val="dk1"/>
              </a:solidFill>
              <a:latin typeface="Arial"/>
              <a:ea typeface="Arial"/>
              <a:cs typeface="Arial"/>
              <a:sym typeface="Arial"/>
            </a:endParaRPr>
          </a:p>
        </p:txBody>
      </p:sp>
      <p:pic>
        <p:nvPicPr>
          <p:cNvPr id="24" name="Google Shape;24;p83"/>
          <p:cNvPicPr preferRelativeResize="0"/>
          <p:nvPr/>
        </p:nvPicPr>
        <p:blipFill rotWithShape="1">
          <a:blip r:embed="rId2">
            <a:alphaModFix/>
          </a:blip>
          <a:srcRect b="0" l="0" r="0" t="0"/>
          <a:stretch/>
        </p:blipFill>
        <p:spPr>
          <a:xfrm>
            <a:off x="7129955" y="6004443"/>
            <a:ext cx="1857375" cy="328136"/>
          </a:xfrm>
          <a:prstGeom prst="rect">
            <a:avLst/>
          </a:prstGeom>
          <a:noFill/>
          <a:ln>
            <a:noFill/>
          </a:ln>
        </p:spPr>
      </p:pic>
      <p:sp>
        <p:nvSpPr>
          <p:cNvPr id="25" name="Google Shape;25;p83"/>
          <p:cNvSpPr txBox="1"/>
          <p:nvPr>
            <p:ph idx="2" type="body"/>
          </p:nvPr>
        </p:nvSpPr>
        <p:spPr>
          <a:xfrm>
            <a:off x="72000" y="144000"/>
            <a:ext cx="4320000" cy="3600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1000"/>
              </a:spcBef>
              <a:spcAft>
                <a:spcPts val="0"/>
              </a:spcAft>
              <a:buClr>
                <a:schemeClr val="dk1"/>
              </a:buClr>
              <a:buSzPts val="2000"/>
              <a:buNone/>
              <a:defRPr sz="2000"/>
            </a:lvl1pPr>
            <a:lvl2pPr indent="-342900" lvl="1" marL="914400" algn="l">
              <a:lnSpc>
                <a:spcPct val="100000"/>
              </a:lnSpc>
              <a:spcBef>
                <a:spcPts val="500"/>
              </a:spcBef>
              <a:spcAft>
                <a:spcPts val="0"/>
              </a:spcAft>
              <a:buClr>
                <a:schemeClr val="dk1"/>
              </a:buClr>
              <a:buSzPts val="1800"/>
              <a:buChar char="•"/>
              <a:defRPr/>
            </a:lvl2pPr>
            <a:lvl3pPr indent="-342900" lvl="2" marL="1371600" algn="l">
              <a:lnSpc>
                <a:spcPct val="100000"/>
              </a:lnSpc>
              <a:spcBef>
                <a:spcPts val="500"/>
              </a:spcBef>
              <a:spcAft>
                <a:spcPts val="0"/>
              </a:spcAft>
              <a:buClr>
                <a:schemeClr val="dk1"/>
              </a:buClr>
              <a:buSzPts val="1800"/>
              <a:buChar char="•"/>
              <a:defRPr/>
            </a:lvl3pPr>
            <a:lvl4pPr indent="-342900" lvl="3" marL="1828800" algn="l">
              <a:lnSpc>
                <a:spcPct val="100000"/>
              </a:lnSpc>
              <a:spcBef>
                <a:spcPts val="500"/>
              </a:spcBef>
              <a:spcAft>
                <a:spcPts val="0"/>
              </a:spcAft>
              <a:buClr>
                <a:schemeClr val="dk1"/>
              </a:buClr>
              <a:buSzPts val="1800"/>
              <a:buChar char="•"/>
              <a:defRPr/>
            </a:lvl4pPr>
            <a:lvl5pPr indent="-342900" lvl="4" marL="2286000" algn="l">
              <a:lnSpc>
                <a:spcPct val="10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目次3">
  <p:cSld name="目次3">
    <p:spTree>
      <p:nvGrpSpPr>
        <p:cNvPr id="26" name="Shape 26"/>
        <p:cNvGrpSpPr/>
        <p:nvPr/>
      </p:nvGrpSpPr>
      <p:grpSpPr>
        <a:xfrm>
          <a:off x="0" y="0"/>
          <a:ext cx="0" cy="0"/>
          <a:chOff x="0" y="0"/>
          <a:chExt cx="0" cy="0"/>
        </a:xfrm>
      </p:grpSpPr>
      <p:sp>
        <p:nvSpPr>
          <p:cNvPr id="27" name="Google Shape;27;p84"/>
          <p:cNvSpPr txBox="1"/>
          <p:nvPr>
            <p:ph type="title"/>
          </p:nvPr>
        </p:nvSpPr>
        <p:spPr>
          <a:xfrm>
            <a:off x="144000" y="36000"/>
            <a:ext cx="8856000" cy="5760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84"/>
          <p:cNvSpPr txBox="1"/>
          <p:nvPr>
            <p:ph idx="10" type="dt"/>
          </p:nvPr>
        </p:nvSpPr>
        <p:spPr>
          <a:xfrm>
            <a:off x="7644731" y="36000"/>
            <a:ext cx="1368000" cy="57600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84"/>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84"/>
          <p:cNvSpPr txBox="1"/>
          <p:nvPr>
            <p:ph idx="12" type="sldNum"/>
          </p:nvPr>
        </p:nvSpPr>
        <p:spPr>
          <a:xfrm>
            <a:off x="4212000" y="6500068"/>
            <a:ext cx="720000" cy="288000"/>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ja-JP"/>
              <a:t>‹#›</a:t>
            </a:fld>
            <a:endParaRPr/>
          </a:p>
        </p:txBody>
      </p:sp>
      <p:sp>
        <p:nvSpPr>
          <p:cNvPr id="31" name="Google Shape;31;p84"/>
          <p:cNvSpPr txBox="1"/>
          <p:nvPr/>
        </p:nvSpPr>
        <p:spPr>
          <a:xfrm>
            <a:off x="720000" y="1440000"/>
            <a:ext cx="432000" cy="432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ja-JP" sz="2400" u="none" cap="none" strike="noStrike">
                <a:solidFill>
                  <a:srgbClr val="A01D45"/>
                </a:solidFill>
                <a:latin typeface="Arial"/>
                <a:ea typeface="Arial"/>
                <a:cs typeface="Arial"/>
                <a:sym typeface="Arial"/>
              </a:rPr>
              <a:t>１</a:t>
            </a:r>
            <a:endParaRPr b="1" i="0" sz="2400" u="none" cap="none" strike="noStrike">
              <a:solidFill>
                <a:srgbClr val="A01D45"/>
              </a:solidFill>
              <a:latin typeface="Arial"/>
              <a:ea typeface="Arial"/>
              <a:cs typeface="Arial"/>
              <a:sym typeface="Arial"/>
            </a:endParaRPr>
          </a:p>
        </p:txBody>
      </p:sp>
      <p:sp>
        <p:nvSpPr>
          <p:cNvPr id="32" name="Google Shape;32;p84"/>
          <p:cNvSpPr txBox="1"/>
          <p:nvPr/>
        </p:nvSpPr>
        <p:spPr>
          <a:xfrm>
            <a:off x="720000" y="2520000"/>
            <a:ext cx="432000" cy="432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ja-JP" sz="2400" u="none" cap="none" strike="noStrike">
                <a:solidFill>
                  <a:srgbClr val="A01D45"/>
                </a:solidFill>
                <a:latin typeface="Arial"/>
                <a:ea typeface="Arial"/>
                <a:cs typeface="Arial"/>
                <a:sym typeface="Arial"/>
              </a:rPr>
              <a:t>2</a:t>
            </a:r>
            <a:endParaRPr/>
          </a:p>
        </p:txBody>
      </p:sp>
      <p:sp>
        <p:nvSpPr>
          <p:cNvPr id="33" name="Google Shape;33;p84"/>
          <p:cNvSpPr txBox="1"/>
          <p:nvPr/>
        </p:nvSpPr>
        <p:spPr>
          <a:xfrm>
            <a:off x="720000" y="3600000"/>
            <a:ext cx="432000" cy="432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ja-JP" sz="2400" u="none" cap="none" strike="noStrike">
                <a:solidFill>
                  <a:srgbClr val="A01D45"/>
                </a:solidFill>
                <a:latin typeface="Arial"/>
                <a:ea typeface="Arial"/>
                <a:cs typeface="Arial"/>
                <a:sym typeface="Arial"/>
              </a:rPr>
              <a:t>3</a:t>
            </a:r>
            <a:endParaRPr/>
          </a:p>
        </p:txBody>
      </p:sp>
      <p:sp>
        <p:nvSpPr>
          <p:cNvPr id="34" name="Google Shape;34;p84"/>
          <p:cNvSpPr txBox="1"/>
          <p:nvPr/>
        </p:nvSpPr>
        <p:spPr>
          <a:xfrm>
            <a:off x="720000" y="4680000"/>
            <a:ext cx="432000" cy="432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ja-JP" sz="2400" u="none" cap="none" strike="noStrike">
                <a:solidFill>
                  <a:srgbClr val="A01D45"/>
                </a:solidFill>
                <a:latin typeface="Arial"/>
                <a:ea typeface="Arial"/>
                <a:cs typeface="Arial"/>
                <a:sym typeface="Arial"/>
              </a:rPr>
              <a:t>4</a:t>
            </a:r>
            <a:endParaRPr/>
          </a:p>
        </p:txBody>
      </p:sp>
      <p:sp>
        <p:nvSpPr>
          <p:cNvPr id="35" name="Google Shape;35;p84"/>
          <p:cNvSpPr txBox="1"/>
          <p:nvPr/>
        </p:nvSpPr>
        <p:spPr>
          <a:xfrm>
            <a:off x="4824000" y="1440000"/>
            <a:ext cx="432000" cy="432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ja-JP" sz="2400" u="none" cap="none" strike="noStrike">
                <a:solidFill>
                  <a:srgbClr val="A01D45"/>
                </a:solidFill>
                <a:latin typeface="Arial"/>
                <a:ea typeface="Arial"/>
                <a:cs typeface="Arial"/>
                <a:sym typeface="Arial"/>
              </a:rPr>
              <a:t>5</a:t>
            </a:r>
            <a:endParaRPr/>
          </a:p>
        </p:txBody>
      </p:sp>
      <p:sp>
        <p:nvSpPr>
          <p:cNvPr id="36" name="Google Shape;36;p84"/>
          <p:cNvSpPr txBox="1"/>
          <p:nvPr/>
        </p:nvSpPr>
        <p:spPr>
          <a:xfrm>
            <a:off x="4824000" y="4680000"/>
            <a:ext cx="432000" cy="432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ja-JP" sz="2400" u="none" cap="none" strike="noStrike">
                <a:solidFill>
                  <a:srgbClr val="A01D45"/>
                </a:solidFill>
                <a:latin typeface="Arial"/>
                <a:ea typeface="Arial"/>
                <a:cs typeface="Arial"/>
                <a:sym typeface="Arial"/>
              </a:rPr>
              <a:t>・</a:t>
            </a:r>
            <a:endParaRPr b="1" i="0" sz="2400" u="none" cap="none" strike="noStrike">
              <a:solidFill>
                <a:srgbClr val="A01D45"/>
              </a:solidFill>
              <a:latin typeface="Arial"/>
              <a:ea typeface="Arial"/>
              <a:cs typeface="Arial"/>
              <a:sym typeface="Arial"/>
            </a:endParaRPr>
          </a:p>
        </p:txBody>
      </p:sp>
      <p:sp>
        <p:nvSpPr>
          <p:cNvPr id="37" name="Google Shape;37;p84"/>
          <p:cNvSpPr txBox="1"/>
          <p:nvPr>
            <p:ph idx="1" type="body"/>
          </p:nvPr>
        </p:nvSpPr>
        <p:spPr>
          <a:xfrm>
            <a:off x="1080000" y="1512000"/>
            <a:ext cx="3240000" cy="252000"/>
          </a:xfrm>
          <a:prstGeom prst="rect">
            <a:avLst/>
          </a:prstGeom>
          <a:noFill/>
          <a:ln>
            <a:noFill/>
          </a:ln>
        </p:spPr>
        <p:txBody>
          <a:bodyPr anchorCtr="0" anchor="t" bIns="36000" lIns="91425" spcFirstLastPara="1" rIns="91425" wrap="square" tIns="36000">
            <a:noAutofit/>
          </a:bodyPr>
          <a:lstStyle>
            <a:lvl1pPr indent="-228600" lvl="0" marL="457200" algn="l">
              <a:lnSpc>
                <a:spcPct val="100000"/>
              </a:lnSpc>
              <a:spcBef>
                <a:spcPts val="1000"/>
              </a:spcBef>
              <a:spcAft>
                <a:spcPts val="0"/>
              </a:spcAft>
              <a:buClr>
                <a:schemeClr val="dk1"/>
              </a:buClr>
              <a:buSzPts val="1600"/>
              <a:buNone/>
              <a:defRPr b="1" sz="1600"/>
            </a:lvl1pPr>
            <a:lvl2pPr indent="-342900" lvl="1" marL="914400" algn="l">
              <a:lnSpc>
                <a:spcPct val="100000"/>
              </a:lnSpc>
              <a:spcBef>
                <a:spcPts val="500"/>
              </a:spcBef>
              <a:spcAft>
                <a:spcPts val="0"/>
              </a:spcAft>
              <a:buClr>
                <a:schemeClr val="dk1"/>
              </a:buClr>
              <a:buSzPts val="1800"/>
              <a:buChar char="•"/>
              <a:defRPr/>
            </a:lvl2pPr>
            <a:lvl3pPr indent="-342900" lvl="2" marL="1371600" algn="l">
              <a:lnSpc>
                <a:spcPct val="100000"/>
              </a:lnSpc>
              <a:spcBef>
                <a:spcPts val="500"/>
              </a:spcBef>
              <a:spcAft>
                <a:spcPts val="0"/>
              </a:spcAft>
              <a:buClr>
                <a:schemeClr val="dk1"/>
              </a:buClr>
              <a:buSzPts val="1800"/>
              <a:buChar char="•"/>
              <a:defRPr/>
            </a:lvl3pPr>
            <a:lvl4pPr indent="-342900" lvl="3" marL="1828800" algn="l">
              <a:lnSpc>
                <a:spcPct val="100000"/>
              </a:lnSpc>
              <a:spcBef>
                <a:spcPts val="500"/>
              </a:spcBef>
              <a:spcAft>
                <a:spcPts val="0"/>
              </a:spcAft>
              <a:buClr>
                <a:schemeClr val="dk1"/>
              </a:buClr>
              <a:buSzPts val="1800"/>
              <a:buChar char="•"/>
              <a:defRPr/>
            </a:lvl4pPr>
            <a:lvl5pPr indent="-342900" lvl="4" marL="2286000" algn="l">
              <a:lnSpc>
                <a:spcPct val="10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84"/>
          <p:cNvSpPr txBox="1"/>
          <p:nvPr>
            <p:ph idx="2" type="body"/>
          </p:nvPr>
        </p:nvSpPr>
        <p:spPr>
          <a:xfrm>
            <a:off x="1080000" y="1836000"/>
            <a:ext cx="3240000" cy="648000"/>
          </a:xfrm>
          <a:prstGeom prst="rect">
            <a:avLst/>
          </a:prstGeom>
          <a:noFill/>
          <a:ln>
            <a:noFill/>
          </a:ln>
        </p:spPr>
        <p:txBody>
          <a:bodyPr anchorCtr="0" anchor="t" bIns="0" lIns="91425" spcFirstLastPara="1" rIns="91425" wrap="square" tIns="0">
            <a:noAutofit/>
          </a:bodyPr>
          <a:lstStyle>
            <a:lvl1pPr indent="-228600" lvl="0" marL="457200" algn="l">
              <a:lnSpc>
                <a:spcPct val="100000"/>
              </a:lnSpc>
              <a:spcBef>
                <a:spcPts val="1000"/>
              </a:spcBef>
              <a:spcAft>
                <a:spcPts val="0"/>
              </a:spcAft>
              <a:buClr>
                <a:schemeClr val="dk1"/>
              </a:buClr>
              <a:buSzPts val="1400"/>
              <a:buNone/>
              <a:defRPr sz="1400"/>
            </a:lvl1pPr>
            <a:lvl2pPr indent="-228600" lvl="1" marL="914400" algn="l">
              <a:lnSpc>
                <a:spcPct val="100000"/>
              </a:lnSpc>
              <a:spcBef>
                <a:spcPts val="500"/>
              </a:spcBef>
              <a:spcAft>
                <a:spcPts val="0"/>
              </a:spcAft>
              <a:buClr>
                <a:schemeClr val="dk1"/>
              </a:buClr>
              <a:buSzPts val="1400"/>
              <a:buNone/>
              <a:defRPr/>
            </a:lvl2pPr>
            <a:lvl3pPr indent="-228600" lvl="2" marL="1371600" algn="l">
              <a:lnSpc>
                <a:spcPct val="100000"/>
              </a:lnSpc>
              <a:spcBef>
                <a:spcPts val="500"/>
              </a:spcBef>
              <a:spcAft>
                <a:spcPts val="0"/>
              </a:spcAft>
              <a:buClr>
                <a:schemeClr val="dk1"/>
              </a:buClr>
              <a:buSzPts val="1400"/>
              <a:buNone/>
              <a:defRPr/>
            </a:lvl3pPr>
            <a:lvl4pPr indent="-228600" lvl="3" marL="1828800" algn="l">
              <a:lnSpc>
                <a:spcPct val="100000"/>
              </a:lnSpc>
              <a:spcBef>
                <a:spcPts val="500"/>
              </a:spcBef>
              <a:spcAft>
                <a:spcPts val="0"/>
              </a:spcAft>
              <a:buClr>
                <a:schemeClr val="dk1"/>
              </a:buClr>
              <a:buSzPts val="1400"/>
              <a:buNone/>
              <a:defRPr/>
            </a:lvl4pPr>
            <a:lvl5pPr indent="-228600" lvl="4" marL="2286000" algn="l">
              <a:lnSpc>
                <a:spcPct val="100000"/>
              </a:lnSpc>
              <a:spcBef>
                <a:spcPts val="500"/>
              </a:spcBef>
              <a:spcAft>
                <a:spcPts val="0"/>
              </a:spcAft>
              <a:buClr>
                <a:schemeClr val="dk1"/>
              </a:buClr>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 name="Google Shape;39;p84"/>
          <p:cNvSpPr txBox="1"/>
          <p:nvPr>
            <p:ph idx="3" type="body"/>
          </p:nvPr>
        </p:nvSpPr>
        <p:spPr>
          <a:xfrm>
            <a:off x="1080000" y="2592000"/>
            <a:ext cx="3240000" cy="252000"/>
          </a:xfrm>
          <a:prstGeom prst="rect">
            <a:avLst/>
          </a:prstGeom>
          <a:noFill/>
          <a:ln>
            <a:noFill/>
          </a:ln>
        </p:spPr>
        <p:txBody>
          <a:bodyPr anchorCtr="0" anchor="t" bIns="36000" lIns="91425" spcFirstLastPara="1" rIns="91425" wrap="square" tIns="36000">
            <a:noAutofit/>
          </a:bodyPr>
          <a:lstStyle>
            <a:lvl1pPr indent="-228600" lvl="0" marL="457200" algn="l">
              <a:lnSpc>
                <a:spcPct val="100000"/>
              </a:lnSpc>
              <a:spcBef>
                <a:spcPts val="1000"/>
              </a:spcBef>
              <a:spcAft>
                <a:spcPts val="0"/>
              </a:spcAft>
              <a:buClr>
                <a:schemeClr val="dk1"/>
              </a:buClr>
              <a:buSzPts val="1600"/>
              <a:buNone/>
              <a:defRPr b="1" sz="1600"/>
            </a:lvl1pPr>
            <a:lvl2pPr indent="-342900" lvl="1" marL="914400" algn="l">
              <a:lnSpc>
                <a:spcPct val="100000"/>
              </a:lnSpc>
              <a:spcBef>
                <a:spcPts val="500"/>
              </a:spcBef>
              <a:spcAft>
                <a:spcPts val="0"/>
              </a:spcAft>
              <a:buClr>
                <a:schemeClr val="dk1"/>
              </a:buClr>
              <a:buSzPts val="1800"/>
              <a:buChar char="•"/>
              <a:defRPr/>
            </a:lvl2pPr>
            <a:lvl3pPr indent="-342900" lvl="2" marL="1371600" algn="l">
              <a:lnSpc>
                <a:spcPct val="100000"/>
              </a:lnSpc>
              <a:spcBef>
                <a:spcPts val="500"/>
              </a:spcBef>
              <a:spcAft>
                <a:spcPts val="0"/>
              </a:spcAft>
              <a:buClr>
                <a:schemeClr val="dk1"/>
              </a:buClr>
              <a:buSzPts val="1800"/>
              <a:buChar char="•"/>
              <a:defRPr/>
            </a:lvl3pPr>
            <a:lvl4pPr indent="-342900" lvl="3" marL="1828800" algn="l">
              <a:lnSpc>
                <a:spcPct val="100000"/>
              </a:lnSpc>
              <a:spcBef>
                <a:spcPts val="500"/>
              </a:spcBef>
              <a:spcAft>
                <a:spcPts val="0"/>
              </a:spcAft>
              <a:buClr>
                <a:schemeClr val="dk1"/>
              </a:buClr>
              <a:buSzPts val="1800"/>
              <a:buChar char="•"/>
              <a:defRPr/>
            </a:lvl4pPr>
            <a:lvl5pPr indent="-342900" lvl="4" marL="2286000" algn="l">
              <a:lnSpc>
                <a:spcPct val="10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84"/>
          <p:cNvSpPr txBox="1"/>
          <p:nvPr>
            <p:ph idx="4" type="body"/>
          </p:nvPr>
        </p:nvSpPr>
        <p:spPr>
          <a:xfrm>
            <a:off x="1080000" y="2916000"/>
            <a:ext cx="3240000" cy="648000"/>
          </a:xfrm>
          <a:prstGeom prst="rect">
            <a:avLst/>
          </a:prstGeom>
          <a:noFill/>
          <a:ln>
            <a:noFill/>
          </a:ln>
        </p:spPr>
        <p:txBody>
          <a:bodyPr anchorCtr="0" anchor="t" bIns="0" lIns="91425" spcFirstLastPara="1" rIns="91425" wrap="square" tIns="0">
            <a:noAutofit/>
          </a:bodyPr>
          <a:lstStyle>
            <a:lvl1pPr indent="-228600" lvl="0" marL="457200" algn="l">
              <a:lnSpc>
                <a:spcPct val="100000"/>
              </a:lnSpc>
              <a:spcBef>
                <a:spcPts val="1000"/>
              </a:spcBef>
              <a:spcAft>
                <a:spcPts val="0"/>
              </a:spcAft>
              <a:buClr>
                <a:schemeClr val="dk1"/>
              </a:buClr>
              <a:buSzPts val="1400"/>
              <a:buNone/>
              <a:defRPr sz="1400"/>
            </a:lvl1pPr>
            <a:lvl2pPr indent="-228600" lvl="1" marL="914400" algn="l">
              <a:lnSpc>
                <a:spcPct val="100000"/>
              </a:lnSpc>
              <a:spcBef>
                <a:spcPts val="500"/>
              </a:spcBef>
              <a:spcAft>
                <a:spcPts val="0"/>
              </a:spcAft>
              <a:buClr>
                <a:schemeClr val="dk1"/>
              </a:buClr>
              <a:buSzPts val="1400"/>
              <a:buNone/>
              <a:defRPr/>
            </a:lvl2pPr>
            <a:lvl3pPr indent="-228600" lvl="2" marL="1371600" algn="l">
              <a:lnSpc>
                <a:spcPct val="100000"/>
              </a:lnSpc>
              <a:spcBef>
                <a:spcPts val="500"/>
              </a:spcBef>
              <a:spcAft>
                <a:spcPts val="0"/>
              </a:spcAft>
              <a:buClr>
                <a:schemeClr val="dk1"/>
              </a:buClr>
              <a:buSzPts val="1400"/>
              <a:buNone/>
              <a:defRPr/>
            </a:lvl3pPr>
            <a:lvl4pPr indent="-228600" lvl="3" marL="1828800" algn="l">
              <a:lnSpc>
                <a:spcPct val="100000"/>
              </a:lnSpc>
              <a:spcBef>
                <a:spcPts val="500"/>
              </a:spcBef>
              <a:spcAft>
                <a:spcPts val="0"/>
              </a:spcAft>
              <a:buClr>
                <a:schemeClr val="dk1"/>
              </a:buClr>
              <a:buSzPts val="1400"/>
              <a:buNone/>
              <a:defRPr/>
            </a:lvl4pPr>
            <a:lvl5pPr indent="-228600" lvl="4" marL="2286000" algn="l">
              <a:lnSpc>
                <a:spcPct val="100000"/>
              </a:lnSpc>
              <a:spcBef>
                <a:spcPts val="500"/>
              </a:spcBef>
              <a:spcAft>
                <a:spcPts val="0"/>
              </a:spcAft>
              <a:buClr>
                <a:schemeClr val="dk1"/>
              </a:buClr>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84"/>
          <p:cNvSpPr txBox="1"/>
          <p:nvPr>
            <p:ph idx="5" type="body"/>
          </p:nvPr>
        </p:nvSpPr>
        <p:spPr>
          <a:xfrm>
            <a:off x="1080000" y="3672000"/>
            <a:ext cx="3240000" cy="252000"/>
          </a:xfrm>
          <a:prstGeom prst="rect">
            <a:avLst/>
          </a:prstGeom>
          <a:noFill/>
          <a:ln>
            <a:noFill/>
          </a:ln>
        </p:spPr>
        <p:txBody>
          <a:bodyPr anchorCtr="0" anchor="t" bIns="36000" lIns="91425" spcFirstLastPara="1" rIns="91425" wrap="square" tIns="36000">
            <a:noAutofit/>
          </a:bodyPr>
          <a:lstStyle>
            <a:lvl1pPr indent="-228600" lvl="0" marL="457200" algn="l">
              <a:lnSpc>
                <a:spcPct val="100000"/>
              </a:lnSpc>
              <a:spcBef>
                <a:spcPts val="1000"/>
              </a:spcBef>
              <a:spcAft>
                <a:spcPts val="0"/>
              </a:spcAft>
              <a:buClr>
                <a:schemeClr val="dk1"/>
              </a:buClr>
              <a:buSzPts val="1600"/>
              <a:buNone/>
              <a:defRPr b="1" sz="1600"/>
            </a:lvl1pPr>
            <a:lvl2pPr indent="-342900" lvl="1" marL="914400" algn="l">
              <a:lnSpc>
                <a:spcPct val="100000"/>
              </a:lnSpc>
              <a:spcBef>
                <a:spcPts val="500"/>
              </a:spcBef>
              <a:spcAft>
                <a:spcPts val="0"/>
              </a:spcAft>
              <a:buClr>
                <a:schemeClr val="dk1"/>
              </a:buClr>
              <a:buSzPts val="1800"/>
              <a:buChar char="•"/>
              <a:defRPr/>
            </a:lvl2pPr>
            <a:lvl3pPr indent="-342900" lvl="2" marL="1371600" algn="l">
              <a:lnSpc>
                <a:spcPct val="100000"/>
              </a:lnSpc>
              <a:spcBef>
                <a:spcPts val="500"/>
              </a:spcBef>
              <a:spcAft>
                <a:spcPts val="0"/>
              </a:spcAft>
              <a:buClr>
                <a:schemeClr val="dk1"/>
              </a:buClr>
              <a:buSzPts val="1800"/>
              <a:buChar char="•"/>
              <a:defRPr/>
            </a:lvl3pPr>
            <a:lvl4pPr indent="-342900" lvl="3" marL="1828800" algn="l">
              <a:lnSpc>
                <a:spcPct val="100000"/>
              </a:lnSpc>
              <a:spcBef>
                <a:spcPts val="500"/>
              </a:spcBef>
              <a:spcAft>
                <a:spcPts val="0"/>
              </a:spcAft>
              <a:buClr>
                <a:schemeClr val="dk1"/>
              </a:buClr>
              <a:buSzPts val="1800"/>
              <a:buChar char="•"/>
              <a:defRPr/>
            </a:lvl4pPr>
            <a:lvl5pPr indent="-342900" lvl="4" marL="2286000" algn="l">
              <a:lnSpc>
                <a:spcPct val="10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84"/>
          <p:cNvSpPr txBox="1"/>
          <p:nvPr>
            <p:ph idx="6" type="body"/>
          </p:nvPr>
        </p:nvSpPr>
        <p:spPr>
          <a:xfrm>
            <a:off x="1080000" y="3996000"/>
            <a:ext cx="3240000" cy="648000"/>
          </a:xfrm>
          <a:prstGeom prst="rect">
            <a:avLst/>
          </a:prstGeom>
          <a:noFill/>
          <a:ln>
            <a:noFill/>
          </a:ln>
        </p:spPr>
        <p:txBody>
          <a:bodyPr anchorCtr="0" anchor="t" bIns="0" lIns="91425" spcFirstLastPara="1" rIns="91425" wrap="square" tIns="0">
            <a:noAutofit/>
          </a:bodyPr>
          <a:lstStyle>
            <a:lvl1pPr indent="-228600" lvl="0" marL="457200" algn="l">
              <a:lnSpc>
                <a:spcPct val="100000"/>
              </a:lnSpc>
              <a:spcBef>
                <a:spcPts val="1000"/>
              </a:spcBef>
              <a:spcAft>
                <a:spcPts val="0"/>
              </a:spcAft>
              <a:buClr>
                <a:schemeClr val="dk1"/>
              </a:buClr>
              <a:buSzPts val="1400"/>
              <a:buNone/>
              <a:defRPr sz="1400"/>
            </a:lvl1pPr>
            <a:lvl2pPr indent="-228600" lvl="1" marL="914400" algn="l">
              <a:lnSpc>
                <a:spcPct val="100000"/>
              </a:lnSpc>
              <a:spcBef>
                <a:spcPts val="500"/>
              </a:spcBef>
              <a:spcAft>
                <a:spcPts val="0"/>
              </a:spcAft>
              <a:buClr>
                <a:schemeClr val="dk1"/>
              </a:buClr>
              <a:buSzPts val="1400"/>
              <a:buNone/>
              <a:defRPr/>
            </a:lvl2pPr>
            <a:lvl3pPr indent="-228600" lvl="2" marL="1371600" algn="l">
              <a:lnSpc>
                <a:spcPct val="100000"/>
              </a:lnSpc>
              <a:spcBef>
                <a:spcPts val="500"/>
              </a:spcBef>
              <a:spcAft>
                <a:spcPts val="0"/>
              </a:spcAft>
              <a:buClr>
                <a:schemeClr val="dk1"/>
              </a:buClr>
              <a:buSzPts val="1400"/>
              <a:buNone/>
              <a:defRPr/>
            </a:lvl3pPr>
            <a:lvl4pPr indent="-228600" lvl="3" marL="1828800" algn="l">
              <a:lnSpc>
                <a:spcPct val="100000"/>
              </a:lnSpc>
              <a:spcBef>
                <a:spcPts val="500"/>
              </a:spcBef>
              <a:spcAft>
                <a:spcPts val="0"/>
              </a:spcAft>
              <a:buClr>
                <a:schemeClr val="dk1"/>
              </a:buClr>
              <a:buSzPts val="1400"/>
              <a:buNone/>
              <a:defRPr/>
            </a:lvl4pPr>
            <a:lvl5pPr indent="-228600" lvl="4" marL="2286000" algn="l">
              <a:lnSpc>
                <a:spcPct val="100000"/>
              </a:lnSpc>
              <a:spcBef>
                <a:spcPts val="500"/>
              </a:spcBef>
              <a:spcAft>
                <a:spcPts val="0"/>
              </a:spcAft>
              <a:buClr>
                <a:schemeClr val="dk1"/>
              </a:buClr>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 name="Google Shape;43;p84"/>
          <p:cNvSpPr txBox="1"/>
          <p:nvPr>
            <p:ph idx="7" type="body"/>
          </p:nvPr>
        </p:nvSpPr>
        <p:spPr>
          <a:xfrm>
            <a:off x="1080000" y="4752000"/>
            <a:ext cx="3240000" cy="252000"/>
          </a:xfrm>
          <a:prstGeom prst="rect">
            <a:avLst/>
          </a:prstGeom>
          <a:noFill/>
          <a:ln>
            <a:noFill/>
          </a:ln>
        </p:spPr>
        <p:txBody>
          <a:bodyPr anchorCtr="0" anchor="t" bIns="36000" lIns="91425" spcFirstLastPara="1" rIns="91425" wrap="square" tIns="36000">
            <a:noAutofit/>
          </a:bodyPr>
          <a:lstStyle>
            <a:lvl1pPr indent="-228600" lvl="0" marL="457200" algn="l">
              <a:lnSpc>
                <a:spcPct val="100000"/>
              </a:lnSpc>
              <a:spcBef>
                <a:spcPts val="1000"/>
              </a:spcBef>
              <a:spcAft>
                <a:spcPts val="0"/>
              </a:spcAft>
              <a:buClr>
                <a:schemeClr val="dk1"/>
              </a:buClr>
              <a:buSzPts val="1600"/>
              <a:buNone/>
              <a:defRPr b="1" sz="1600"/>
            </a:lvl1pPr>
            <a:lvl2pPr indent="-342900" lvl="1" marL="914400" algn="l">
              <a:lnSpc>
                <a:spcPct val="100000"/>
              </a:lnSpc>
              <a:spcBef>
                <a:spcPts val="500"/>
              </a:spcBef>
              <a:spcAft>
                <a:spcPts val="0"/>
              </a:spcAft>
              <a:buClr>
                <a:schemeClr val="dk1"/>
              </a:buClr>
              <a:buSzPts val="1800"/>
              <a:buChar char="•"/>
              <a:defRPr/>
            </a:lvl2pPr>
            <a:lvl3pPr indent="-342900" lvl="2" marL="1371600" algn="l">
              <a:lnSpc>
                <a:spcPct val="100000"/>
              </a:lnSpc>
              <a:spcBef>
                <a:spcPts val="500"/>
              </a:spcBef>
              <a:spcAft>
                <a:spcPts val="0"/>
              </a:spcAft>
              <a:buClr>
                <a:schemeClr val="dk1"/>
              </a:buClr>
              <a:buSzPts val="1800"/>
              <a:buChar char="•"/>
              <a:defRPr/>
            </a:lvl3pPr>
            <a:lvl4pPr indent="-342900" lvl="3" marL="1828800" algn="l">
              <a:lnSpc>
                <a:spcPct val="100000"/>
              </a:lnSpc>
              <a:spcBef>
                <a:spcPts val="500"/>
              </a:spcBef>
              <a:spcAft>
                <a:spcPts val="0"/>
              </a:spcAft>
              <a:buClr>
                <a:schemeClr val="dk1"/>
              </a:buClr>
              <a:buSzPts val="1800"/>
              <a:buChar char="•"/>
              <a:defRPr/>
            </a:lvl4pPr>
            <a:lvl5pPr indent="-342900" lvl="4" marL="2286000" algn="l">
              <a:lnSpc>
                <a:spcPct val="10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84"/>
          <p:cNvSpPr txBox="1"/>
          <p:nvPr>
            <p:ph idx="8" type="body"/>
          </p:nvPr>
        </p:nvSpPr>
        <p:spPr>
          <a:xfrm>
            <a:off x="1080000" y="5076000"/>
            <a:ext cx="3240000" cy="648000"/>
          </a:xfrm>
          <a:prstGeom prst="rect">
            <a:avLst/>
          </a:prstGeom>
          <a:noFill/>
          <a:ln>
            <a:noFill/>
          </a:ln>
        </p:spPr>
        <p:txBody>
          <a:bodyPr anchorCtr="0" anchor="t" bIns="0" lIns="91425" spcFirstLastPara="1" rIns="91425" wrap="square" tIns="0">
            <a:noAutofit/>
          </a:bodyPr>
          <a:lstStyle>
            <a:lvl1pPr indent="-228600" lvl="0" marL="457200" algn="l">
              <a:lnSpc>
                <a:spcPct val="100000"/>
              </a:lnSpc>
              <a:spcBef>
                <a:spcPts val="1000"/>
              </a:spcBef>
              <a:spcAft>
                <a:spcPts val="0"/>
              </a:spcAft>
              <a:buClr>
                <a:schemeClr val="dk1"/>
              </a:buClr>
              <a:buSzPts val="1400"/>
              <a:buNone/>
              <a:defRPr sz="1400"/>
            </a:lvl1pPr>
            <a:lvl2pPr indent="-228600" lvl="1" marL="914400" algn="l">
              <a:lnSpc>
                <a:spcPct val="100000"/>
              </a:lnSpc>
              <a:spcBef>
                <a:spcPts val="500"/>
              </a:spcBef>
              <a:spcAft>
                <a:spcPts val="0"/>
              </a:spcAft>
              <a:buClr>
                <a:schemeClr val="dk1"/>
              </a:buClr>
              <a:buSzPts val="1400"/>
              <a:buNone/>
              <a:defRPr/>
            </a:lvl2pPr>
            <a:lvl3pPr indent="-228600" lvl="2" marL="1371600" algn="l">
              <a:lnSpc>
                <a:spcPct val="100000"/>
              </a:lnSpc>
              <a:spcBef>
                <a:spcPts val="500"/>
              </a:spcBef>
              <a:spcAft>
                <a:spcPts val="0"/>
              </a:spcAft>
              <a:buClr>
                <a:schemeClr val="dk1"/>
              </a:buClr>
              <a:buSzPts val="1400"/>
              <a:buNone/>
              <a:defRPr/>
            </a:lvl3pPr>
            <a:lvl4pPr indent="-228600" lvl="3" marL="1828800" algn="l">
              <a:lnSpc>
                <a:spcPct val="100000"/>
              </a:lnSpc>
              <a:spcBef>
                <a:spcPts val="500"/>
              </a:spcBef>
              <a:spcAft>
                <a:spcPts val="0"/>
              </a:spcAft>
              <a:buClr>
                <a:schemeClr val="dk1"/>
              </a:buClr>
              <a:buSzPts val="1400"/>
              <a:buNone/>
              <a:defRPr/>
            </a:lvl4pPr>
            <a:lvl5pPr indent="-228600" lvl="4" marL="2286000" algn="l">
              <a:lnSpc>
                <a:spcPct val="100000"/>
              </a:lnSpc>
              <a:spcBef>
                <a:spcPts val="500"/>
              </a:spcBef>
              <a:spcAft>
                <a:spcPts val="0"/>
              </a:spcAft>
              <a:buClr>
                <a:schemeClr val="dk1"/>
              </a:buClr>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 name="Google Shape;45;p84"/>
          <p:cNvSpPr txBox="1"/>
          <p:nvPr>
            <p:ph idx="9" type="body"/>
          </p:nvPr>
        </p:nvSpPr>
        <p:spPr>
          <a:xfrm>
            <a:off x="5184000" y="1512000"/>
            <a:ext cx="3240000" cy="252000"/>
          </a:xfrm>
          <a:prstGeom prst="rect">
            <a:avLst/>
          </a:prstGeom>
          <a:noFill/>
          <a:ln>
            <a:noFill/>
          </a:ln>
        </p:spPr>
        <p:txBody>
          <a:bodyPr anchorCtr="0" anchor="t" bIns="36000" lIns="91425" spcFirstLastPara="1" rIns="91425" wrap="square" tIns="36000">
            <a:noAutofit/>
          </a:bodyPr>
          <a:lstStyle>
            <a:lvl1pPr indent="-228600" lvl="0" marL="457200" algn="l">
              <a:lnSpc>
                <a:spcPct val="100000"/>
              </a:lnSpc>
              <a:spcBef>
                <a:spcPts val="1000"/>
              </a:spcBef>
              <a:spcAft>
                <a:spcPts val="0"/>
              </a:spcAft>
              <a:buClr>
                <a:schemeClr val="dk1"/>
              </a:buClr>
              <a:buSzPts val="1600"/>
              <a:buNone/>
              <a:defRPr b="1" sz="1600"/>
            </a:lvl1pPr>
            <a:lvl2pPr indent="-342900" lvl="1" marL="914400" algn="l">
              <a:lnSpc>
                <a:spcPct val="100000"/>
              </a:lnSpc>
              <a:spcBef>
                <a:spcPts val="500"/>
              </a:spcBef>
              <a:spcAft>
                <a:spcPts val="0"/>
              </a:spcAft>
              <a:buClr>
                <a:schemeClr val="dk1"/>
              </a:buClr>
              <a:buSzPts val="1800"/>
              <a:buChar char="•"/>
              <a:defRPr/>
            </a:lvl2pPr>
            <a:lvl3pPr indent="-342900" lvl="2" marL="1371600" algn="l">
              <a:lnSpc>
                <a:spcPct val="100000"/>
              </a:lnSpc>
              <a:spcBef>
                <a:spcPts val="500"/>
              </a:spcBef>
              <a:spcAft>
                <a:spcPts val="0"/>
              </a:spcAft>
              <a:buClr>
                <a:schemeClr val="dk1"/>
              </a:buClr>
              <a:buSzPts val="1800"/>
              <a:buChar char="•"/>
              <a:defRPr/>
            </a:lvl3pPr>
            <a:lvl4pPr indent="-342900" lvl="3" marL="1828800" algn="l">
              <a:lnSpc>
                <a:spcPct val="100000"/>
              </a:lnSpc>
              <a:spcBef>
                <a:spcPts val="500"/>
              </a:spcBef>
              <a:spcAft>
                <a:spcPts val="0"/>
              </a:spcAft>
              <a:buClr>
                <a:schemeClr val="dk1"/>
              </a:buClr>
              <a:buSzPts val="1800"/>
              <a:buChar char="•"/>
              <a:defRPr/>
            </a:lvl4pPr>
            <a:lvl5pPr indent="-342900" lvl="4" marL="2286000" algn="l">
              <a:lnSpc>
                <a:spcPct val="10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84"/>
          <p:cNvSpPr txBox="1"/>
          <p:nvPr>
            <p:ph idx="13" type="body"/>
          </p:nvPr>
        </p:nvSpPr>
        <p:spPr>
          <a:xfrm>
            <a:off x="5184000" y="1836000"/>
            <a:ext cx="3240000" cy="648000"/>
          </a:xfrm>
          <a:prstGeom prst="rect">
            <a:avLst/>
          </a:prstGeom>
          <a:noFill/>
          <a:ln>
            <a:noFill/>
          </a:ln>
        </p:spPr>
        <p:txBody>
          <a:bodyPr anchorCtr="0" anchor="t" bIns="0" lIns="91425" spcFirstLastPara="1" rIns="91425" wrap="square" tIns="0">
            <a:noAutofit/>
          </a:bodyPr>
          <a:lstStyle>
            <a:lvl1pPr indent="-228600" lvl="0" marL="457200" algn="l">
              <a:lnSpc>
                <a:spcPct val="100000"/>
              </a:lnSpc>
              <a:spcBef>
                <a:spcPts val="1000"/>
              </a:spcBef>
              <a:spcAft>
                <a:spcPts val="0"/>
              </a:spcAft>
              <a:buClr>
                <a:schemeClr val="dk1"/>
              </a:buClr>
              <a:buSzPts val="1400"/>
              <a:buNone/>
              <a:defRPr sz="1400"/>
            </a:lvl1pPr>
            <a:lvl2pPr indent="-228600" lvl="1" marL="914400" algn="l">
              <a:lnSpc>
                <a:spcPct val="100000"/>
              </a:lnSpc>
              <a:spcBef>
                <a:spcPts val="500"/>
              </a:spcBef>
              <a:spcAft>
                <a:spcPts val="0"/>
              </a:spcAft>
              <a:buClr>
                <a:schemeClr val="dk1"/>
              </a:buClr>
              <a:buSzPts val="1400"/>
              <a:buNone/>
              <a:defRPr/>
            </a:lvl2pPr>
            <a:lvl3pPr indent="-228600" lvl="2" marL="1371600" algn="l">
              <a:lnSpc>
                <a:spcPct val="100000"/>
              </a:lnSpc>
              <a:spcBef>
                <a:spcPts val="500"/>
              </a:spcBef>
              <a:spcAft>
                <a:spcPts val="0"/>
              </a:spcAft>
              <a:buClr>
                <a:schemeClr val="dk1"/>
              </a:buClr>
              <a:buSzPts val="1400"/>
              <a:buNone/>
              <a:defRPr/>
            </a:lvl3pPr>
            <a:lvl4pPr indent="-228600" lvl="3" marL="1828800" algn="l">
              <a:lnSpc>
                <a:spcPct val="100000"/>
              </a:lnSpc>
              <a:spcBef>
                <a:spcPts val="500"/>
              </a:spcBef>
              <a:spcAft>
                <a:spcPts val="0"/>
              </a:spcAft>
              <a:buClr>
                <a:schemeClr val="dk1"/>
              </a:buClr>
              <a:buSzPts val="1400"/>
              <a:buNone/>
              <a:defRPr/>
            </a:lvl4pPr>
            <a:lvl5pPr indent="-228600" lvl="4" marL="2286000" algn="l">
              <a:lnSpc>
                <a:spcPct val="100000"/>
              </a:lnSpc>
              <a:spcBef>
                <a:spcPts val="500"/>
              </a:spcBef>
              <a:spcAft>
                <a:spcPts val="0"/>
              </a:spcAft>
              <a:buClr>
                <a:schemeClr val="dk1"/>
              </a:buClr>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84"/>
          <p:cNvSpPr txBox="1"/>
          <p:nvPr>
            <p:ph idx="14" type="body"/>
          </p:nvPr>
        </p:nvSpPr>
        <p:spPr>
          <a:xfrm>
            <a:off x="5184000" y="4752000"/>
            <a:ext cx="3240000" cy="252000"/>
          </a:xfrm>
          <a:prstGeom prst="rect">
            <a:avLst/>
          </a:prstGeom>
          <a:noFill/>
          <a:ln>
            <a:noFill/>
          </a:ln>
        </p:spPr>
        <p:txBody>
          <a:bodyPr anchorCtr="0" anchor="t" bIns="36000" lIns="91425" spcFirstLastPara="1" rIns="91425" wrap="square" tIns="36000">
            <a:noAutofit/>
          </a:bodyPr>
          <a:lstStyle>
            <a:lvl1pPr indent="-228600" lvl="0" marL="457200" algn="l">
              <a:lnSpc>
                <a:spcPct val="100000"/>
              </a:lnSpc>
              <a:spcBef>
                <a:spcPts val="1000"/>
              </a:spcBef>
              <a:spcAft>
                <a:spcPts val="0"/>
              </a:spcAft>
              <a:buClr>
                <a:schemeClr val="dk1"/>
              </a:buClr>
              <a:buSzPts val="1600"/>
              <a:buNone/>
              <a:defRPr b="1" sz="1600"/>
            </a:lvl1pPr>
            <a:lvl2pPr indent="-342900" lvl="1" marL="914400" algn="l">
              <a:lnSpc>
                <a:spcPct val="100000"/>
              </a:lnSpc>
              <a:spcBef>
                <a:spcPts val="500"/>
              </a:spcBef>
              <a:spcAft>
                <a:spcPts val="0"/>
              </a:spcAft>
              <a:buClr>
                <a:schemeClr val="dk1"/>
              </a:buClr>
              <a:buSzPts val="1800"/>
              <a:buChar char="•"/>
              <a:defRPr/>
            </a:lvl2pPr>
            <a:lvl3pPr indent="-342900" lvl="2" marL="1371600" algn="l">
              <a:lnSpc>
                <a:spcPct val="100000"/>
              </a:lnSpc>
              <a:spcBef>
                <a:spcPts val="500"/>
              </a:spcBef>
              <a:spcAft>
                <a:spcPts val="0"/>
              </a:spcAft>
              <a:buClr>
                <a:schemeClr val="dk1"/>
              </a:buClr>
              <a:buSzPts val="1800"/>
              <a:buChar char="•"/>
              <a:defRPr/>
            </a:lvl3pPr>
            <a:lvl4pPr indent="-342900" lvl="3" marL="1828800" algn="l">
              <a:lnSpc>
                <a:spcPct val="100000"/>
              </a:lnSpc>
              <a:spcBef>
                <a:spcPts val="500"/>
              </a:spcBef>
              <a:spcAft>
                <a:spcPts val="0"/>
              </a:spcAft>
              <a:buClr>
                <a:schemeClr val="dk1"/>
              </a:buClr>
              <a:buSzPts val="1800"/>
              <a:buChar char="•"/>
              <a:defRPr/>
            </a:lvl4pPr>
            <a:lvl5pPr indent="-342900" lvl="4" marL="2286000" algn="l">
              <a:lnSpc>
                <a:spcPct val="10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84"/>
          <p:cNvSpPr txBox="1"/>
          <p:nvPr>
            <p:ph idx="15" type="body"/>
          </p:nvPr>
        </p:nvSpPr>
        <p:spPr>
          <a:xfrm>
            <a:off x="5184000" y="5076000"/>
            <a:ext cx="3240000" cy="648000"/>
          </a:xfrm>
          <a:prstGeom prst="rect">
            <a:avLst/>
          </a:prstGeom>
          <a:noFill/>
          <a:ln>
            <a:noFill/>
          </a:ln>
        </p:spPr>
        <p:txBody>
          <a:bodyPr anchorCtr="0" anchor="t" bIns="0" lIns="91425" spcFirstLastPara="1" rIns="91425" wrap="square" tIns="0">
            <a:noAutofit/>
          </a:bodyPr>
          <a:lstStyle>
            <a:lvl1pPr indent="-228600" lvl="0" marL="457200" algn="l">
              <a:lnSpc>
                <a:spcPct val="100000"/>
              </a:lnSpc>
              <a:spcBef>
                <a:spcPts val="1000"/>
              </a:spcBef>
              <a:spcAft>
                <a:spcPts val="0"/>
              </a:spcAft>
              <a:buClr>
                <a:schemeClr val="dk1"/>
              </a:buClr>
              <a:buSzPts val="1400"/>
              <a:buNone/>
              <a:defRPr sz="1400"/>
            </a:lvl1pPr>
            <a:lvl2pPr indent="-228600" lvl="1" marL="914400" algn="l">
              <a:lnSpc>
                <a:spcPct val="100000"/>
              </a:lnSpc>
              <a:spcBef>
                <a:spcPts val="500"/>
              </a:spcBef>
              <a:spcAft>
                <a:spcPts val="0"/>
              </a:spcAft>
              <a:buClr>
                <a:schemeClr val="dk1"/>
              </a:buClr>
              <a:buSzPts val="1400"/>
              <a:buNone/>
              <a:defRPr/>
            </a:lvl2pPr>
            <a:lvl3pPr indent="-228600" lvl="2" marL="1371600" algn="l">
              <a:lnSpc>
                <a:spcPct val="100000"/>
              </a:lnSpc>
              <a:spcBef>
                <a:spcPts val="500"/>
              </a:spcBef>
              <a:spcAft>
                <a:spcPts val="0"/>
              </a:spcAft>
              <a:buClr>
                <a:schemeClr val="dk1"/>
              </a:buClr>
              <a:buSzPts val="1400"/>
              <a:buNone/>
              <a:defRPr/>
            </a:lvl3pPr>
            <a:lvl4pPr indent="-228600" lvl="3" marL="1828800" algn="l">
              <a:lnSpc>
                <a:spcPct val="100000"/>
              </a:lnSpc>
              <a:spcBef>
                <a:spcPts val="500"/>
              </a:spcBef>
              <a:spcAft>
                <a:spcPts val="0"/>
              </a:spcAft>
              <a:buClr>
                <a:schemeClr val="dk1"/>
              </a:buClr>
              <a:buSzPts val="1400"/>
              <a:buNone/>
              <a:defRPr/>
            </a:lvl4pPr>
            <a:lvl5pPr indent="-228600" lvl="4" marL="2286000" algn="l">
              <a:lnSpc>
                <a:spcPct val="100000"/>
              </a:lnSpc>
              <a:spcBef>
                <a:spcPts val="500"/>
              </a:spcBef>
              <a:spcAft>
                <a:spcPts val="0"/>
              </a:spcAft>
              <a:buClr>
                <a:schemeClr val="dk1"/>
              </a:buClr>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84"/>
          <p:cNvSpPr txBox="1"/>
          <p:nvPr/>
        </p:nvSpPr>
        <p:spPr>
          <a:xfrm>
            <a:off x="4824000" y="2520000"/>
            <a:ext cx="432000" cy="432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ja-JP" sz="2400" u="none" cap="none" strike="noStrike">
                <a:solidFill>
                  <a:srgbClr val="A01D45"/>
                </a:solidFill>
                <a:latin typeface="Arial"/>
                <a:ea typeface="Arial"/>
                <a:cs typeface="Arial"/>
                <a:sym typeface="Arial"/>
              </a:rPr>
              <a:t>6</a:t>
            </a:r>
            <a:endParaRPr/>
          </a:p>
        </p:txBody>
      </p:sp>
      <p:sp>
        <p:nvSpPr>
          <p:cNvPr id="50" name="Google Shape;50;p84"/>
          <p:cNvSpPr txBox="1"/>
          <p:nvPr>
            <p:ph idx="16" type="body"/>
          </p:nvPr>
        </p:nvSpPr>
        <p:spPr>
          <a:xfrm>
            <a:off x="5184000" y="2592000"/>
            <a:ext cx="3240000" cy="252000"/>
          </a:xfrm>
          <a:prstGeom prst="rect">
            <a:avLst/>
          </a:prstGeom>
          <a:noFill/>
          <a:ln>
            <a:noFill/>
          </a:ln>
        </p:spPr>
        <p:txBody>
          <a:bodyPr anchorCtr="0" anchor="t" bIns="36000" lIns="91425" spcFirstLastPara="1" rIns="91425" wrap="square" tIns="36000">
            <a:noAutofit/>
          </a:bodyPr>
          <a:lstStyle>
            <a:lvl1pPr indent="-228600" lvl="0" marL="457200" algn="l">
              <a:lnSpc>
                <a:spcPct val="100000"/>
              </a:lnSpc>
              <a:spcBef>
                <a:spcPts val="1000"/>
              </a:spcBef>
              <a:spcAft>
                <a:spcPts val="0"/>
              </a:spcAft>
              <a:buClr>
                <a:schemeClr val="dk1"/>
              </a:buClr>
              <a:buSzPts val="1600"/>
              <a:buNone/>
              <a:defRPr b="1" sz="1600"/>
            </a:lvl1pPr>
            <a:lvl2pPr indent="-342900" lvl="1" marL="914400" algn="l">
              <a:lnSpc>
                <a:spcPct val="100000"/>
              </a:lnSpc>
              <a:spcBef>
                <a:spcPts val="500"/>
              </a:spcBef>
              <a:spcAft>
                <a:spcPts val="0"/>
              </a:spcAft>
              <a:buClr>
                <a:schemeClr val="dk1"/>
              </a:buClr>
              <a:buSzPts val="1800"/>
              <a:buChar char="•"/>
              <a:defRPr/>
            </a:lvl2pPr>
            <a:lvl3pPr indent="-342900" lvl="2" marL="1371600" algn="l">
              <a:lnSpc>
                <a:spcPct val="100000"/>
              </a:lnSpc>
              <a:spcBef>
                <a:spcPts val="500"/>
              </a:spcBef>
              <a:spcAft>
                <a:spcPts val="0"/>
              </a:spcAft>
              <a:buClr>
                <a:schemeClr val="dk1"/>
              </a:buClr>
              <a:buSzPts val="1800"/>
              <a:buChar char="•"/>
              <a:defRPr/>
            </a:lvl3pPr>
            <a:lvl4pPr indent="-342900" lvl="3" marL="1828800" algn="l">
              <a:lnSpc>
                <a:spcPct val="100000"/>
              </a:lnSpc>
              <a:spcBef>
                <a:spcPts val="500"/>
              </a:spcBef>
              <a:spcAft>
                <a:spcPts val="0"/>
              </a:spcAft>
              <a:buClr>
                <a:schemeClr val="dk1"/>
              </a:buClr>
              <a:buSzPts val="1800"/>
              <a:buChar char="•"/>
              <a:defRPr/>
            </a:lvl4pPr>
            <a:lvl5pPr indent="-342900" lvl="4" marL="2286000" algn="l">
              <a:lnSpc>
                <a:spcPct val="10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84"/>
          <p:cNvSpPr txBox="1"/>
          <p:nvPr>
            <p:ph idx="17" type="body"/>
          </p:nvPr>
        </p:nvSpPr>
        <p:spPr>
          <a:xfrm>
            <a:off x="5184000" y="2916000"/>
            <a:ext cx="3240000" cy="648000"/>
          </a:xfrm>
          <a:prstGeom prst="rect">
            <a:avLst/>
          </a:prstGeom>
          <a:noFill/>
          <a:ln>
            <a:noFill/>
          </a:ln>
        </p:spPr>
        <p:txBody>
          <a:bodyPr anchorCtr="0" anchor="t" bIns="0" lIns="91425" spcFirstLastPara="1" rIns="91425" wrap="square" tIns="0">
            <a:noAutofit/>
          </a:bodyPr>
          <a:lstStyle>
            <a:lvl1pPr indent="-228600" lvl="0" marL="457200" algn="l">
              <a:lnSpc>
                <a:spcPct val="100000"/>
              </a:lnSpc>
              <a:spcBef>
                <a:spcPts val="1000"/>
              </a:spcBef>
              <a:spcAft>
                <a:spcPts val="0"/>
              </a:spcAft>
              <a:buClr>
                <a:schemeClr val="dk1"/>
              </a:buClr>
              <a:buSzPts val="1400"/>
              <a:buNone/>
              <a:defRPr sz="1400"/>
            </a:lvl1pPr>
            <a:lvl2pPr indent="-228600" lvl="1" marL="914400" algn="l">
              <a:lnSpc>
                <a:spcPct val="100000"/>
              </a:lnSpc>
              <a:spcBef>
                <a:spcPts val="500"/>
              </a:spcBef>
              <a:spcAft>
                <a:spcPts val="0"/>
              </a:spcAft>
              <a:buClr>
                <a:schemeClr val="dk1"/>
              </a:buClr>
              <a:buSzPts val="1400"/>
              <a:buNone/>
              <a:defRPr/>
            </a:lvl2pPr>
            <a:lvl3pPr indent="-228600" lvl="2" marL="1371600" algn="l">
              <a:lnSpc>
                <a:spcPct val="100000"/>
              </a:lnSpc>
              <a:spcBef>
                <a:spcPts val="500"/>
              </a:spcBef>
              <a:spcAft>
                <a:spcPts val="0"/>
              </a:spcAft>
              <a:buClr>
                <a:schemeClr val="dk1"/>
              </a:buClr>
              <a:buSzPts val="1400"/>
              <a:buNone/>
              <a:defRPr/>
            </a:lvl3pPr>
            <a:lvl4pPr indent="-228600" lvl="3" marL="1828800" algn="l">
              <a:lnSpc>
                <a:spcPct val="100000"/>
              </a:lnSpc>
              <a:spcBef>
                <a:spcPts val="500"/>
              </a:spcBef>
              <a:spcAft>
                <a:spcPts val="0"/>
              </a:spcAft>
              <a:buClr>
                <a:schemeClr val="dk1"/>
              </a:buClr>
              <a:buSzPts val="1400"/>
              <a:buNone/>
              <a:defRPr/>
            </a:lvl4pPr>
            <a:lvl5pPr indent="-228600" lvl="4" marL="2286000" algn="l">
              <a:lnSpc>
                <a:spcPct val="100000"/>
              </a:lnSpc>
              <a:spcBef>
                <a:spcPts val="500"/>
              </a:spcBef>
              <a:spcAft>
                <a:spcPts val="0"/>
              </a:spcAft>
              <a:buClr>
                <a:schemeClr val="dk1"/>
              </a:buClr>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84"/>
          <p:cNvSpPr txBox="1"/>
          <p:nvPr/>
        </p:nvSpPr>
        <p:spPr>
          <a:xfrm>
            <a:off x="4824000" y="3600000"/>
            <a:ext cx="432000" cy="432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ja-JP" sz="2400" u="none" cap="none" strike="noStrike">
                <a:solidFill>
                  <a:srgbClr val="A01D45"/>
                </a:solidFill>
                <a:latin typeface="Arial"/>
                <a:ea typeface="Arial"/>
                <a:cs typeface="Arial"/>
                <a:sym typeface="Arial"/>
              </a:rPr>
              <a:t>7</a:t>
            </a:r>
            <a:endParaRPr/>
          </a:p>
        </p:txBody>
      </p:sp>
      <p:sp>
        <p:nvSpPr>
          <p:cNvPr id="53" name="Google Shape;53;p84"/>
          <p:cNvSpPr txBox="1"/>
          <p:nvPr>
            <p:ph idx="18" type="body"/>
          </p:nvPr>
        </p:nvSpPr>
        <p:spPr>
          <a:xfrm>
            <a:off x="5184000" y="3672000"/>
            <a:ext cx="3240000" cy="252000"/>
          </a:xfrm>
          <a:prstGeom prst="rect">
            <a:avLst/>
          </a:prstGeom>
          <a:noFill/>
          <a:ln>
            <a:noFill/>
          </a:ln>
        </p:spPr>
        <p:txBody>
          <a:bodyPr anchorCtr="0" anchor="t" bIns="36000" lIns="91425" spcFirstLastPara="1" rIns="91425" wrap="square" tIns="36000">
            <a:noAutofit/>
          </a:bodyPr>
          <a:lstStyle>
            <a:lvl1pPr indent="-228600" lvl="0" marL="457200" algn="l">
              <a:lnSpc>
                <a:spcPct val="100000"/>
              </a:lnSpc>
              <a:spcBef>
                <a:spcPts val="1000"/>
              </a:spcBef>
              <a:spcAft>
                <a:spcPts val="0"/>
              </a:spcAft>
              <a:buClr>
                <a:schemeClr val="dk1"/>
              </a:buClr>
              <a:buSzPts val="1600"/>
              <a:buNone/>
              <a:defRPr b="1" sz="1600"/>
            </a:lvl1pPr>
            <a:lvl2pPr indent="-342900" lvl="1" marL="914400" algn="l">
              <a:lnSpc>
                <a:spcPct val="100000"/>
              </a:lnSpc>
              <a:spcBef>
                <a:spcPts val="500"/>
              </a:spcBef>
              <a:spcAft>
                <a:spcPts val="0"/>
              </a:spcAft>
              <a:buClr>
                <a:schemeClr val="dk1"/>
              </a:buClr>
              <a:buSzPts val="1800"/>
              <a:buChar char="•"/>
              <a:defRPr/>
            </a:lvl2pPr>
            <a:lvl3pPr indent="-342900" lvl="2" marL="1371600" algn="l">
              <a:lnSpc>
                <a:spcPct val="100000"/>
              </a:lnSpc>
              <a:spcBef>
                <a:spcPts val="500"/>
              </a:spcBef>
              <a:spcAft>
                <a:spcPts val="0"/>
              </a:spcAft>
              <a:buClr>
                <a:schemeClr val="dk1"/>
              </a:buClr>
              <a:buSzPts val="1800"/>
              <a:buChar char="•"/>
              <a:defRPr/>
            </a:lvl3pPr>
            <a:lvl4pPr indent="-342900" lvl="3" marL="1828800" algn="l">
              <a:lnSpc>
                <a:spcPct val="100000"/>
              </a:lnSpc>
              <a:spcBef>
                <a:spcPts val="500"/>
              </a:spcBef>
              <a:spcAft>
                <a:spcPts val="0"/>
              </a:spcAft>
              <a:buClr>
                <a:schemeClr val="dk1"/>
              </a:buClr>
              <a:buSzPts val="1800"/>
              <a:buChar char="•"/>
              <a:defRPr/>
            </a:lvl4pPr>
            <a:lvl5pPr indent="-342900" lvl="4" marL="2286000" algn="l">
              <a:lnSpc>
                <a:spcPct val="10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p84"/>
          <p:cNvSpPr txBox="1"/>
          <p:nvPr>
            <p:ph idx="19" type="body"/>
          </p:nvPr>
        </p:nvSpPr>
        <p:spPr>
          <a:xfrm>
            <a:off x="5184000" y="3996000"/>
            <a:ext cx="3240000" cy="648000"/>
          </a:xfrm>
          <a:prstGeom prst="rect">
            <a:avLst/>
          </a:prstGeom>
          <a:noFill/>
          <a:ln>
            <a:noFill/>
          </a:ln>
        </p:spPr>
        <p:txBody>
          <a:bodyPr anchorCtr="0" anchor="t" bIns="0" lIns="91425" spcFirstLastPara="1" rIns="91425" wrap="square" tIns="0">
            <a:noAutofit/>
          </a:bodyPr>
          <a:lstStyle>
            <a:lvl1pPr indent="-228600" lvl="0" marL="457200" algn="l">
              <a:lnSpc>
                <a:spcPct val="100000"/>
              </a:lnSpc>
              <a:spcBef>
                <a:spcPts val="1000"/>
              </a:spcBef>
              <a:spcAft>
                <a:spcPts val="0"/>
              </a:spcAft>
              <a:buClr>
                <a:schemeClr val="dk1"/>
              </a:buClr>
              <a:buSzPts val="1400"/>
              <a:buNone/>
              <a:defRPr sz="1400"/>
            </a:lvl1pPr>
            <a:lvl2pPr indent="-228600" lvl="1" marL="914400" algn="l">
              <a:lnSpc>
                <a:spcPct val="100000"/>
              </a:lnSpc>
              <a:spcBef>
                <a:spcPts val="500"/>
              </a:spcBef>
              <a:spcAft>
                <a:spcPts val="0"/>
              </a:spcAft>
              <a:buClr>
                <a:schemeClr val="dk1"/>
              </a:buClr>
              <a:buSzPts val="1400"/>
              <a:buNone/>
              <a:defRPr/>
            </a:lvl2pPr>
            <a:lvl3pPr indent="-228600" lvl="2" marL="1371600" algn="l">
              <a:lnSpc>
                <a:spcPct val="100000"/>
              </a:lnSpc>
              <a:spcBef>
                <a:spcPts val="500"/>
              </a:spcBef>
              <a:spcAft>
                <a:spcPts val="0"/>
              </a:spcAft>
              <a:buClr>
                <a:schemeClr val="dk1"/>
              </a:buClr>
              <a:buSzPts val="1400"/>
              <a:buNone/>
              <a:defRPr/>
            </a:lvl3pPr>
            <a:lvl4pPr indent="-228600" lvl="3" marL="1828800" algn="l">
              <a:lnSpc>
                <a:spcPct val="100000"/>
              </a:lnSpc>
              <a:spcBef>
                <a:spcPts val="500"/>
              </a:spcBef>
              <a:spcAft>
                <a:spcPts val="0"/>
              </a:spcAft>
              <a:buClr>
                <a:schemeClr val="dk1"/>
              </a:buClr>
              <a:buSzPts val="1400"/>
              <a:buNone/>
              <a:defRPr/>
            </a:lvl4pPr>
            <a:lvl5pPr indent="-228600" lvl="4" marL="2286000" algn="l">
              <a:lnSpc>
                <a:spcPct val="100000"/>
              </a:lnSpc>
              <a:spcBef>
                <a:spcPts val="500"/>
              </a:spcBef>
              <a:spcAft>
                <a:spcPts val="0"/>
              </a:spcAft>
              <a:buClr>
                <a:schemeClr val="dk1"/>
              </a:buClr>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セクション見出し(1/7)">
  <p:cSld name="セクション見出し(1/7)">
    <p:spTree>
      <p:nvGrpSpPr>
        <p:cNvPr id="55" name="Shape 55"/>
        <p:cNvGrpSpPr/>
        <p:nvPr/>
      </p:nvGrpSpPr>
      <p:grpSpPr>
        <a:xfrm>
          <a:off x="0" y="0"/>
          <a:ext cx="0" cy="0"/>
          <a:chOff x="0" y="0"/>
          <a:chExt cx="0" cy="0"/>
        </a:xfrm>
      </p:grpSpPr>
      <p:sp>
        <p:nvSpPr>
          <p:cNvPr id="56" name="Google Shape;56;p85"/>
          <p:cNvSpPr txBox="1"/>
          <p:nvPr>
            <p:ph type="ctrTitle"/>
          </p:nvPr>
        </p:nvSpPr>
        <p:spPr>
          <a:xfrm>
            <a:off x="72000" y="2088000"/>
            <a:ext cx="9000000" cy="2520000"/>
          </a:xfrm>
          <a:prstGeom prst="rect">
            <a:avLst/>
          </a:prstGeom>
          <a:noFill/>
          <a:ln>
            <a:noFill/>
          </a:ln>
        </p:spPr>
        <p:txBody>
          <a:bodyPr anchorCtr="0" anchor="ctr" bIns="45700" lIns="91425" spcFirstLastPara="1" rIns="91425" wrap="square" tIns="45700">
            <a:normAutofit/>
          </a:bodyPr>
          <a:lstStyle>
            <a:lvl1pPr lvl="0" algn="ctr">
              <a:lnSpc>
                <a:spcPct val="120000"/>
              </a:lnSpc>
              <a:spcBef>
                <a:spcPts val="0"/>
              </a:spcBef>
              <a:spcAft>
                <a:spcPts val="0"/>
              </a:spcAft>
              <a:buClr>
                <a:schemeClr val="dk1"/>
              </a:buClr>
              <a:buSzPts val="4000"/>
              <a:buFont typeface="Arial"/>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85"/>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85"/>
          <p:cNvSpPr/>
          <p:nvPr/>
        </p:nvSpPr>
        <p:spPr>
          <a:xfrm>
            <a:off x="0" y="601134"/>
            <a:ext cx="9144000" cy="72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9" name="Google Shape;59;p85"/>
          <p:cNvSpPr/>
          <p:nvPr/>
        </p:nvSpPr>
        <p:spPr>
          <a:xfrm>
            <a:off x="0" y="0"/>
            <a:ext cx="9144000" cy="36000"/>
          </a:xfrm>
          <a:prstGeom prst="rect">
            <a:avLst/>
          </a:prstGeom>
          <a:solidFill>
            <a:srgbClr val="A01D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60" name="Google Shape;60;p85"/>
          <p:cNvSpPr txBox="1"/>
          <p:nvPr>
            <p:ph idx="10" type="dt"/>
          </p:nvPr>
        </p:nvSpPr>
        <p:spPr>
          <a:xfrm>
            <a:off x="7644731" y="36000"/>
            <a:ext cx="1368000" cy="57600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85"/>
          <p:cNvSpPr txBox="1"/>
          <p:nvPr>
            <p:ph idx="12" type="sldNum"/>
          </p:nvPr>
        </p:nvSpPr>
        <p:spPr>
          <a:xfrm>
            <a:off x="4212000" y="6500068"/>
            <a:ext cx="720000" cy="288000"/>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ja-JP"/>
              <a:t>‹#›</a:t>
            </a:fld>
            <a:endParaRPr/>
          </a:p>
        </p:txBody>
      </p:sp>
      <p:sp>
        <p:nvSpPr>
          <p:cNvPr id="62" name="Google Shape;62;p85"/>
          <p:cNvSpPr/>
          <p:nvPr/>
        </p:nvSpPr>
        <p:spPr>
          <a:xfrm>
            <a:off x="4392000" y="5328000"/>
            <a:ext cx="360000" cy="360000"/>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600" u="none" cap="none" strike="noStrike">
              <a:solidFill>
                <a:schemeClr val="accent3"/>
              </a:solidFill>
              <a:latin typeface="Arial"/>
              <a:ea typeface="Arial"/>
              <a:cs typeface="Arial"/>
              <a:sym typeface="Arial"/>
            </a:endParaRPr>
          </a:p>
        </p:txBody>
      </p:sp>
      <p:sp>
        <p:nvSpPr>
          <p:cNvPr id="63" name="Google Shape;63;p85"/>
          <p:cNvSpPr/>
          <p:nvPr/>
        </p:nvSpPr>
        <p:spPr>
          <a:xfrm>
            <a:off x="3888000" y="5328000"/>
            <a:ext cx="360000" cy="360000"/>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600" u="none" cap="none" strike="noStrike">
              <a:solidFill>
                <a:schemeClr val="accent3"/>
              </a:solidFill>
              <a:latin typeface="Arial"/>
              <a:ea typeface="Arial"/>
              <a:cs typeface="Arial"/>
              <a:sym typeface="Arial"/>
            </a:endParaRPr>
          </a:p>
        </p:txBody>
      </p:sp>
      <p:sp>
        <p:nvSpPr>
          <p:cNvPr id="64" name="Google Shape;64;p85"/>
          <p:cNvSpPr/>
          <p:nvPr/>
        </p:nvSpPr>
        <p:spPr>
          <a:xfrm>
            <a:off x="4896000" y="5328000"/>
            <a:ext cx="360000" cy="360000"/>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600" u="none" cap="none" strike="noStrike">
              <a:solidFill>
                <a:schemeClr val="accent3"/>
              </a:solidFill>
              <a:latin typeface="Arial"/>
              <a:ea typeface="Arial"/>
              <a:cs typeface="Arial"/>
              <a:sym typeface="Arial"/>
            </a:endParaRPr>
          </a:p>
        </p:txBody>
      </p:sp>
      <p:sp>
        <p:nvSpPr>
          <p:cNvPr id="65" name="Google Shape;65;p85"/>
          <p:cNvSpPr/>
          <p:nvPr/>
        </p:nvSpPr>
        <p:spPr>
          <a:xfrm>
            <a:off x="5400000" y="5328000"/>
            <a:ext cx="360000" cy="360000"/>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600" u="none" cap="none" strike="noStrike">
              <a:solidFill>
                <a:schemeClr val="accent3"/>
              </a:solidFill>
              <a:latin typeface="Arial"/>
              <a:ea typeface="Arial"/>
              <a:cs typeface="Arial"/>
              <a:sym typeface="Arial"/>
            </a:endParaRPr>
          </a:p>
        </p:txBody>
      </p:sp>
      <p:sp>
        <p:nvSpPr>
          <p:cNvPr id="66" name="Google Shape;66;p85"/>
          <p:cNvSpPr/>
          <p:nvPr/>
        </p:nvSpPr>
        <p:spPr>
          <a:xfrm>
            <a:off x="3384000" y="5328000"/>
            <a:ext cx="360000" cy="360000"/>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600" u="none" cap="none" strike="noStrike">
              <a:solidFill>
                <a:schemeClr val="accent3"/>
              </a:solidFill>
              <a:latin typeface="Arial"/>
              <a:ea typeface="Arial"/>
              <a:cs typeface="Arial"/>
              <a:sym typeface="Arial"/>
            </a:endParaRPr>
          </a:p>
        </p:txBody>
      </p:sp>
      <p:sp>
        <p:nvSpPr>
          <p:cNvPr id="67" name="Google Shape;67;p85"/>
          <p:cNvSpPr/>
          <p:nvPr/>
        </p:nvSpPr>
        <p:spPr>
          <a:xfrm>
            <a:off x="2880000" y="5328000"/>
            <a:ext cx="360000" cy="360000"/>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600" u="none" cap="none" strike="noStrike">
              <a:solidFill>
                <a:schemeClr val="accent3"/>
              </a:solidFill>
              <a:latin typeface="Arial"/>
              <a:ea typeface="Arial"/>
              <a:cs typeface="Arial"/>
              <a:sym typeface="Arial"/>
            </a:endParaRPr>
          </a:p>
        </p:txBody>
      </p:sp>
      <p:sp>
        <p:nvSpPr>
          <p:cNvPr id="68" name="Google Shape;68;p85"/>
          <p:cNvSpPr/>
          <p:nvPr/>
        </p:nvSpPr>
        <p:spPr>
          <a:xfrm>
            <a:off x="5904000" y="5328000"/>
            <a:ext cx="360000" cy="360000"/>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600" u="none" cap="none" strike="noStrike">
              <a:solidFill>
                <a:schemeClr val="accent3"/>
              </a:solidFill>
              <a:latin typeface="Arial"/>
              <a:ea typeface="Arial"/>
              <a:cs typeface="Arial"/>
              <a:sym typeface="Arial"/>
            </a:endParaRPr>
          </a:p>
        </p:txBody>
      </p:sp>
      <p:sp>
        <p:nvSpPr>
          <p:cNvPr id="69" name="Google Shape;69;p85"/>
          <p:cNvSpPr/>
          <p:nvPr/>
        </p:nvSpPr>
        <p:spPr>
          <a:xfrm>
            <a:off x="2808000" y="5256000"/>
            <a:ext cx="504000" cy="504000"/>
          </a:xfrm>
          <a:prstGeom prst="ellipse">
            <a:avLst/>
          </a:prstGeom>
          <a:solidFill>
            <a:srgbClr val="A01D45"/>
          </a:solidFill>
          <a:ln cap="flat" cmpd="sng" w="190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ja-JP" sz="1600" u="none" cap="none" strike="noStrike">
                <a:solidFill>
                  <a:schemeClr val="lt1"/>
                </a:solidFill>
                <a:latin typeface="Arial"/>
                <a:ea typeface="Arial"/>
                <a:cs typeface="Arial"/>
                <a:sym typeface="Arial"/>
              </a:rPr>
              <a:t>1</a:t>
            </a:r>
            <a:endParaRPr b="1" i="0" sz="16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コンテンツ" type="obj">
  <p:cSld name="OBJECT">
    <p:spTree>
      <p:nvGrpSpPr>
        <p:cNvPr id="70" name="Shape 70"/>
        <p:cNvGrpSpPr/>
        <p:nvPr/>
      </p:nvGrpSpPr>
      <p:grpSpPr>
        <a:xfrm>
          <a:off x="0" y="0"/>
          <a:ext cx="0" cy="0"/>
          <a:chOff x="0" y="0"/>
          <a:chExt cx="0" cy="0"/>
        </a:xfrm>
      </p:grpSpPr>
      <p:sp>
        <p:nvSpPr>
          <p:cNvPr id="71" name="Google Shape;71;p86"/>
          <p:cNvSpPr txBox="1"/>
          <p:nvPr>
            <p:ph type="title"/>
          </p:nvPr>
        </p:nvSpPr>
        <p:spPr>
          <a:xfrm>
            <a:off x="144000" y="36000"/>
            <a:ext cx="8856000" cy="5760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86"/>
          <p:cNvSpPr txBox="1"/>
          <p:nvPr>
            <p:ph idx="1" type="body"/>
          </p:nvPr>
        </p:nvSpPr>
        <p:spPr>
          <a:xfrm>
            <a:off x="144000" y="863599"/>
            <a:ext cx="8856000" cy="5508401"/>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1000"/>
              </a:spcBef>
              <a:spcAft>
                <a:spcPts val="0"/>
              </a:spcAft>
              <a:buClr>
                <a:schemeClr val="dk1"/>
              </a:buClr>
              <a:buSzPts val="1800"/>
              <a:buChar char="•"/>
              <a:defRPr/>
            </a:lvl1pPr>
            <a:lvl2pPr indent="-342900" lvl="1" marL="914400" algn="l">
              <a:lnSpc>
                <a:spcPct val="100000"/>
              </a:lnSpc>
              <a:spcBef>
                <a:spcPts val="500"/>
              </a:spcBef>
              <a:spcAft>
                <a:spcPts val="0"/>
              </a:spcAft>
              <a:buClr>
                <a:schemeClr val="dk1"/>
              </a:buClr>
              <a:buSzPts val="1800"/>
              <a:buChar char="•"/>
              <a:defRPr/>
            </a:lvl2pPr>
            <a:lvl3pPr indent="-342900" lvl="2" marL="1371600" algn="l">
              <a:lnSpc>
                <a:spcPct val="100000"/>
              </a:lnSpc>
              <a:spcBef>
                <a:spcPts val="500"/>
              </a:spcBef>
              <a:spcAft>
                <a:spcPts val="0"/>
              </a:spcAft>
              <a:buClr>
                <a:schemeClr val="dk1"/>
              </a:buClr>
              <a:buSzPts val="1800"/>
              <a:buChar char="•"/>
              <a:defRPr/>
            </a:lvl3pPr>
            <a:lvl4pPr indent="-342900" lvl="3" marL="1828800" algn="l">
              <a:lnSpc>
                <a:spcPct val="100000"/>
              </a:lnSpc>
              <a:spcBef>
                <a:spcPts val="500"/>
              </a:spcBef>
              <a:spcAft>
                <a:spcPts val="0"/>
              </a:spcAft>
              <a:buClr>
                <a:schemeClr val="dk1"/>
              </a:buClr>
              <a:buSzPts val="1800"/>
              <a:buChar char="•"/>
              <a:defRPr/>
            </a:lvl4pPr>
            <a:lvl5pPr indent="-342900" lvl="4" marL="2286000" algn="l">
              <a:lnSpc>
                <a:spcPct val="10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3" name="Google Shape;73;p86"/>
          <p:cNvSpPr txBox="1"/>
          <p:nvPr>
            <p:ph idx="10" type="dt"/>
          </p:nvPr>
        </p:nvSpPr>
        <p:spPr>
          <a:xfrm>
            <a:off x="7644731" y="36000"/>
            <a:ext cx="1368000" cy="57600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86"/>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86"/>
          <p:cNvSpPr txBox="1"/>
          <p:nvPr>
            <p:ph idx="12" type="sldNum"/>
          </p:nvPr>
        </p:nvSpPr>
        <p:spPr>
          <a:xfrm>
            <a:off x="4212000" y="6500068"/>
            <a:ext cx="720000" cy="288000"/>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セクション見出し(2/7)">
  <p:cSld name="セクション見出し(2/7)">
    <p:spTree>
      <p:nvGrpSpPr>
        <p:cNvPr id="76" name="Shape 76"/>
        <p:cNvGrpSpPr/>
        <p:nvPr/>
      </p:nvGrpSpPr>
      <p:grpSpPr>
        <a:xfrm>
          <a:off x="0" y="0"/>
          <a:ext cx="0" cy="0"/>
          <a:chOff x="0" y="0"/>
          <a:chExt cx="0" cy="0"/>
        </a:xfrm>
      </p:grpSpPr>
      <p:sp>
        <p:nvSpPr>
          <p:cNvPr id="77" name="Google Shape;77;p87"/>
          <p:cNvSpPr txBox="1"/>
          <p:nvPr>
            <p:ph type="ctrTitle"/>
          </p:nvPr>
        </p:nvSpPr>
        <p:spPr>
          <a:xfrm>
            <a:off x="72000" y="2088000"/>
            <a:ext cx="9000000" cy="2520000"/>
          </a:xfrm>
          <a:prstGeom prst="rect">
            <a:avLst/>
          </a:prstGeom>
          <a:noFill/>
          <a:ln>
            <a:noFill/>
          </a:ln>
        </p:spPr>
        <p:txBody>
          <a:bodyPr anchorCtr="0" anchor="ctr" bIns="45700" lIns="91425" spcFirstLastPara="1" rIns="91425" wrap="square" tIns="45700">
            <a:normAutofit/>
          </a:bodyPr>
          <a:lstStyle>
            <a:lvl1pPr lvl="0" algn="ctr">
              <a:lnSpc>
                <a:spcPct val="120000"/>
              </a:lnSpc>
              <a:spcBef>
                <a:spcPts val="0"/>
              </a:spcBef>
              <a:spcAft>
                <a:spcPts val="0"/>
              </a:spcAft>
              <a:buClr>
                <a:schemeClr val="dk1"/>
              </a:buClr>
              <a:buSzPts val="4000"/>
              <a:buFont typeface="Arial"/>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8" name="Google Shape;78;p87"/>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87"/>
          <p:cNvSpPr/>
          <p:nvPr/>
        </p:nvSpPr>
        <p:spPr>
          <a:xfrm>
            <a:off x="0" y="601134"/>
            <a:ext cx="9144000" cy="72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0" name="Google Shape;80;p87"/>
          <p:cNvSpPr/>
          <p:nvPr/>
        </p:nvSpPr>
        <p:spPr>
          <a:xfrm>
            <a:off x="0" y="0"/>
            <a:ext cx="9144000" cy="36000"/>
          </a:xfrm>
          <a:prstGeom prst="rect">
            <a:avLst/>
          </a:prstGeom>
          <a:solidFill>
            <a:srgbClr val="A01D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1" name="Google Shape;81;p87"/>
          <p:cNvSpPr txBox="1"/>
          <p:nvPr>
            <p:ph idx="10" type="dt"/>
          </p:nvPr>
        </p:nvSpPr>
        <p:spPr>
          <a:xfrm>
            <a:off x="7644731" y="36000"/>
            <a:ext cx="1368000" cy="57600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87"/>
          <p:cNvSpPr txBox="1"/>
          <p:nvPr>
            <p:ph idx="12" type="sldNum"/>
          </p:nvPr>
        </p:nvSpPr>
        <p:spPr>
          <a:xfrm>
            <a:off x="4212000" y="6500068"/>
            <a:ext cx="720000" cy="288000"/>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ja-JP"/>
              <a:t>‹#›</a:t>
            </a:fld>
            <a:endParaRPr/>
          </a:p>
        </p:txBody>
      </p:sp>
      <p:sp>
        <p:nvSpPr>
          <p:cNvPr id="83" name="Google Shape;83;p87"/>
          <p:cNvSpPr/>
          <p:nvPr/>
        </p:nvSpPr>
        <p:spPr>
          <a:xfrm>
            <a:off x="4392000" y="5328000"/>
            <a:ext cx="360000" cy="360000"/>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1600">
              <a:solidFill>
                <a:schemeClr val="accent3"/>
              </a:solidFill>
              <a:latin typeface="Arial"/>
              <a:ea typeface="Arial"/>
              <a:cs typeface="Arial"/>
              <a:sym typeface="Arial"/>
            </a:endParaRPr>
          </a:p>
        </p:txBody>
      </p:sp>
      <p:sp>
        <p:nvSpPr>
          <p:cNvPr id="84" name="Google Shape;84;p87"/>
          <p:cNvSpPr/>
          <p:nvPr/>
        </p:nvSpPr>
        <p:spPr>
          <a:xfrm>
            <a:off x="3888000" y="5328000"/>
            <a:ext cx="360000" cy="360000"/>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1600">
              <a:solidFill>
                <a:schemeClr val="accent3"/>
              </a:solidFill>
              <a:latin typeface="Arial"/>
              <a:ea typeface="Arial"/>
              <a:cs typeface="Arial"/>
              <a:sym typeface="Arial"/>
            </a:endParaRPr>
          </a:p>
        </p:txBody>
      </p:sp>
      <p:sp>
        <p:nvSpPr>
          <p:cNvPr id="85" name="Google Shape;85;p87"/>
          <p:cNvSpPr/>
          <p:nvPr/>
        </p:nvSpPr>
        <p:spPr>
          <a:xfrm>
            <a:off x="4896000" y="5328000"/>
            <a:ext cx="360000" cy="360000"/>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1600">
              <a:solidFill>
                <a:schemeClr val="accent3"/>
              </a:solidFill>
              <a:latin typeface="Arial"/>
              <a:ea typeface="Arial"/>
              <a:cs typeface="Arial"/>
              <a:sym typeface="Arial"/>
            </a:endParaRPr>
          </a:p>
        </p:txBody>
      </p:sp>
      <p:sp>
        <p:nvSpPr>
          <p:cNvPr id="86" name="Google Shape;86;p87"/>
          <p:cNvSpPr/>
          <p:nvPr/>
        </p:nvSpPr>
        <p:spPr>
          <a:xfrm>
            <a:off x="5400000" y="5328000"/>
            <a:ext cx="360000" cy="360000"/>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1600">
              <a:solidFill>
                <a:schemeClr val="accent3"/>
              </a:solidFill>
              <a:latin typeface="Arial"/>
              <a:ea typeface="Arial"/>
              <a:cs typeface="Arial"/>
              <a:sym typeface="Arial"/>
            </a:endParaRPr>
          </a:p>
        </p:txBody>
      </p:sp>
      <p:sp>
        <p:nvSpPr>
          <p:cNvPr id="87" name="Google Shape;87;p87"/>
          <p:cNvSpPr/>
          <p:nvPr/>
        </p:nvSpPr>
        <p:spPr>
          <a:xfrm>
            <a:off x="3384000" y="5328000"/>
            <a:ext cx="360000" cy="360000"/>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1600">
              <a:solidFill>
                <a:schemeClr val="accent3"/>
              </a:solidFill>
              <a:latin typeface="Arial"/>
              <a:ea typeface="Arial"/>
              <a:cs typeface="Arial"/>
              <a:sym typeface="Arial"/>
            </a:endParaRPr>
          </a:p>
        </p:txBody>
      </p:sp>
      <p:sp>
        <p:nvSpPr>
          <p:cNvPr id="88" name="Google Shape;88;p87"/>
          <p:cNvSpPr/>
          <p:nvPr/>
        </p:nvSpPr>
        <p:spPr>
          <a:xfrm>
            <a:off x="2880000" y="5328000"/>
            <a:ext cx="360000" cy="360000"/>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1600">
              <a:solidFill>
                <a:schemeClr val="accent3"/>
              </a:solidFill>
              <a:latin typeface="Arial"/>
              <a:ea typeface="Arial"/>
              <a:cs typeface="Arial"/>
              <a:sym typeface="Arial"/>
            </a:endParaRPr>
          </a:p>
        </p:txBody>
      </p:sp>
      <p:sp>
        <p:nvSpPr>
          <p:cNvPr id="89" name="Google Shape;89;p87"/>
          <p:cNvSpPr/>
          <p:nvPr/>
        </p:nvSpPr>
        <p:spPr>
          <a:xfrm>
            <a:off x="5904000" y="5328000"/>
            <a:ext cx="360000" cy="360000"/>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1600">
              <a:solidFill>
                <a:schemeClr val="accent3"/>
              </a:solidFill>
              <a:latin typeface="Arial"/>
              <a:ea typeface="Arial"/>
              <a:cs typeface="Arial"/>
              <a:sym typeface="Arial"/>
            </a:endParaRPr>
          </a:p>
        </p:txBody>
      </p:sp>
      <p:sp>
        <p:nvSpPr>
          <p:cNvPr id="90" name="Google Shape;90;p87"/>
          <p:cNvSpPr/>
          <p:nvPr/>
        </p:nvSpPr>
        <p:spPr>
          <a:xfrm>
            <a:off x="3312000" y="5256000"/>
            <a:ext cx="504000" cy="504000"/>
          </a:xfrm>
          <a:prstGeom prst="ellipse">
            <a:avLst/>
          </a:prstGeom>
          <a:solidFill>
            <a:srgbClr val="A01D45"/>
          </a:solidFill>
          <a:ln cap="flat" cmpd="sng" w="190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600">
                <a:solidFill>
                  <a:schemeClr val="lt1"/>
                </a:solidFill>
                <a:latin typeface="Arial"/>
                <a:ea typeface="Arial"/>
                <a:cs typeface="Arial"/>
                <a:sym typeface="Arial"/>
              </a:rPr>
              <a:t>2</a:t>
            </a:r>
            <a:endParaRPr b="1" sz="1600">
              <a:solidFill>
                <a:schemeClr val="lt1"/>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セクション見出し(3/7)">
  <p:cSld name="セクション見出し(3/7)">
    <p:spTree>
      <p:nvGrpSpPr>
        <p:cNvPr id="91" name="Shape 91"/>
        <p:cNvGrpSpPr/>
        <p:nvPr/>
      </p:nvGrpSpPr>
      <p:grpSpPr>
        <a:xfrm>
          <a:off x="0" y="0"/>
          <a:ext cx="0" cy="0"/>
          <a:chOff x="0" y="0"/>
          <a:chExt cx="0" cy="0"/>
        </a:xfrm>
      </p:grpSpPr>
      <p:sp>
        <p:nvSpPr>
          <p:cNvPr id="92" name="Google Shape;92;p88"/>
          <p:cNvSpPr txBox="1"/>
          <p:nvPr>
            <p:ph type="ctrTitle"/>
          </p:nvPr>
        </p:nvSpPr>
        <p:spPr>
          <a:xfrm>
            <a:off x="72000" y="2088000"/>
            <a:ext cx="9000000" cy="2520000"/>
          </a:xfrm>
          <a:prstGeom prst="rect">
            <a:avLst/>
          </a:prstGeom>
          <a:noFill/>
          <a:ln>
            <a:noFill/>
          </a:ln>
        </p:spPr>
        <p:txBody>
          <a:bodyPr anchorCtr="0" anchor="ctr" bIns="45700" lIns="91425" spcFirstLastPara="1" rIns="91425" wrap="square" tIns="45700">
            <a:normAutofit/>
          </a:bodyPr>
          <a:lstStyle>
            <a:lvl1pPr lvl="0" algn="ctr">
              <a:lnSpc>
                <a:spcPct val="120000"/>
              </a:lnSpc>
              <a:spcBef>
                <a:spcPts val="0"/>
              </a:spcBef>
              <a:spcAft>
                <a:spcPts val="0"/>
              </a:spcAft>
              <a:buClr>
                <a:schemeClr val="dk1"/>
              </a:buClr>
              <a:buSzPts val="4000"/>
              <a:buFont typeface="Arial"/>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3" name="Google Shape;93;p88"/>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88"/>
          <p:cNvSpPr/>
          <p:nvPr/>
        </p:nvSpPr>
        <p:spPr>
          <a:xfrm>
            <a:off x="0" y="601134"/>
            <a:ext cx="9144000" cy="72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5" name="Google Shape;95;p88"/>
          <p:cNvSpPr/>
          <p:nvPr/>
        </p:nvSpPr>
        <p:spPr>
          <a:xfrm>
            <a:off x="0" y="0"/>
            <a:ext cx="9144000" cy="36000"/>
          </a:xfrm>
          <a:prstGeom prst="rect">
            <a:avLst/>
          </a:prstGeom>
          <a:solidFill>
            <a:srgbClr val="A01D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6" name="Google Shape;96;p88"/>
          <p:cNvSpPr txBox="1"/>
          <p:nvPr>
            <p:ph idx="10" type="dt"/>
          </p:nvPr>
        </p:nvSpPr>
        <p:spPr>
          <a:xfrm>
            <a:off x="7644731" y="36000"/>
            <a:ext cx="1368000" cy="57600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88"/>
          <p:cNvSpPr txBox="1"/>
          <p:nvPr>
            <p:ph idx="12" type="sldNum"/>
          </p:nvPr>
        </p:nvSpPr>
        <p:spPr>
          <a:xfrm>
            <a:off x="4212000" y="6500068"/>
            <a:ext cx="720000" cy="288000"/>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ja-JP"/>
              <a:t>‹#›</a:t>
            </a:fld>
            <a:endParaRPr/>
          </a:p>
        </p:txBody>
      </p:sp>
      <p:sp>
        <p:nvSpPr>
          <p:cNvPr id="98" name="Google Shape;98;p88"/>
          <p:cNvSpPr/>
          <p:nvPr/>
        </p:nvSpPr>
        <p:spPr>
          <a:xfrm>
            <a:off x="4392000" y="5328000"/>
            <a:ext cx="360000" cy="360000"/>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1600">
              <a:solidFill>
                <a:schemeClr val="accent3"/>
              </a:solidFill>
              <a:latin typeface="Arial"/>
              <a:ea typeface="Arial"/>
              <a:cs typeface="Arial"/>
              <a:sym typeface="Arial"/>
            </a:endParaRPr>
          </a:p>
        </p:txBody>
      </p:sp>
      <p:sp>
        <p:nvSpPr>
          <p:cNvPr id="99" name="Google Shape;99;p88"/>
          <p:cNvSpPr/>
          <p:nvPr/>
        </p:nvSpPr>
        <p:spPr>
          <a:xfrm>
            <a:off x="3888000" y="5328000"/>
            <a:ext cx="360000" cy="360000"/>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1600">
              <a:solidFill>
                <a:schemeClr val="accent3"/>
              </a:solidFill>
              <a:latin typeface="Arial"/>
              <a:ea typeface="Arial"/>
              <a:cs typeface="Arial"/>
              <a:sym typeface="Arial"/>
            </a:endParaRPr>
          </a:p>
        </p:txBody>
      </p:sp>
      <p:sp>
        <p:nvSpPr>
          <p:cNvPr id="100" name="Google Shape;100;p88"/>
          <p:cNvSpPr/>
          <p:nvPr/>
        </p:nvSpPr>
        <p:spPr>
          <a:xfrm>
            <a:off x="4896000" y="5328000"/>
            <a:ext cx="360000" cy="360000"/>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1600">
              <a:solidFill>
                <a:schemeClr val="accent3"/>
              </a:solidFill>
              <a:latin typeface="Arial"/>
              <a:ea typeface="Arial"/>
              <a:cs typeface="Arial"/>
              <a:sym typeface="Arial"/>
            </a:endParaRPr>
          </a:p>
        </p:txBody>
      </p:sp>
      <p:sp>
        <p:nvSpPr>
          <p:cNvPr id="101" name="Google Shape;101;p88"/>
          <p:cNvSpPr/>
          <p:nvPr/>
        </p:nvSpPr>
        <p:spPr>
          <a:xfrm>
            <a:off x="5400000" y="5328000"/>
            <a:ext cx="360000" cy="360000"/>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1600">
              <a:solidFill>
                <a:schemeClr val="accent3"/>
              </a:solidFill>
              <a:latin typeface="Arial"/>
              <a:ea typeface="Arial"/>
              <a:cs typeface="Arial"/>
              <a:sym typeface="Arial"/>
            </a:endParaRPr>
          </a:p>
        </p:txBody>
      </p:sp>
      <p:sp>
        <p:nvSpPr>
          <p:cNvPr id="102" name="Google Shape;102;p88"/>
          <p:cNvSpPr/>
          <p:nvPr/>
        </p:nvSpPr>
        <p:spPr>
          <a:xfrm>
            <a:off x="3384000" y="5328000"/>
            <a:ext cx="360000" cy="360000"/>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1600">
              <a:solidFill>
                <a:schemeClr val="accent3"/>
              </a:solidFill>
              <a:latin typeface="Arial"/>
              <a:ea typeface="Arial"/>
              <a:cs typeface="Arial"/>
              <a:sym typeface="Arial"/>
            </a:endParaRPr>
          </a:p>
        </p:txBody>
      </p:sp>
      <p:sp>
        <p:nvSpPr>
          <p:cNvPr id="103" name="Google Shape;103;p88"/>
          <p:cNvSpPr/>
          <p:nvPr/>
        </p:nvSpPr>
        <p:spPr>
          <a:xfrm>
            <a:off x="2880000" y="5328000"/>
            <a:ext cx="360000" cy="360000"/>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1600">
              <a:solidFill>
                <a:schemeClr val="accent3"/>
              </a:solidFill>
              <a:latin typeface="Arial"/>
              <a:ea typeface="Arial"/>
              <a:cs typeface="Arial"/>
              <a:sym typeface="Arial"/>
            </a:endParaRPr>
          </a:p>
        </p:txBody>
      </p:sp>
      <p:sp>
        <p:nvSpPr>
          <p:cNvPr id="104" name="Google Shape;104;p88"/>
          <p:cNvSpPr/>
          <p:nvPr/>
        </p:nvSpPr>
        <p:spPr>
          <a:xfrm>
            <a:off x="5904000" y="5328000"/>
            <a:ext cx="360000" cy="360000"/>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1600">
              <a:solidFill>
                <a:schemeClr val="accent3"/>
              </a:solidFill>
              <a:latin typeface="Arial"/>
              <a:ea typeface="Arial"/>
              <a:cs typeface="Arial"/>
              <a:sym typeface="Arial"/>
            </a:endParaRPr>
          </a:p>
        </p:txBody>
      </p:sp>
      <p:sp>
        <p:nvSpPr>
          <p:cNvPr id="105" name="Google Shape;105;p88"/>
          <p:cNvSpPr/>
          <p:nvPr/>
        </p:nvSpPr>
        <p:spPr>
          <a:xfrm>
            <a:off x="3816000" y="5256000"/>
            <a:ext cx="504000" cy="504000"/>
          </a:xfrm>
          <a:prstGeom prst="ellipse">
            <a:avLst/>
          </a:prstGeom>
          <a:solidFill>
            <a:srgbClr val="A01D45"/>
          </a:solidFill>
          <a:ln cap="flat" cmpd="sng" w="190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600">
                <a:solidFill>
                  <a:schemeClr val="lt1"/>
                </a:solidFill>
                <a:latin typeface="Arial"/>
                <a:ea typeface="Arial"/>
                <a:cs typeface="Arial"/>
                <a:sym typeface="Arial"/>
              </a:rPr>
              <a:t>3</a:t>
            </a:r>
            <a:endParaRPr b="1" sz="1600">
              <a:solidFill>
                <a:schemeClr val="lt1"/>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セクション見出し(4/7)">
  <p:cSld name="セクション見出し(4/7)">
    <p:spTree>
      <p:nvGrpSpPr>
        <p:cNvPr id="106" name="Shape 106"/>
        <p:cNvGrpSpPr/>
        <p:nvPr/>
      </p:nvGrpSpPr>
      <p:grpSpPr>
        <a:xfrm>
          <a:off x="0" y="0"/>
          <a:ext cx="0" cy="0"/>
          <a:chOff x="0" y="0"/>
          <a:chExt cx="0" cy="0"/>
        </a:xfrm>
      </p:grpSpPr>
      <p:sp>
        <p:nvSpPr>
          <p:cNvPr id="107" name="Google Shape;107;p89"/>
          <p:cNvSpPr txBox="1"/>
          <p:nvPr>
            <p:ph type="ctrTitle"/>
          </p:nvPr>
        </p:nvSpPr>
        <p:spPr>
          <a:xfrm>
            <a:off x="72000" y="2088000"/>
            <a:ext cx="9000000" cy="2520000"/>
          </a:xfrm>
          <a:prstGeom prst="rect">
            <a:avLst/>
          </a:prstGeom>
          <a:noFill/>
          <a:ln>
            <a:noFill/>
          </a:ln>
        </p:spPr>
        <p:txBody>
          <a:bodyPr anchorCtr="0" anchor="ctr" bIns="45700" lIns="91425" spcFirstLastPara="1" rIns="91425" wrap="square" tIns="45700">
            <a:normAutofit/>
          </a:bodyPr>
          <a:lstStyle>
            <a:lvl1pPr lvl="0" algn="ctr">
              <a:lnSpc>
                <a:spcPct val="120000"/>
              </a:lnSpc>
              <a:spcBef>
                <a:spcPts val="0"/>
              </a:spcBef>
              <a:spcAft>
                <a:spcPts val="0"/>
              </a:spcAft>
              <a:buClr>
                <a:schemeClr val="dk1"/>
              </a:buClr>
              <a:buSzPts val="4000"/>
              <a:buFont typeface="Arial"/>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8" name="Google Shape;108;p89"/>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89"/>
          <p:cNvSpPr/>
          <p:nvPr/>
        </p:nvSpPr>
        <p:spPr>
          <a:xfrm>
            <a:off x="0" y="601134"/>
            <a:ext cx="9144000" cy="72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0" name="Google Shape;110;p89"/>
          <p:cNvSpPr/>
          <p:nvPr/>
        </p:nvSpPr>
        <p:spPr>
          <a:xfrm>
            <a:off x="0" y="0"/>
            <a:ext cx="9144000" cy="36000"/>
          </a:xfrm>
          <a:prstGeom prst="rect">
            <a:avLst/>
          </a:prstGeom>
          <a:solidFill>
            <a:srgbClr val="A01D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1" name="Google Shape;111;p89"/>
          <p:cNvSpPr txBox="1"/>
          <p:nvPr>
            <p:ph idx="10" type="dt"/>
          </p:nvPr>
        </p:nvSpPr>
        <p:spPr>
          <a:xfrm>
            <a:off x="7644731" y="36000"/>
            <a:ext cx="1368000" cy="57600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2" name="Google Shape;112;p89"/>
          <p:cNvSpPr txBox="1"/>
          <p:nvPr>
            <p:ph idx="12" type="sldNum"/>
          </p:nvPr>
        </p:nvSpPr>
        <p:spPr>
          <a:xfrm>
            <a:off x="4212000" y="6500068"/>
            <a:ext cx="720000" cy="288000"/>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ja-JP"/>
              <a:t>‹#›</a:t>
            </a:fld>
            <a:endParaRPr/>
          </a:p>
        </p:txBody>
      </p:sp>
      <p:sp>
        <p:nvSpPr>
          <p:cNvPr id="113" name="Google Shape;113;p89"/>
          <p:cNvSpPr/>
          <p:nvPr/>
        </p:nvSpPr>
        <p:spPr>
          <a:xfrm>
            <a:off x="4392000" y="5328000"/>
            <a:ext cx="360000" cy="360000"/>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1600">
              <a:solidFill>
                <a:schemeClr val="accent3"/>
              </a:solidFill>
              <a:latin typeface="Arial"/>
              <a:ea typeface="Arial"/>
              <a:cs typeface="Arial"/>
              <a:sym typeface="Arial"/>
            </a:endParaRPr>
          </a:p>
        </p:txBody>
      </p:sp>
      <p:sp>
        <p:nvSpPr>
          <p:cNvPr id="114" name="Google Shape;114;p89"/>
          <p:cNvSpPr/>
          <p:nvPr/>
        </p:nvSpPr>
        <p:spPr>
          <a:xfrm>
            <a:off x="3888000" y="5328000"/>
            <a:ext cx="360000" cy="360000"/>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1600">
              <a:solidFill>
                <a:schemeClr val="accent3"/>
              </a:solidFill>
              <a:latin typeface="Arial"/>
              <a:ea typeface="Arial"/>
              <a:cs typeface="Arial"/>
              <a:sym typeface="Arial"/>
            </a:endParaRPr>
          </a:p>
        </p:txBody>
      </p:sp>
      <p:sp>
        <p:nvSpPr>
          <p:cNvPr id="115" name="Google Shape;115;p89"/>
          <p:cNvSpPr/>
          <p:nvPr/>
        </p:nvSpPr>
        <p:spPr>
          <a:xfrm>
            <a:off x="4896000" y="5328000"/>
            <a:ext cx="360000" cy="360000"/>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1600">
              <a:solidFill>
                <a:schemeClr val="accent3"/>
              </a:solidFill>
              <a:latin typeface="Arial"/>
              <a:ea typeface="Arial"/>
              <a:cs typeface="Arial"/>
              <a:sym typeface="Arial"/>
            </a:endParaRPr>
          </a:p>
        </p:txBody>
      </p:sp>
      <p:sp>
        <p:nvSpPr>
          <p:cNvPr id="116" name="Google Shape;116;p89"/>
          <p:cNvSpPr/>
          <p:nvPr/>
        </p:nvSpPr>
        <p:spPr>
          <a:xfrm>
            <a:off x="5400000" y="5328000"/>
            <a:ext cx="360000" cy="360000"/>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1600">
              <a:solidFill>
                <a:schemeClr val="accent3"/>
              </a:solidFill>
              <a:latin typeface="Arial"/>
              <a:ea typeface="Arial"/>
              <a:cs typeface="Arial"/>
              <a:sym typeface="Arial"/>
            </a:endParaRPr>
          </a:p>
        </p:txBody>
      </p:sp>
      <p:sp>
        <p:nvSpPr>
          <p:cNvPr id="117" name="Google Shape;117;p89"/>
          <p:cNvSpPr/>
          <p:nvPr/>
        </p:nvSpPr>
        <p:spPr>
          <a:xfrm>
            <a:off x="3384000" y="5328000"/>
            <a:ext cx="360000" cy="360000"/>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1600">
              <a:solidFill>
                <a:schemeClr val="accent3"/>
              </a:solidFill>
              <a:latin typeface="Arial"/>
              <a:ea typeface="Arial"/>
              <a:cs typeface="Arial"/>
              <a:sym typeface="Arial"/>
            </a:endParaRPr>
          </a:p>
        </p:txBody>
      </p:sp>
      <p:sp>
        <p:nvSpPr>
          <p:cNvPr id="118" name="Google Shape;118;p89"/>
          <p:cNvSpPr/>
          <p:nvPr/>
        </p:nvSpPr>
        <p:spPr>
          <a:xfrm>
            <a:off x="2880000" y="5328000"/>
            <a:ext cx="360000" cy="360000"/>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1600">
              <a:solidFill>
                <a:schemeClr val="accent3"/>
              </a:solidFill>
              <a:latin typeface="Arial"/>
              <a:ea typeface="Arial"/>
              <a:cs typeface="Arial"/>
              <a:sym typeface="Arial"/>
            </a:endParaRPr>
          </a:p>
        </p:txBody>
      </p:sp>
      <p:sp>
        <p:nvSpPr>
          <p:cNvPr id="119" name="Google Shape;119;p89"/>
          <p:cNvSpPr/>
          <p:nvPr/>
        </p:nvSpPr>
        <p:spPr>
          <a:xfrm>
            <a:off x="5904000" y="5328000"/>
            <a:ext cx="360000" cy="360000"/>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1600">
              <a:solidFill>
                <a:schemeClr val="accent3"/>
              </a:solidFill>
              <a:latin typeface="Arial"/>
              <a:ea typeface="Arial"/>
              <a:cs typeface="Arial"/>
              <a:sym typeface="Arial"/>
            </a:endParaRPr>
          </a:p>
        </p:txBody>
      </p:sp>
      <p:sp>
        <p:nvSpPr>
          <p:cNvPr id="120" name="Google Shape;120;p89"/>
          <p:cNvSpPr/>
          <p:nvPr/>
        </p:nvSpPr>
        <p:spPr>
          <a:xfrm>
            <a:off x="4320000" y="5256000"/>
            <a:ext cx="504000" cy="504000"/>
          </a:xfrm>
          <a:prstGeom prst="ellipse">
            <a:avLst/>
          </a:prstGeom>
          <a:solidFill>
            <a:srgbClr val="A01D45"/>
          </a:solidFill>
          <a:ln cap="flat" cmpd="sng" w="190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600">
                <a:solidFill>
                  <a:schemeClr val="lt1"/>
                </a:solidFill>
                <a:latin typeface="Arial"/>
                <a:ea typeface="Arial"/>
                <a:cs typeface="Arial"/>
                <a:sym typeface="Arial"/>
              </a:rPr>
              <a:t>4</a:t>
            </a:r>
            <a:endParaRPr b="1" sz="1600">
              <a:solidFill>
                <a:schemeClr val="lt1"/>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セクション見出し(5/7)">
  <p:cSld name="セクション見出し(5/7)">
    <p:spTree>
      <p:nvGrpSpPr>
        <p:cNvPr id="121" name="Shape 121"/>
        <p:cNvGrpSpPr/>
        <p:nvPr/>
      </p:nvGrpSpPr>
      <p:grpSpPr>
        <a:xfrm>
          <a:off x="0" y="0"/>
          <a:ext cx="0" cy="0"/>
          <a:chOff x="0" y="0"/>
          <a:chExt cx="0" cy="0"/>
        </a:xfrm>
      </p:grpSpPr>
      <p:sp>
        <p:nvSpPr>
          <p:cNvPr id="122" name="Google Shape;122;p90"/>
          <p:cNvSpPr txBox="1"/>
          <p:nvPr>
            <p:ph type="ctrTitle"/>
          </p:nvPr>
        </p:nvSpPr>
        <p:spPr>
          <a:xfrm>
            <a:off x="72000" y="2088000"/>
            <a:ext cx="9000000" cy="2520000"/>
          </a:xfrm>
          <a:prstGeom prst="rect">
            <a:avLst/>
          </a:prstGeom>
          <a:noFill/>
          <a:ln>
            <a:noFill/>
          </a:ln>
        </p:spPr>
        <p:txBody>
          <a:bodyPr anchorCtr="0" anchor="ctr" bIns="45700" lIns="91425" spcFirstLastPara="1" rIns="91425" wrap="square" tIns="45700">
            <a:normAutofit/>
          </a:bodyPr>
          <a:lstStyle>
            <a:lvl1pPr lvl="0" algn="ctr">
              <a:lnSpc>
                <a:spcPct val="120000"/>
              </a:lnSpc>
              <a:spcBef>
                <a:spcPts val="0"/>
              </a:spcBef>
              <a:spcAft>
                <a:spcPts val="0"/>
              </a:spcAft>
              <a:buClr>
                <a:schemeClr val="dk1"/>
              </a:buClr>
              <a:buSzPts val="4000"/>
              <a:buFont typeface="Arial"/>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3" name="Google Shape;123;p90"/>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4" name="Google Shape;124;p90"/>
          <p:cNvSpPr/>
          <p:nvPr/>
        </p:nvSpPr>
        <p:spPr>
          <a:xfrm>
            <a:off x="0" y="601134"/>
            <a:ext cx="9144000" cy="72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5" name="Google Shape;125;p90"/>
          <p:cNvSpPr/>
          <p:nvPr/>
        </p:nvSpPr>
        <p:spPr>
          <a:xfrm>
            <a:off x="0" y="0"/>
            <a:ext cx="9144000" cy="36000"/>
          </a:xfrm>
          <a:prstGeom prst="rect">
            <a:avLst/>
          </a:prstGeom>
          <a:solidFill>
            <a:srgbClr val="A01D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6" name="Google Shape;126;p90"/>
          <p:cNvSpPr txBox="1"/>
          <p:nvPr>
            <p:ph idx="10" type="dt"/>
          </p:nvPr>
        </p:nvSpPr>
        <p:spPr>
          <a:xfrm>
            <a:off x="7644731" y="36000"/>
            <a:ext cx="1368000" cy="57600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p90"/>
          <p:cNvSpPr txBox="1"/>
          <p:nvPr>
            <p:ph idx="12" type="sldNum"/>
          </p:nvPr>
        </p:nvSpPr>
        <p:spPr>
          <a:xfrm>
            <a:off x="4212000" y="6500068"/>
            <a:ext cx="720000" cy="288000"/>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ja-JP"/>
              <a:t>‹#›</a:t>
            </a:fld>
            <a:endParaRPr/>
          </a:p>
        </p:txBody>
      </p:sp>
      <p:sp>
        <p:nvSpPr>
          <p:cNvPr id="128" name="Google Shape;128;p90"/>
          <p:cNvSpPr/>
          <p:nvPr/>
        </p:nvSpPr>
        <p:spPr>
          <a:xfrm>
            <a:off x="4392000" y="5328000"/>
            <a:ext cx="360000" cy="360000"/>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1600">
              <a:solidFill>
                <a:schemeClr val="accent3"/>
              </a:solidFill>
              <a:latin typeface="Arial"/>
              <a:ea typeface="Arial"/>
              <a:cs typeface="Arial"/>
              <a:sym typeface="Arial"/>
            </a:endParaRPr>
          </a:p>
        </p:txBody>
      </p:sp>
      <p:sp>
        <p:nvSpPr>
          <p:cNvPr id="129" name="Google Shape;129;p90"/>
          <p:cNvSpPr/>
          <p:nvPr/>
        </p:nvSpPr>
        <p:spPr>
          <a:xfrm>
            <a:off x="3888000" y="5328000"/>
            <a:ext cx="360000" cy="360000"/>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1600">
              <a:solidFill>
                <a:schemeClr val="accent3"/>
              </a:solidFill>
              <a:latin typeface="Arial"/>
              <a:ea typeface="Arial"/>
              <a:cs typeface="Arial"/>
              <a:sym typeface="Arial"/>
            </a:endParaRPr>
          </a:p>
        </p:txBody>
      </p:sp>
      <p:sp>
        <p:nvSpPr>
          <p:cNvPr id="130" name="Google Shape;130;p90"/>
          <p:cNvSpPr/>
          <p:nvPr/>
        </p:nvSpPr>
        <p:spPr>
          <a:xfrm>
            <a:off x="4896000" y="5328000"/>
            <a:ext cx="360000" cy="360000"/>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1600">
              <a:solidFill>
                <a:schemeClr val="accent3"/>
              </a:solidFill>
              <a:latin typeface="Arial"/>
              <a:ea typeface="Arial"/>
              <a:cs typeface="Arial"/>
              <a:sym typeface="Arial"/>
            </a:endParaRPr>
          </a:p>
        </p:txBody>
      </p:sp>
      <p:sp>
        <p:nvSpPr>
          <p:cNvPr id="131" name="Google Shape;131;p90"/>
          <p:cNvSpPr/>
          <p:nvPr/>
        </p:nvSpPr>
        <p:spPr>
          <a:xfrm>
            <a:off x="5400000" y="5328000"/>
            <a:ext cx="360000" cy="360000"/>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1600">
              <a:solidFill>
                <a:schemeClr val="accent3"/>
              </a:solidFill>
              <a:latin typeface="Arial"/>
              <a:ea typeface="Arial"/>
              <a:cs typeface="Arial"/>
              <a:sym typeface="Arial"/>
            </a:endParaRPr>
          </a:p>
        </p:txBody>
      </p:sp>
      <p:sp>
        <p:nvSpPr>
          <p:cNvPr id="132" name="Google Shape;132;p90"/>
          <p:cNvSpPr/>
          <p:nvPr/>
        </p:nvSpPr>
        <p:spPr>
          <a:xfrm>
            <a:off x="3384000" y="5328000"/>
            <a:ext cx="360000" cy="360000"/>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1600">
              <a:solidFill>
                <a:schemeClr val="accent3"/>
              </a:solidFill>
              <a:latin typeface="Arial"/>
              <a:ea typeface="Arial"/>
              <a:cs typeface="Arial"/>
              <a:sym typeface="Arial"/>
            </a:endParaRPr>
          </a:p>
        </p:txBody>
      </p:sp>
      <p:sp>
        <p:nvSpPr>
          <p:cNvPr id="133" name="Google Shape;133;p90"/>
          <p:cNvSpPr/>
          <p:nvPr/>
        </p:nvSpPr>
        <p:spPr>
          <a:xfrm>
            <a:off x="2880000" y="5328000"/>
            <a:ext cx="360000" cy="360000"/>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1600">
              <a:solidFill>
                <a:schemeClr val="accent3"/>
              </a:solidFill>
              <a:latin typeface="Arial"/>
              <a:ea typeface="Arial"/>
              <a:cs typeface="Arial"/>
              <a:sym typeface="Arial"/>
            </a:endParaRPr>
          </a:p>
        </p:txBody>
      </p:sp>
      <p:sp>
        <p:nvSpPr>
          <p:cNvPr id="134" name="Google Shape;134;p90"/>
          <p:cNvSpPr/>
          <p:nvPr/>
        </p:nvSpPr>
        <p:spPr>
          <a:xfrm>
            <a:off x="5904000" y="5328000"/>
            <a:ext cx="360000" cy="360000"/>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1600">
              <a:solidFill>
                <a:schemeClr val="accent3"/>
              </a:solidFill>
              <a:latin typeface="Arial"/>
              <a:ea typeface="Arial"/>
              <a:cs typeface="Arial"/>
              <a:sym typeface="Arial"/>
            </a:endParaRPr>
          </a:p>
        </p:txBody>
      </p:sp>
      <p:sp>
        <p:nvSpPr>
          <p:cNvPr id="135" name="Google Shape;135;p90"/>
          <p:cNvSpPr/>
          <p:nvPr/>
        </p:nvSpPr>
        <p:spPr>
          <a:xfrm>
            <a:off x="4824000" y="5256000"/>
            <a:ext cx="504000" cy="504000"/>
          </a:xfrm>
          <a:prstGeom prst="ellipse">
            <a:avLst/>
          </a:prstGeom>
          <a:solidFill>
            <a:srgbClr val="A01D45"/>
          </a:solidFill>
          <a:ln cap="flat" cmpd="sng" w="190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600">
                <a:solidFill>
                  <a:schemeClr val="lt1"/>
                </a:solidFill>
                <a:latin typeface="Arial"/>
                <a:ea typeface="Arial"/>
                <a:cs typeface="Arial"/>
                <a:sym typeface="Arial"/>
              </a:rPr>
              <a:t>5</a:t>
            </a:r>
            <a:endParaRPr b="1" sz="1600">
              <a:solidFill>
                <a:schemeClr val="lt1"/>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セクション見出し(6/7)">
  <p:cSld name="セクション見出し(6/7)">
    <p:spTree>
      <p:nvGrpSpPr>
        <p:cNvPr id="136" name="Shape 136"/>
        <p:cNvGrpSpPr/>
        <p:nvPr/>
      </p:nvGrpSpPr>
      <p:grpSpPr>
        <a:xfrm>
          <a:off x="0" y="0"/>
          <a:ext cx="0" cy="0"/>
          <a:chOff x="0" y="0"/>
          <a:chExt cx="0" cy="0"/>
        </a:xfrm>
      </p:grpSpPr>
      <p:sp>
        <p:nvSpPr>
          <p:cNvPr id="137" name="Google Shape;137;p91"/>
          <p:cNvSpPr txBox="1"/>
          <p:nvPr>
            <p:ph type="ctrTitle"/>
          </p:nvPr>
        </p:nvSpPr>
        <p:spPr>
          <a:xfrm>
            <a:off x="72000" y="2088000"/>
            <a:ext cx="9000000" cy="2520000"/>
          </a:xfrm>
          <a:prstGeom prst="rect">
            <a:avLst/>
          </a:prstGeom>
          <a:noFill/>
          <a:ln>
            <a:noFill/>
          </a:ln>
        </p:spPr>
        <p:txBody>
          <a:bodyPr anchorCtr="0" anchor="ctr" bIns="45700" lIns="91425" spcFirstLastPara="1" rIns="91425" wrap="square" tIns="45700">
            <a:normAutofit/>
          </a:bodyPr>
          <a:lstStyle>
            <a:lvl1pPr lvl="0" algn="ctr">
              <a:lnSpc>
                <a:spcPct val="120000"/>
              </a:lnSpc>
              <a:spcBef>
                <a:spcPts val="0"/>
              </a:spcBef>
              <a:spcAft>
                <a:spcPts val="0"/>
              </a:spcAft>
              <a:buClr>
                <a:schemeClr val="dk1"/>
              </a:buClr>
              <a:buSzPts val="4000"/>
              <a:buFont typeface="Arial"/>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8" name="Google Shape;138;p91"/>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9" name="Google Shape;139;p91"/>
          <p:cNvSpPr/>
          <p:nvPr/>
        </p:nvSpPr>
        <p:spPr>
          <a:xfrm>
            <a:off x="0" y="601134"/>
            <a:ext cx="9144000" cy="72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0" name="Google Shape;140;p91"/>
          <p:cNvSpPr/>
          <p:nvPr/>
        </p:nvSpPr>
        <p:spPr>
          <a:xfrm>
            <a:off x="0" y="0"/>
            <a:ext cx="9144000" cy="36000"/>
          </a:xfrm>
          <a:prstGeom prst="rect">
            <a:avLst/>
          </a:prstGeom>
          <a:solidFill>
            <a:srgbClr val="A01D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41" name="Google Shape;141;p91"/>
          <p:cNvSpPr txBox="1"/>
          <p:nvPr>
            <p:ph idx="10" type="dt"/>
          </p:nvPr>
        </p:nvSpPr>
        <p:spPr>
          <a:xfrm>
            <a:off x="7644731" y="36000"/>
            <a:ext cx="1368000" cy="57600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2" name="Google Shape;142;p91"/>
          <p:cNvSpPr txBox="1"/>
          <p:nvPr>
            <p:ph idx="12" type="sldNum"/>
          </p:nvPr>
        </p:nvSpPr>
        <p:spPr>
          <a:xfrm>
            <a:off x="4212000" y="6500068"/>
            <a:ext cx="720000" cy="288000"/>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ja-JP"/>
              <a:t>‹#›</a:t>
            </a:fld>
            <a:endParaRPr/>
          </a:p>
        </p:txBody>
      </p:sp>
      <p:sp>
        <p:nvSpPr>
          <p:cNvPr id="143" name="Google Shape;143;p91"/>
          <p:cNvSpPr/>
          <p:nvPr/>
        </p:nvSpPr>
        <p:spPr>
          <a:xfrm>
            <a:off x="4392000" y="5328000"/>
            <a:ext cx="360000" cy="360000"/>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1600">
              <a:solidFill>
                <a:schemeClr val="accent3"/>
              </a:solidFill>
              <a:latin typeface="Arial"/>
              <a:ea typeface="Arial"/>
              <a:cs typeface="Arial"/>
              <a:sym typeface="Arial"/>
            </a:endParaRPr>
          </a:p>
        </p:txBody>
      </p:sp>
      <p:sp>
        <p:nvSpPr>
          <p:cNvPr id="144" name="Google Shape;144;p91"/>
          <p:cNvSpPr/>
          <p:nvPr/>
        </p:nvSpPr>
        <p:spPr>
          <a:xfrm>
            <a:off x="3888000" y="5328000"/>
            <a:ext cx="360000" cy="360000"/>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1600">
              <a:solidFill>
                <a:schemeClr val="accent3"/>
              </a:solidFill>
              <a:latin typeface="Arial"/>
              <a:ea typeface="Arial"/>
              <a:cs typeface="Arial"/>
              <a:sym typeface="Arial"/>
            </a:endParaRPr>
          </a:p>
        </p:txBody>
      </p:sp>
      <p:sp>
        <p:nvSpPr>
          <p:cNvPr id="145" name="Google Shape;145;p91"/>
          <p:cNvSpPr/>
          <p:nvPr/>
        </p:nvSpPr>
        <p:spPr>
          <a:xfrm>
            <a:off x="4896000" y="5328000"/>
            <a:ext cx="360000" cy="360000"/>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1600">
              <a:solidFill>
                <a:schemeClr val="accent3"/>
              </a:solidFill>
              <a:latin typeface="Arial"/>
              <a:ea typeface="Arial"/>
              <a:cs typeface="Arial"/>
              <a:sym typeface="Arial"/>
            </a:endParaRPr>
          </a:p>
        </p:txBody>
      </p:sp>
      <p:sp>
        <p:nvSpPr>
          <p:cNvPr id="146" name="Google Shape;146;p91"/>
          <p:cNvSpPr/>
          <p:nvPr/>
        </p:nvSpPr>
        <p:spPr>
          <a:xfrm>
            <a:off x="5400000" y="5328000"/>
            <a:ext cx="360000" cy="360000"/>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1600">
              <a:solidFill>
                <a:schemeClr val="accent3"/>
              </a:solidFill>
              <a:latin typeface="Arial"/>
              <a:ea typeface="Arial"/>
              <a:cs typeface="Arial"/>
              <a:sym typeface="Arial"/>
            </a:endParaRPr>
          </a:p>
        </p:txBody>
      </p:sp>
      <p:sp>
        <p:nvSpPr>
          <p:cNvPr id="147" name="Google Shape;147;p91"/>
          <p:cNvSpPr/>
          <p:nvPr/>
        </p:nvSpPr>
        <p:spPr>
          <a:xfrm>
            <a:off x="3384000" y="5328000"/>
            <a:ext cx="360000" cy="360000"/>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1600">
              <a:solidFill>
                <a:schemeClr val="accent3"/>
              </a:solidFill>
              <a:latin typeface="Arial"/>
              <a:ea typeface="Arial"/>
              <a:cs typeface="Arial"/>
              <a:sym typeface="Arial"/>
            </a:endParaRPr>
          </a:p>
        </p:txBody>
      </p:sp>
      <p:sp>
        <p:nvSpPr>
          <p:cNvPr id="148" name="Google Shape;148;p91"/>
          <p:cNvSpPr/>
          <p:nvPr/>
        </p:nvSpPr>
        <p:spPr>
          <a:xfrm>
            <a:off x="2880000" y="5328000"/>
            <a:ext cx="360000" cy="360000"/>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1600">
              <a:solidFill>
                <a:schemeClr val="accent3"/>
              </a:solidFill>
              <a:latin typeface="Arial"/>
              <a:ea typeface="Arial"/>
              <a:cs typeface="Arial"/>
              <a:sym typeface="Arial"/>
            </a:endParaRPr>
          </a:p>
        </p:txBody>
      </p:sp>
      <p:sp>
        <p:nvSpPr>
          <p:cNvPr id="149" name="Google Shape;149;p91"/>
          <p:cNvSpPr/>
          <p:nvPr/>
        </p:nvSpPr>
        <p:spPr>
          <a:xfrm>
            <a:off x="5904000" y="5328000"/>
            <a:ext cx="360000" cy="360000"/>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1600">
              <a:solidFill>
                <a:schemeClr val="accent3"/>
              </a:solidFill>
              <a:latin typeface="Arial"/>
              <a:ea typeface="Arial"/>
              <a:cs typeface="Arial"/>
              <a:sym typeface="Arial"/>
            </a:endParaRPr>
          </a:p>
        </p:txBody>
      </p:sp>
      <p:sp>
        <p:nvSpPr>
          <p:cNvPr id="150" name="Google Shape;150;p91"/>
          <p:cNvSpPr/>
          <p:nvPr/>
        </p:nvSpPr>
        <p:spPr>
          <a:xfrm>
            <a:off x="5328000" y="5256000"/>
            <a:ext cx="504000" cy="504000"/>
          </a:xfrm>
          <a:prstGeom prst="ellipse">
            <a:avLst/>
          </a:prstGeom>
          <a:solidFill>
            <a:srgbClr val="A01D45"/>
          </a:solidFill>
          <a:ln cap="flat" cmpd="sng" w="190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600">
                <a:solidFill>
                  <a:schemeClr val="lt1"/>
                </a:solidFill>
                <a:latin typeface="Arial"/>
                <a:ea typeface="Arial"/>
                <a:cs typeface="Arial"/>
                <a:sym typeface="Arial"/>
              </a:rPr>
              <a:t>6</a:t>
            </a:r>
            <a:endParaRPr b="1" sz="1600">
              <a:solidFill>
                <a:schemeClr val="lt1"/>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セクション見出し(0/7)">
  <p:cSld name="セクション見出し(0/7)">
    <p:spTree>
      <p:nvGrpSpPr>
        <p:cNvPr id="151" name="Shape 151"/>
        <p:cNvGrpSpPr/>
        <p:nvPr/>
      </p:nvGrpSpPr>
      <p:grpSpPr>
        <a:xfrm>
          <a:off x="0" y="0"/>
          <a:ext cx="0" cy="0"/>
          <a:chOff x="0" y="0"/>
          <a:chExt cx="0" cy="0"/>
        </a:xfrm>
      </p:grpSpPr>
      <p:sp>
        <p:nvSpPr>
          <p:cNvPr id="152" name="Google Shape;152;p92"/>
          <p:cNvSpPr txBox="1"/>
          <p:nvPr>
            <p:ph type="ctrTitle"/>
          </p:nvPr>
        </p:nvSpPr>
        <p:spPr>
          <a:xfrm>
            <a:off x="72000" y="2088000"/>
            <a:ext cx="9000000" cy="2520000"/>
          </a:xfrm>
          <a:prstGeom prst="rect">
            <a:avLst/>
          </a:prstGeom>
          <a:noFill/>
          <a:ln>
            <a:noFill/>
          </a:ln>
        </p:spPr>
        <p:txBody>
          <a:bodyPr anchorCtr="0" anchor="ctr" bIns="45700" lIns="91425" spcFirstLastPara="1" rIns="91425" wrap="square" tIns="45700">
            <a:normAutofit/>
          </a:bodyPr>
          <a:lstStyle>
            <a:lvl1pPr lvl="0" algn="ctr">
              <a:lnSpc>
                <a:spcPct val="120000"/>
              </a:lnSpc>
              <a:spcBef>
                <a:spcPts val="0"/>
              </a:spcBef>
              <a:spcAft>
                <a:spcPts val="0"/>
              </a:spcAft>
              <a:buClr>
                <a:schemeClr val="dk1"/>
              </a:buClr>
              <a:buSzPts val="4000"/>
              <a:buFont typeface="Arial"/>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3" name="Google Shape;153;p92"/>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4" name="Google Shape;154;p92"/>
          <p:cNvSpPr/>
          <p:nvPr/>
        </p:nvSpPr>
        <p:spPr>
          <a:xfrm>
            <a:off x="0" y="601134"/>
            <a:ext cx="9144000" cy="72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5" name="Google Shape;155;p92"/>
          <p:cNvSpPr/>
          <p:nvPr/>
        </p:nvSpPr>
        <p:spPr>
          <a:xfrm>
            <a:off x="0" y="0"/>
            <a:ext cx="9144000" cy="36000"/>
          </a:xfrm>
          <a:prstGeom prst="rect">
            <a:avLst/>
          </a:prstGeom>
          <a:solidFill>
            <a:srgbClr val="A01D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56" name="Google Shape;156;p92"/>
          <p:cNvSpPr txBox="1"/>
          <p:nvPr>
            <p:ph idx="10" type="dt"/>
          </p:nvPr>
        </p:nvSpPr>
        <p:spPr>
          <a:xfrm>
            <a:off x="7644731" y="36000"/>
            <a:ext cx="1368000" cy="57600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7" name="Google Shape;157;p92"/>
          <p:cNvSpPr txBox="1"/>
          <p:nvPr>
            <p:ph idx="12" type="sldNum"/>
          </p:nvPr>
        </p:nvSpPr>
        <p:spPr>
          <a:xfrm>
            <a:off x="4212000" y="6500068"/>
            <a:ext cx="720000" cy="288000"/>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ja-JP"/>
              <a:t>‹#›</a:t>
            </a:fld>
            <a:endParaRPr/>
          </a:p>
        </p:txBody>
      </p:sp>
      <p:sp>
        <p:nvSpPr>
          <p:cNvPr id="158" name="Google Shape;158;p92"/>
          <p:cNvSpPr/>
          <p:nvPr/>
        </p:nvSpPr>
        <p:spPr>
          <a:xfrm>
            <a:off x="4392000" y="5328000"/>
            <a:ext cx="360000" cy="360000"/>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1600">
              <a:solidFill>
                <a:schemeClr val="accent3"/>
              </a:solidFill>
              <a:latin typeface="Arial"/>
              <a:ea typeface="Arial"/>
              <a:cs typeface="Arial"/>
              <a:sym typeface="Arial"/>
            </a:endParaRPr>
          </a:p>
        </p:txBody>
      </p:sp>
      <p:sp>
        <p:nvSpPr>
          <p:cNvPr id="159" name="Google Shape;159;p92"/>
          <p:cNvSpPr/>
          <p:nvPr/>
        </p:nvSpPr>
        <p:spPr>
          <a:xfrm>
            <a:off x="3888000" y="5328000"/>
            <a:ext cx="360000" cy="360000"/>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1600">
              <a:solidFill>
                <a:schemeClr val="accent3"/>
              </a:solidFill>
              <a:latin typeface="Arial"/>
              <a:ea typeface="Arial"/>
              <a:cs typeface="Arial"/>
              <a:sym typeface="Arial"/>
            </a:endParaRPr>
          </a:p>
        </p:txBody>
      </p:sp>
      <p:sp>
        <p:nvSpPr>
          <p:cNvPr id="160" name="Google Shape;160;p92"/>
          <p:cNvSpPr/>
          <p:nvPr/>
        </p:nvSpPr>
        <p:spPr>
          <a:xfrm>
            <a:off x="4896000" y="5328000"/>
            <a:ext cx="360000" cy="360000"/>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1600">
              <a:solidFill>
                <a:schemeClr val="accent3"/>
              </a:solidFill>
              <a:latin typeface="Arial"/>
              <a:ea typeface="Arial"/>
              <a:cs typeface="Arial"/>
              <a:sym typeface="Arial"/>
            </a:endParaRPr>
          </a:p>
        </p:txBody>
      </p:sp>
      <p:sp>
        <p:nvSpPr>
          <p:cNvPr id="161" name="Google Shape;161;p92"/>
          <p:cNvSpPr/>
          <p:nvPr/>
        </p:nvSpPr>
        <p:spPr>
          <a:xfrm>
            <a:off x="5400000" y="5328000"/>
            <a:ext cx="360000" cy="360000"/>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1600">
              <a:solidFill>
                <a:schemeClr val="accent3"/>
              </a:solidFill>
              <a:latin typeface="Arial"/>
              <a:ea typeface="Arial"/>
              <a:cs typeface="Arial"/>
              <a:sym typeface="Arial"/>
            </a:endParaRPr>
          </a:p>
        </p:txBody>
      </p:sp>
      <p:sp>
        <p:nvSpPr>
          <p:cNvPr id="162" name="Google Shape;162;p92"/>
          <p:cNvSpPr/>
          <p:nvPr/>
        </p:nvSpPr>
        <p:spPr>
          <a:xfrm>
            <a:off x="3384000" y="5328000"/>
            <a:ext cx="360000" cy="360000"/>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1600">
              <a:solidFill>
                <a:schemeClr val="accent3"/>
              </a:solidFill>
              <a:latin typeface="Arial"/>
              <a:ea typeface="Arial"/>
              <a:cs typeface="Arial"/>
              <a:sym typeface="Arial"/>
            </a:endParaRPr>
          </a:p>
        </p:txBody>
      </p:sp>
      <p:sp>
        <p:nvSpPr>
          <p:cNvPr id="163" name="Google Shape;163;p92"/>
          <p:cNvSpPr/>
          <p:nvPr/>
        </p:nvSpPr>
        <p:spPr>
          <a:xfrm>
            <a:off x="2880000" y="5328000"/>
            <a:ext cx="360000" cy="360000"/>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1600">
              <a:solidFill>
                <a:schemeClr val="accent3"/>
              </a:solidFill>
              <a:latin typeface="Arial"/>
              <a:ea typeface="Arial"/>
              <a:cs typeface="Arial"/>
              <a:sym typeface="Arial"/>
            </a:endParaRPr>
          </a:p>
        </p:txBody>
      </p:sp>
      <p:sp>
        <p:nvSpPr>
          <p:cNvPr id="164" name="Google Shape;164;p92"/>
          <p:cNvSpPr/>
          <p:nvPr/>
        </p:nvSpPr>
        <p:spPr>
          <a:xfrm>
            <a:off x="5904000" y="5328000"/>
            <a:ext cx="360000" cy="360000"/>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1600">
              <a:solidFill>
                <a:schemeClr val="accent3"/>
              </a:solidFill>
              <a:latin typeface="Arial"/>
              <a:ea typeface="Arial"/>
              <a:cs typeface="Arial"/>
              <a:sym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白紙">
  <p:cSld name="白紙">
    <p:spTree>
      <p:nvGrpSpPr>
        <p:cNvPr id="165" name="Shape 165"/>
        <p:cNvGrpSpPr/>
        <p:nvPr/>
      </p:nvGrpSpPr>
      <p:grpSpPr>
        <a:xfrm>
          <a:off x="0" y="0"/>
          <a:ext cx="0" cy="0"/>
          <a:chOff x="0" y="0"/>
          <a:chExt cx="0" cy="0"/>
        </a:xfrm>
      </p:grpSpPr>
      <p:sp>
        <p:nvSpPr>
          <p:cNvPr id="166" name="Google Shape;166;p93"/>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7" name="Google Shape;167;p93"/>
          <p:cNvSpPr txBox="1"/>
          <p:nvPr>
            <p:ph idx="12" type="sldNum"/>
          </p:nvPr>
        </p:nvSpPr>
        <p:spPr>
          <a:xfrm>
            <a:off x="4212000" y="6500068"/>
            <a:ext cx="720000" cy="288000"/>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ja-JP"/>
              <a:t>‹#›</a:t>
            </a:fld>
            <a:endParaRPr/>
          </a:p>
        </p:txBody>
      </p:sp>
      <p:sp>
        <p:nvSpPr>
          <p:cNvPr id="168" name="Google Shape;168;p93"/>
          <p:cNvSpPr/>
          <p:nvPr/>
        </p:nvSpPr>
        <p:spPr>
          <a:xfrm>
            <a:off x="0" y="609601"/>
            <a:ext cx="9144000" cy="72000"/>
          </a:xfrm>
          <a:prstGeom prst="rect">
            <a:avLst/>
          </a:prstGeom>
          <a:solidFill>
            <a:schemeClr val="lt1"/>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最終スライド">
  <p:cSld name="最終スライド">
    <p:spTree>
      <p:nvGrpSpPr>
        <p:cNvPr id="169" name="Shape 169"/>
        <p:cNvGrpSpPr/>
        <p:nvPr/>
      </p:nvGrpSpPr>
      <p:grpSpPr>
        <a:xfrm>
          <a:off x="0" y="0"/>
          <a:ext cx="0" cy="0"/>
          <a:chOff x="0" y="0"/>
          <a:chExt cx="0" cy="0"/>
        </a:xfrm>
      </p:grpSpPr>
      <p:sp>
        <p:nvSpPr>
          <p:cNvPr id="170" name="Google Shape;170;p94"/>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1" name="Google Shape;171;p94"/>
          <p:cNvSpPr/>
          <p:nvPr/>
        </p:nvSpPr>
        <p:spPr>
          <a:xfrm>
            <a:off x="0" y="609601"/>
            <a:ext cx="9144000" cy="72000"/>
          </a:xfrm>
          <a:prstGeom prst="rect">
            <a:avLst/>
          </a:prstGeom>
          <a:solidFill>
            <a:schemeClr val="lt1"/>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172" name="Google Shape;172;p94"/>
          <p:cNvPicPr preferRelativeResize="0"/>
          <p:nvPr/>
        </p:nvPicPr>
        <p:blipFill rotWithShape="1">
          <a:blip r:embed="rId2">
            <a:alphaModFix/>
          </a:blip>
          <a:srcRect b="0" l="0" r="0" t="0"/>
          <a:stretch/>
        </p:blipFill>
        <p:spPr>
          <a:xfrm>
            <a:off x="2857500" y="2980373"/>
            <a:ext cx="3429000" cy="897255"/>
          </a:xfrm>
          <a:prstGeom prst="rect">
            <a:avLst/>
          </a:prstGeom>
          <a:noFill/>
          <a:ln>
            <a:noFill/>
          </a:ln>
        </p:spPr>
      </p:pic>
      <p:sp>
        <p:nvSpPr>
          <p:cNvPr id="173" name="Google Shape;173;p94"/>
          <p:cNvSpPr/>
          <p:nvPr/>
        </p:nvSpPr>
        <p:spPr>
          <a:xfrm>
            <a:off x="6951135" y="6290734"/>
            <a:ext cx="2150533" cy="522735"/>
          </a:xfrm>
          <a:prstGeom prst="rect">
            <a:avLst/>
          </a:prstGeom>
          <a:solidFill>
            <a:schemeClr val="lt1"/>
          </a:solidFill>
          <a:ln cap="flat" cmpd="sng" w="190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600">
              <a:solidFill>
                <a:schemeClr val="lt1"/>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目次">
  <p:cSld name="目次">
    <p:spTree>
      <p:nvGrpSpPr>
        <p:cNvPr id="174" name="Shape 174"/>
        <p:cNvGrpSpPr/>
        <p:nvPr/>
      </p:nvGrpSpPr>
      <p:grpSpPr>
        <a:xfrm>
          <a:off x="0" y="0"/>
          <a:ext cx="0" cy="0"/>
          <a:chOff x="0" y="0"/>
          <a:chExt cx="0" cy="0"/>
        </a:xfrm>
      </p:grpSpPr>
      <p:sp>
        <p:nvSpPr>
          <p:cNvPr id="175" name="Google Shape;175;p95"/>
          <p:cNvSpPr txBox="1"/>
          <p:nvPr>
            <p:ph type="title"/>
          </p:nvPr>
        </p:nvSpPr>
        <p:spPr>
          <a:xfrm>
            <a:off x="144000" y="36000"/>
            <a:ext cx="8856000" cy="5760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6" name="Google Shape;176;p95"/>
          <p:cNvSpPr txBox="1"/>
          <p:nvPr>
            <p:ph idx="10" type="dt"/>
          </p:nvPr>
        </p:nvSpPr>
        <p:spPr>
          <a:xfrm>
            <a:off x="7644731" y="36000"/>
            <a:ext cx="1368000" cy="57600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7" name="Google Shape;177;p95"/>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8" name="Google Shape;178;p95"/>
          <p:cNvSpPr txBox="1"/>
          <p:nvPr>
            <p:ph idx="12" type="sldNum"/>
          </p:nvPr>
        </p:nvSpPr>
        <p:spPr>
          <a:xfrm>
            <a:off x="4212000" y="6500068"/>
            <a:ext cx="720000" cy="288000"/>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ja-JP"/>
              <a:t>‹#›</a:t>
            </a:fld>
            <a:endParaRPr/>
          </a:p>
        </p:txBody>
      </p:sp>
      <p:sp>
        <p:nvSpPr>
          <p:cNvPr id="179" name="Google Shape;179;p95"/>
          <p:cNvSpPr txBox="1"/>
          <p:nvPr/>
        </p:nvSpPr>
        <p:spPr>
          <a:xfrm>
            <a:off x="1152000" y="1116000"/>
            <a:ext cx="432000" cy="432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ja-JP" sz="2400">
                <a:solidFill>
                  <a:srgbClr val="A01D45"/>
                </a:solidFill>
                <a:latin typeface="Arial"/>
                <a:ea typeface="Arial"/>
                <a:cs typeface="Arial"/>
                <a:sym typeface="Arial"/>
              </a:rPr>
              <a:t>１</a:t>
            </a:r>
            <a:endParaRPr b="1" sz="2400">
              <a:solidFill>
                <a:srgbClr val="A01D45"/>
              </a:solidFill>
              <a:latin typeface="Arial"/>
              <a:ea typeface="Arial"/>
              <a:cs typeface="Arial"/>
              <a:sym typeface="Arial"/>
            </a:endParaRPr>
          </a:p>
        </p:txBody>
      </p:sp>
      <p:sp>
        <p:nvSpPr>
          <p:cNvPr id="180" name="Google Shape;180;p95"/>
          <p:cNvSpPr txBox="1"/>
          <p:nvPr/>
        </p:nvSpPr>
        <p:spPr>
          <a:xfrm>
            <a:off x="1152000" y="1908000"/>
            <a:ext cx="432000" cy="432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ja-JP" sz="2400">
                <a:solidFill>
                  <a:srgbClr val="A01D45"/>
                </a:solidFill>
                <a:latin typeface="Arial"/>
                <a:ea typeface="Arial"/>
                <a:cs typeface="Arial"/>
                <a:sym typeface="Arial"/>
              </a:rPr>
              <a:t>2</a:t>
            </a:r>
            <a:endParaRPr/>
          </a:p>
        </p:txBody>
      </p:sp>
      <p:sp>
        <p:nvSpPr>
          <p:cNvPr id="181" name="Google Shape;181;p95"/>
          <p:cNvSpPr txBox="1"/>
          <p:nvPr/>
        </p:nvSpPr>
        <p:spPr>
          <a:xfrm>
            <a:off x="1152000" y="2700000"/>
            <a:ext cx="432000" cy="432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ja-JP" sz="2400">
                <a:solidFill>
                  <a:srgbClr val="A01D45"/>
                </a:solidFill>
                <a:latin typeface="Arial"/>
                <a:ea typeface="Arial"/>
                <a:cs typeface="Arial"/>
                <a:sym typeface="Arial"/>
              </a:rPr>
              <a:t>3</a:t>
            </a:r>
            <a:endParaRPr/>
          </a:p>
        </p:txBody>
      </p:sp>
      <p:sp>
        <p:nvSpPr>
          <p:cNvPr id="182" name="Google Shape;182;p95"/>
          <p:cNvSpPr txBox="1"/>
          <p:nvPr/>
        </p:nvSpPr>
        <p:spPr>
          <a:xfrm>
            <a:off x="1152000" y="3492000"/>
            <a:ext cx="432000" cy="432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ja-JP" sz="2400">
                <a:solidFill>
                  <a:srgbClr val="A01D45"/>
                </a:solidFill>
                <a:latin typeface="Arial"/>
                <a:ea typeface="Arial"/>
                <a:cs typeface="Arial"/>
                <a:sym typeface="Arial"/>
              </a:rPr>
              <a:t>4</a:t>
            </a:r>
            <a:endParaRPr/>
          </a:p>
        </p:txBody>
      </p:sp>
      <p:sp>
        <p:nvSpPr>
          <p:cNvPr id="183" name="Google Shape;183;p95"/>
          <p:cNvSpPr txBox="1"/>
          <p:nvPr/>
        </p:nvSpPr>
        <p:spPr>
          <a:xfrm>
            <a:off x="1152000" y="4284000"/>
            <a:ext cx="432000" cy="432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ja-JP" sz="2400">
                <a:solidFill>
                  <a:srgbClr val="A01D45"/>
                </a:solidFill>
                <a:latin typeface="Arial"/>
                <a:ea typeface="Arial"/>
                <a:cs typeface="Arial"/>
                <a:sym typeface="Arial"/>
              </a:rPr>
              <a:t>5</a:t>
            </a:r>
            <a:endParaRPr/>
          </a:p>
        </p:txBody>
      </p:sp>
      <p:sp>
        <p:nvSpPr>
          <p:cNvPr id="184" name="Google Shape;184;p95"/>
          <p:cNvSpPr txBox="1"/>
          <p:nvPr/>
        </p:nvSpPr>
        <p:spPr>
          <a:xfrm>
            <a:off x="1152000" y="5076000"/>
            <a:ext cx="432000" cy="432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ja-JP" sz="2400">
                <a:solidFill>
                  <a:srgbClr val="A01D45"/>
                </a:solidFill>
                <a:latin typeface="Arial"/>
                <a:ea typeface="Arial"/>
                <a:cs typeface="Arial"/>
                <a:sym typeface="Arial"/>
              </a:rPr>
              <a:t>・</a:t>
            </a:r>
            <a:endParaRPr b="1" sz="2400">
              <a:solidFill>
                <a:srgbClr val="A01D45"/>
              </a:solidFill>
              <a:latin typeface="Arial"/>
              <a:ea typeface="Arial"/>
              <a:cs typeface="Arial"/>
              <a:sym typeface="Arial"/>
            </a:endParaRPr>
          </a:p>
        </p:txBody>
      </p:sp>
      <p:sp>
        <p:nvSpPr>
          <p:cNvPr id="185" name="Google Shape;185;p95"/>
          <p:cNvSpPr txBox="1"/>
          <p:nvPr>
            <p:ph idx="1" type="body"/>
          </p:nvPr>
        </p:nvSpPr>
        <p:spPr>
          <a:xfrm>
            <a:off x="1512000" y="1188000"/>
            <a:ext cx="6480000" cy="252000"/>
          </a:xfrm>
          <a:prstGeom prst="rect">
            <a:avLst/>
          </a:prstGeom>
          <a:noFill/>
          <a:ln>
            <a:noFill/>
          </a:ln>
        </p:spPr>
        <p:txBody>
          <a:bodyPr anchorCtr="0" anchor="t" bIns="36000" lIns="91425" spcFirstLastPara="1" rIns="91425" wrap="square" tIns="36000">
            <a:noAutofit/>
          </a:bodyPr>
          <a:lstStyle>
            <a:lvl1pPr indent="-228600" lvl="0" marL="457200" algn="l">
              <a:lnSpc>
                <a:spcPct val="100000"/>
              </a:lnSpc>
              <a:spcBef>
                <a:spcPts val="1000"/>
              </a:spcBef>
              <a:spcAft>
                <a:spcPts val="0"/>
              </a:spcAft>
              <a:buClr>
                <a:schemeClr val="dk1"/>
              </a:buClr>
              <a:buSzPts val="1600"/>
              <a:buNone/>
              <a:defRPr b="1" sz="1600"/>
            </a:lvl1pPr>
            <a:lvl2pPr indent="-342900" lvl="1" marL="914400" algn="l">
              <a:lnSpc>
                <a:spcPct val="100000"/>
              </a:lnSpc>
              <a:spcBef>
                <a:spcPts val="500"/>
              </a:spcBef>
              <a:spcAft>
                <a:spcPts val="0"/>
              </a:spcAft>
              <a:buClr>
                <a:schemeClr val="dk1"/>
              </a:buClr>
              <a:buSzPts val="1800"/>
              <a:buChar char="•"/>
              <a:defRPr/>
            </a:lvl2pPr>
            <a:lvl3pPr indent="-342900" lvl="2" marL="1371600" algn="l">
              <a:lnSpc>
                <a:spcPct val="100000"/>
              </a:lnSpc>
              <a:spcBef>
                <a:spcPts val="500"/>
              </a:spcBef>
              <a:spcAft>
                <a:spcPts val="0"/>
              </a:spcAft>
              <a:buClr>
                <a:schemeClr val="dk1"/>
              </a:buClr>
              <a:buSzPts val="1800"/>
              <a:buChar char="•"/>
              <a:defRPr/>
            </a:lvl3pPr>
            <a:lvl4pPr indent="-342900" lvl="3" marL="1828800" algn="l">
              <a:lnSpc>
                <a:spcPct val="100000"/>
              </a:lnSpc>
              <a:spcBef>
                <a:spcPts val="500"/>
              </a:spcBef>
              <a:spcAft>
                <a:spcPts val="0"/>
              </a:spcAft>
              <a:buClr>
                <a:schemeClr val="dk1"/>
              </a:buClr>
              <a:buSzPts val="1800"/>
              <a:buChar char="•"/>
              <a:defRPr/>
            </a:lvl4pPr>
            <a:lvl5pPr indent="-342900" lvl="4" marL="2286000" algn="l">
              <a:lnSpc>
                <a:spcPct val="10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6" name="Google Shape;186;p95"/>
          <p:cNvSpPr txBox="1"/>
          <p:nvPr>
            <p:ph idx="2" type="body"/>
          </p:nvPr>
        </p:nvSpPr>
        <p:spPr>
          <a:xfrm>
            <a:off x="1512000" y="1476000"/>
            <a:ext cx="6480000" cy="432000"/>
          </a:xfrm>
          <a:prstGeom prst="rect">
            <a:avLst/>
          </a:prstGeom>
          <a:noFill/>
          <a:ln>
            <a:noFill/>
          </a:ln>
        </p:spPr>
        <p:txBody>
          <a:bodyPr anchorCtr="0" anchor="t" bIns="0" lIns="91425" spcFirstLastPara="1" rIns="91425" wrap="square" tIns="0">
            <a:noAutofit/>
          </a:bodyPr>
          <a:lstStyle>
            <a:lvl1pPr indent="-228600" lvl="0" marL="457200" algn="l">
              <a:lnSpc>
                <a:spcPct val="100000"/>
              </a:lnSpc>
              <a:spcBef>
                <a:spcPts val="1000"/>
              </a:spcBef>
              <a:spcAft>
                <a:spcPts val="0"/>
              </a:spcAft>
              <a:buClr>
                <a:schemeClr val="dk1"/>
              </a:buClr>
              <a:buSzPts val="1400"/>
              <a:buNone/>
              <a:defRPr sz="1400"/>
            </a:lvl1pPr>
            <a:lvl2pPr indent="-228600" lvl="1" marL="914400" algn="l">
              <a:lnSpc>
                <a:spcPct val="100000"/>
              </a:lnSpc>
              <a:spcBef>
                <a:spcPts val="500"/>
              </a:spcBef>
              <a:spcAft>
                <a:spcPts val="0"/>
              </a:spcAft>
              <a:buClr>
                <a:schemeClr val="dk1"/>
              </a:buClr>
              <a:buSzPts val="1400"/>
              <a:buNone/>
              <a:defRPr/>
            </a:lvl2pPr>
            <a:lvl3pPr indent="-228600" lvl="2" marL="1371600" algn="l">
              <a:lnSpc>
                <a:spcPct val="100000"/>
              </a:lnSpc>
              <a:spcBef>
                <a:spcPts val="500"/>
              </a:spcBef>
              <a:spcAft>
                <a:spcPts val="0"/>
              </a:spcAft>
              <a:buClr>
                <a:schemeClr val="dk1"/>
              </a:buClr>
              <a:buSzPts val="1400"/>
              <a:buNone/>
              <a:defRPr/>
            </a:lvl3pPr>
            <a:lvl4pPr indent="-228600" lvl="3" marL="1828800" algn="l">
              <a:lnSpc>
                <a:spcPct val="100000"/>
              </a:lnSpc>
              <a:spcBef>
                <a:spcPts val="500"/>
              </a:spcBef>
              <a:spcAft>
                <a:spcPts val="0"/>
              </a:spcAft>
              <a:buClr>
                <a:schemeClr val="dk1"/>
              </a:buClr>
              <a:buSzPts val="1400"/>
              <a:buNone/>
              <a:defRPr/>
            </a:lvl4pPr>
            <a:lvl5pPr indent="-228600" lvl="4" marL="2286000" algn="l">
              <a:lnSpc>
                <a:spcPct val="100000"/>
              </a:lnSpc>
              <a:spcBef>
                <a:spcPts val="500"/>
              </a:spcBef>
              <a:spcAft>
                <a:spcPts val="0"/>
              </a:spcAft>
              <a:buClr>
                <a:schemeClr val="dk1"/>
              </a:buClr>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7" name="Google Shape;187;p95"/>
          <p:cNvSpPr txBox="1"/>
          <p:nvPr>
            <p:ph idx="3" type="body"/>
          </p:nvPr>
        </p:nvSpPr>
        <p:spPr>
          <a:xfrm>
            <a:off x="1512000" y="1980000"/>
            <a:ext cx="6480000" cy="252000"/>
          </a:xfrm>
          <a:prstGeom prst="rect">
            <a:avLst/>
          </a:prstGeom>
          <a:noFill/>
          <a:ln>
            <a:noFill/>
          </a:ln>
        </p:spPr>
        <p:txBody>
          <a:bodyPr anchorCtr="0" anchor="t" bIns="36000" lIns="91425" spcFirstLastPara="1" rIns="91425" wrap="square" tIns="36000">
            <a:noAutofit/>
          </a:bodyPr>
          <a:lstStyle>
            <a:lvl1pPr indent="-228600" lvl="0" marL="457200" algn="l">
              <a:lnSpc>
                <a:spcPct val="100000"/>
              </a:lnSpc>
              <a:spcBef>
                <a:spcPts val="1000"/>
              </a:spcBef>
              <a:spcAft>
                <a:spcPts val="0"/>
              </a:spcAft>
              <a:buClr>
                <a:schemeClr val="dk1"/>
              </a:buClr>
              <a:buSzPts val="1600"/>
              <a:buNone/>
              <a:defRPr b="1" sz="1600"/>
            </a:lvl1pPr>
            <a:lvl2pPr indent="-342900" lvl="1" marL="914400" algn="l">
              <a:lnSpc>
                <a:spcPct val="100000"/>
              </a:lnSpc>
              <a:spcBef>
                <a:spcPts val="500"/>
              </a:spcBef>
              <a:spcAft>
                <a:spcPts val="0"/>
              </a:spcAft>
              <a:buClr>
                <a:schemeClr val="dk1"/>
              </a:buClr>
              <a:buSzPts val="1800"/>
              <a:buChar char="•"/>
              <a:defRPr/>
            </a:lvl2pPr>
            <a:lvl3pPr indent="-342900" lvl="2" marL="1371600" algn="l">
              <a:lnSpc>
                <a:spcPct val="100000"/>
              </a:lnSpc>
              <a:spcBef>
                <a:spcPts val="500"/>
              </a:spcBef>
              <a:spcAft>
                <a:spcPts val="0"/>
              </a:spcAft>
              <a:buClr>
                <a:schemeClr val="dk1"/>
              </a:buClr>
              <a:buSzPts val="1800"/>
              <a:buChar char="•"/>
              <a:defRPr/>
            </a:lvl3pPr>
            <a:lvl4pPr indent="-342900" lvl="3" marL="1828800" algn="l">
              <a:lnSpc>
                <a:spcPct val="100000"/>
              </a:lnSpc>
              <a:spcBef>
                <a:spcPts val="500"/>
              </a:spcBef>
              <a:spcAft>
                <a:spcPts val="0"/>
              </a:spcAft>
              <a:buClr>
                <a:schemeClr val="dk1"/>
              </a:buClr>
              <a:buSzPts val="1800"/>
              <a:buChar char="•"/>
              <a:defRPr/>
            </a:lvl4pPr>
            <a:lvl5pPr indent="-342900" lvl="4" marL="2286000" algn="l">
              <a:lnSpc>
                <a:spcPct val="10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8" name="Google Shape;188;p95"/>
          <p:cNvSpPr txBox="1"/>
          <p:nvPr>
            <p:ph idx="4" type="body"/>
          </p:nvPr>
        </p:nvSpPr>
        <p:spPr>
          <a:xfrm>
            <a:off x="1512000" y="2268000"/>
            <a:ext cx="6480000" cy="432000"/>
          </a:xfrm>
          <a:prstGeom prst="rect">
            <a:avLst/>
          </a:prstGeom>
          <a:noFill/>
          <a:ln>
            <a:noFill/>
          </a:ln>
        </p:spPr>
        <p:txBody>
          <a:bodyPr anchorCtr="0" anchor="t" bIns="0" lIns="91425" spcFirstLastPara="1" rIns="91425" wrap="square" tIns="0">
            <a:noAutofit/>
          </a:bodyPr>
          <a:lstStyle>
            <a:lvl1pPr indent="-228600" lvl="0" marL="457200" algn="l">
              <a:lnSpc>
                <a:spcPct val="100000"/>
              </a:lnSpc>
              <a:spcBef>
                <a:spcPts val="1000"/>
              </a:spcBef>
              <a:spcAft>
                <a:spcPts val="0"/>
              </a:spcAft>
              <a:buClr>
                <a:schemeClr val="dk1"/>
              </a:buClr>
              <a:buSzPts val="1400"/>
              <a:buNone/>
              <a:defRPr sz="1400"/>
            </a:lvl1pPr>
            <a:lvl2pPr indent="-228600" lvl="1" marL="914400" algn="l">
              <a:lnSpc>
                <a:spcPct val="100000"/>
              </a:lnSpc>
              <a:spcBef>
                <a:spcPts val="500"/>
              </a:spcBef>
              <a:spcAft>
                <a:spcPts val="0"/>
              </a:spcAft>
              <a:buClr>
                <a:schemeClr val="dk1"/>
              </a:buClr>
              <a:buSzPts val="1400"/>
              <a:buNone/>
              <a:defRPr/>
            </a:lvl2pPr>
            <a:lvl3pPr indent="-228600" lvl="2" marL="1371600" algn="l">
              <a:lnSpc>
                <a:spcPct val="100000"/>
              </a:lnSpc>
              <a:spcBef>
                <a:spcPts val="500"/>
              </a:spcBef>
              <a:spcAft>
                <a:spcPts val="0"/>
              </a:spcAft>
              <a:buClr>
                <a:schemeClr val="dk1"/>
              </a:buClr>
              <a:buSzPts val="1400"/>
              <a:buNone/>
              <a:defRPr/>
            </a:lvl3pPr>
            <a:lvl4pPr indent="-228600" lvl="3" marL="1828800" algn="l">
              <a:lnSpc>
                <a:spcPct val="100000"/>
              </a:lnSpc>
              <a:spcBef>
                <a:spcPts val="500"/>
              </a:spcBef>
              <a:spcAft>
                <a:spcPts val="0"/>
              </a:spcAft>
              <a:buClr>
                <a:schemeClr val="dk1"/>
              </a:buClr>
              <a:buSzPts val="1400"/>
              <a:buNone/>
              <a:defRPr/>
            </a:lvl4pPr>
            <a:lvl5pPr indent="-228600" lvl="4" marL="2286000" algn="l">
              <a:lnSpc>
                <a:spcPct val="100000"/>
              </a:lnSpc>
              <a:spcBef>
                <a:spcPts val="500"/>
              </a:spcBef>
              <a:spcAft>
                <a:spcPts val="0"/>
              </a:spcAft>
              <a:buClr>
                <a:schemeClr val="dk1"/>
              </a:buClr>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9" name="Google Shape;189;p95"/>
          <p:cNvSpPr txBox="1"/>
          <p:nvPr>
            <p:ph idx="5" type="body"/>
          </p:nvPr>
        </p:nvSpPr>
        <p:spPr>
          <a:xfrm>
            <a:off x="1512000" y="2772000"/>
            <a:ext cx="6480000" cy="252000"/>
          </a:xfrm>
          <a:prstGeom prst="rect">
            <a:avLst/>
          </a:prstGeom>
          <a:noFill/>
          <a:ln>
            <a:noFill/>
          </a:ln>
        </p:spPr>
        <p:txBody>
          <a:bodyPr anchorCtr="0" anchor="t" bIns="36000" lIns="91425" spcFirstLastPara="1" rIns="91425" wrap="square" tIns="36000">
            <a:noAutofit/>
          </a:bodyPr>
          <a:lstStyle>
            <a:lvl1pPr indent="-228600" lvl="0" marL="457200" algn="l">
              <a:lnSpc>
                <a:spcPct val="100000"/>
              </a:lnSpc>
              <a:spcBef>
                <a:spcPts val="1000"/>
              </a:spcBef>
              <a:spcAft>
                <a:spcPts val="0"/>
              </a:spcAft>
              <a:buClr>
                <a:schemeClr val="dk1"/>
              </a:buClr>
              <a:buSzPts val="1600"/>
              <a:buNone/>
              <a:defRPr b="1" sz="1600"/>
            </a:lvl1pPr>
            <a:lvl2pPr indent="-342900" lvl="1" marL="914400" algn="l">
              <a:lnSpc>
                <a:spcPct val="100000"/>
              </a:lnSpc>
              <a:spcBef>
                <a:spcPts val="500"/>
              </a:spcBef>
              <a:spcAft>
                <a:spcPts val="0"/>
              </a:spcAft>
              <a:buClr>
                <a:schemeClr val="dk1"/>
              </a:buClr>
              <a:buSzPts val="1800"/>
              <a:buChar char="•"/>
              <a:defRPr/>
            </a:lvl2pPr>
            <a:lvl3pPr indent="-342900" lvl="2" marL="1371600" algn="l">
              <a:lnSpc>
                <a:spcPct val="100000"/>
              </a:lnSpc>
              <a:spcBef>
                <a:spcPts val="500"/>
              </a:spcBef>
              <a:spcAft>
                <a:spcPts val="0"/>
              </a:spcAft>
              <a:buClr>
                <a:schemeClr val="dk1"/>
              </a:buClr>
              <a:buSzPts val="1800"/>
              <a:buChar char="•"/>
              <a:defRPr/>
            </a:lvl3pPr>
            <a:lvl4pPr indent="-342900" lvl="3" marL="1828800" algn="l">
              <a:lnSpc>
                <a:spcPct val="100000"/>
              </a:lnSpc>
              <a:spcBef>
                <a:spcPts val="500"/>
              </a:spcBef>
              <a:spcAft>
                <a:spcPts val="0"/>
              </a:spcAft>
              <a:buClr>
                <a:schemeClr val="dk1"/>
              </a:buClr>
              <a:buSzPts val="1800"/>
              <a:buChar char="•"/>
              <a:defRPr/>
            </a:lvl4pPr>
            <a:lvl5pPr indent="-342900" lvl="4" marL="2286000" algn="l">
              <a:lnSpc>
                <a:spcPct val="10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0" name="Google Shape;190;p95"/>
          <p:cNvSpPr txBox="1"/>
          <p:nvPr>
            <p:ph idx="6" type="body"/>
          </p:nvPr>
        </p:nvSpPr>
        <p:spPr>
          <a:xfrm>
            <a:off x="1512000" y="3060000"/>
            <a:ext cx="6480000" cy="432000"/>
          </a:xfrm>
          <a:prstGeom prst="rect">
            <a:avLst/>
          </a:prstGeom>
          <a:noFill/>
          <a:ln>
            <a:noFill/>
          </a:ln>
        </p:spPr>
        <p:txBody>
          <a:bodyPr anchorCtr="0" anchor="t" bIns="0" lIns="91425" spcFirstLastPara="1" rIns="91425" wrap="square" tIns="0">
            <a:noAutofit/>
          </a:bodyPr>
          <a:lstStyle>
            <a:lvl1pPr indent="-228600" lvl="0" marL="457200" algn="l">
              <a:lnSpc>
                <a:spcPct val="100000"/>
              </a:lnSpc>
              <a:spcBef>
                <a:spcPts val="1000"/>
              </a:spcBef>
              <a:spcAft>
                <a:spcPts val="0"/>
              </a:spcAft>
              <a:buClr>
                <a:schemeClr val="dk1"/>
              </a:buClr>
              <a:buSzPts val="1400"/>
              <a:buNone/>
              <a:defRPr sz="1400"/>
            </a:lvl1pPr>
            <a:lvl2pPr indent="-228600" lvl="1" marL="914400" algn="l">
              <a:lnSpc>
                <a:spcPct val="100000"/>
              </a:lnSpc>
              <a:spcBef>
                <a:spcPts val="500"/>
              </a:spcBef>
              <a:spcAft>
                <a:spcPts val="0"/>
              </a:spcAft>
              <a:buClr>
                <a:schemeClr val="dk1"/>
              </a:buClr>
              <a:buSzPts val="1400"/>
              <a:buNone/>
              <a:defRPr/>
            </a:lvl2pPr>
            <a:lvl3pPr indent="-228600" lvl="2" marL="1371600" algn="l">
              <a:lnSpc>
                <a:spcPct val="100000"/>
              </a:lnSpc>
              <a:spcBef>
                <a:spcPts val="500"/>
              </a:spcBef>
              <a:spcAft>
                <a:spcPts val="0"/>
              </a:spcAft>
              <a:buClr>
                <a:schemeClr val="dk1"/>
              </a:buClr>
              <a:buSzPts val="1400"/>
              <a:buNone/>
              <a:defRPr/>
            </a:lvl3pPr>
            <a:lvl4pPr indent="-228600" lvl="3" marL="1828800" algn="l">
              <a:lnSpc>
                <a:spcPct val="100000"/>
              </a:lnSpc>
              <a:spcBef>
                <a:spcPts val="500"/>
              </a:spcBef>
              <a:spcAft>
                <a:spcPts val="0"/>
              </a:spcAft>
              <a:buClr>
                <a:schemeClr val="dk1"/>
              </a:buClr>
              <a:buSzPts val="1400"/>
              <a:buNone/>
              <a:defRPr/>
            </a:lvl4pPr>
            <a:lvl5pPr indent="-228600" lvl="4" marL="2286000" algn="l">
              <a:lnSpc>
                <a:spcPct val="100000"/>
              </a:lnSpc>
              <a:spcBef>
                <a:spcPts val="500"/>
              </a:spcBef>
              <a:spcAft>
                <a:spcPts val="0"/>
              </a:spcAft>
              <a:buClr>
                <a:schemeClr val="dk1"/>
              </a:buClr>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1" name="Google Shape;191;p95"/>
          <p:cNvSpPr txBox="1"/>
          <p:nvPr>
            <p:ph idx="7" type="body"/>
          </p:nvPr>
        </p:nvSpPr>
        <p:spPr>
          <a:xfrm>
            <a:off x="1512000" y="3564000"/>
            <a:ext cx="6480000" cy="252000"/>
          </a:xfrm>
          <a:prstGeom prst="rect">
            <a:avLst/>
          </a:prstGeom>
          <a:noFill/>
          <a:ln>
            <a:noFill/>
          </a:ln>
        </p:spPr>
        <p:txBody>
          <a:bodyPr anchorCtr="0" anchor="t" bIns="36000" lIns="91425" spcFirstLastPara="1" rIns="91425" wrap="square" tIns="36000">
            <a:noAutofit/>
          </a:bodyPr>
          <a:lstStyle>
            <a:lvl1pPr indent="-228600" lvl="0" marL="457200" algn="l">
              <a:lnSpc>
                <a:spcPct val="100000"/>
              </a:lnSpc>
              <a:spcBef>
                <a:spcPts val="1000"/>
              </a:spcBef>
              <a:spcAft>
                <a:spcPts val="0"/>
              </a:spcAft>
              <a:buClr>
                <a:schemeClr val="dk1"/>
              </a:buClr>
              <a:buSzPts val="1600"/>
              <a:buNone/>
              <a:defRPr b="1" sz="1600"/>
            </a:lvl1pPr>
            <a:lvl2pPr indent="-342900" lvl="1" marL="914400" algn="l">
              <a:lnSpc>
                <a:spcPct val="100000"/>
              </a:lnSpc>
              <a:spcBef>
                <a:spcPts val="500"/>
              </a:spcBef>
              <a:spcAft>
                <a:spcPts val="0"/>
              </a:spcAft>
              <a:buClr>
                <a:schemeClr val="dk1"/>
              </a:buClr>
              <a:buSzPts val="1800"/>
              <a:buChar char="•"/>
              <a:defRPr/>
            </a:lvl2pPr>
            <a:lvl3pPr indent="-342900" lvl="2" marL="1371600" algn="l">
              <a:lnSpc>
                <a:spcPct val="100000"/>
              </a:lnSpc>
              <a:spcBef>
                <a:spcPts val="500"/>
              </a:spcBef>
              <a:spcAft>
                <a:spcPts val="0"/>
              </a:spcAft>
              <a:buClr>
                <a:schemeClr val="dk1"/>
              </a:buClr>
              <a:buSzPts val="1800"/>
              <a:buChar char="•"/>
              <a:defRPr/>
            </a:lvl3pPr>
            <a:lvl4pPr indent="-342900" lvl="3" marL="1828800" algn="l">
              <a:lnSpc>
                <a:spcPct val="100000"/>
              </a:lnSpc>
              <a:spcBef>
                <a:spcPts val="500"/>
              </a:spcBef>
              <a:spcAft>
                <a:spcPts val="0"/>
              </a:spcAft>
              <a:buClr>
                <a:schemeClr val="dk1"/>
              </a:buClr>
              <a:buSzPts val="1800"/>
              <a:buChar char="•"/>
              <a:defRPr/>
            </a:lvl4pPr>
            <a:lvl5pPr indent="-342900" lvl="4" marL="2286000" algn="l">
              <a:lnSpc>
                <a:spcPct val="10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2" name="Google Shape;192;p95"/>
          <p:cNvSpPr txBox="1"/>
          <p:nvPr>
            <p:ph idx="8" type="body"/>
          </p:nvPr>
        </p:nvSpPr>
        <p:spPr>
          <a:xfrm>
            <a:off x="1512000" y="3852000"/>
            <a:ext cx="6480000" cy="432000"/>
          </a:xfrm>
          <a:prstGeom prst="rect">
            <a:avLst/>
          </a:prstGeom>
          <a:noFill/>
          <a:ln>
            <a:noFill/>
          </a:ln>
        </p:spPr>
        <p:txBody>
          <a:bodyPr anchorCtr="0" anchor="t" bIns="0" lIns="91425" spcFirstLastPara="1" rIns="91425" wrap="square" tIns="0">
            <a:noAutofit/>
          </a:bodyPr>
          <a:lstStyle>
            <a:lvl1pPr indent="-228600" lvl="0" marL="457200" algn="l">
              <a:lnSpc>
                <a:spcPct val="100000"/>
              </a:lnSpc>
              <a:spcBef>
                <a:spcPts val="1000"/>
              </a:spcBef>
              <a:spcAft>
                <a:spcPts val="0"/>
              </a:spcAft>
              <a:buClr>
                <a:schemeClr val="dk1"/>
              </a:buClr>
              <a:buSzPts val="1400"/>
              <a:buNone/>
              <a:defRPr sz="1400"/>
            </a:lvl1pPr>
            <a:lvl2pPr indent="-228600" lvl="1" marL="914400" algn="l">
              <a:lnSpc>
                <a:spcPct val="100000"/>
              </a:lnSpc>
              <a:spcBef>
                <a:spcPts val="500"/>
              </a:spcBef>
              <a:spcAft>
                <a:spcPts val="0"/>
              </a:spcAft>
              <a:buClr>
                <a:schemeClr val="dk1"/>
              </a:buClr>
              <a:buSzPts val="1400"/>
              <a:buNone/>
              <a:defRPr/>
            </a:lvl2pPr>
            <a:lvl3pPr indent="-228600" lvl="2" marL="1371600" algn="l">
              <a:lnSpc>
                <a:spcPct val="100000"/>
              </a:lnSpc>
              <a:spcBef>
                <a:spcPts val="500"/>
              </a:spcBef>
              <a:spcAft>
                <a:spcPts val="0"/>
              </a:spcAft>
              <a:buClr>
                <a:schemeClr val="dk1"/>
              </a:buClr>
              <a:buSzPts val="1400"/>
              <a:buNone/>
              <a:defRPr/>
            </a:lvl3pPr>
            <a:lvl4pPr indent="-228600" lvl="3" marL="1828800" algn="l">
              <a:lnSpc>
                <a:spcPct val="100000"/>
              </a:lnSpc>
              <a:spcBef>
                <a:spcPts val="500"/>
              </a:spcBef>
              <a:spcAft>
                <a:spcPts val="0"/>
              </a:spcAft>
              <a:buClr>
                <a:schemeClr val="dk1"/>
              </a:buClr>
              <a:buSzPts val="1400"/>
              <a:buNone/>
              <a:defRPr/>
            </a:lvl4pPr>
            <a:lvl5pPr indent="-228600" lvl="4" marL="2286000" algn="l">
              <a:lnSpc>
                <a:spcPct val="100000"/>
              </a:lnSpc>
              <a:spcBef>
                <a:spcPts val="500"/>
              </a:spcBef>
              <a:spcAft>
                <a:spcPts val="0"/>
              </a:spcAft>
              <a:buClr>
                <a:schemeClr val="dk1"/>
              </a:buClr>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3" name="Google Shape;193;p95"/>
          <p:cNvSpPr txBox="1"/>
          <p:nvPr>
            <p:ph idx="9" type="body"/>
          </p:nvPr>
        </p:nvSpPr>
        <p:spPr>
          <a:xfrm>
            <a:off x="1512000" y="4356000"/>
            <a:ext cx="6480000" cy="252000"/>
          </a:xfrm>
          <a:prstGeom prst="rect">
            <a:avLst/>
          </a:prstGeom>
          <a:noFill/>
          <a:ln>
            <a:noFill/>
          </a:ln>
        </p:spPr>
        <p:txBody>
          <a:bodyPr anchorCtr="0" anchor="t" bIns="36000" lIns="91425" spcFirstLastPara="1" rIns="91425" wrap="square" tIns="36000">
            <a:noAutofit/>
          </a:bodyPr>
          <a:lstStyle>
            <a:lvl1pPr indent="-228600" lvl="0" marL="457200" algn="l">
              <a:lnSpc>
                <a:spcPct val="100000"/>
              </a:lnSpc>
              <a:spcBef>
                <a:spcPts val="1000"/>
              </a:spcBef>
              <a:spcAft>
                <a:spcPts val="0"/>
              </a:spcAft>
              <a:buClr>
                <a:schemeClr val="dk1"/>
              </a:buClr>
              <a:buSzPts val="1600"/>
              <a:buNone/>
              <a:defRPr b="1" sz="1600"/>
            </a:lvl1pPr>
            <a:lvl2pPr indent="-342900" lvl="1" marL="914400" algn="l">
              <a:lnSpc>
                <a:spcPct val="100000"/>
              </a:lnSpc>
              <a:spcBef>
                <a:spcPts val="500"/>
              </a:spcBef>
              <a:spcAft>
                <a:spcPts val="0"/>
              </a:spcAft>
              <a:buClr>
                <a:schemeClr val="dk1"/>
              </a:buClr>
              <a:buSzPts val="1800"/>
              <a:buChar char="•"/>
              <a:defRPr/>
            </a:lvl2pPr>
            <a:lvl3pPr indent="-342900" lvl="2" marL="1371600" algn="l">
              <a:lnSpc>
                <a:spcPct val="100000"/>
              </a:lnSpc>
              <a:spcBef>
                <a:spcPts val="500"/>
              </a:spcBef>
              <a:spcAft>
                <a:spcPts val="0"/>
              </a:spcAft>
              <a:buClr>
                <a:schemeClr val="dk1"/>
              </a:buClr>
              <a:buSzPts val="1800"/>
              <a:buChar char="•"/>
              <a:defRPr/>
            </a:lvl3pPr>
            <a:lvl4pPr indent="-342900" lvl="3" marL="1828800" algn="l">
              <a:lnSpc>
                <a:spcPct val="100000"/>
              </a:lnSpc>
              <a:spcBef>
                <a:spcPts val="500"/>
              </a:spcBef>
              <a:spcAft>
                <a:spcPts val="0"/>
              </a:spcAft>
              <a:buClr>
                <a:schemeClr val="dk1"/>
              </a:buClr>
              <a:buSzPts val="1800"/>
              <a:buChar char="•"/>
              <a:defRPr/>
            </a:lvl4pPr>
            <a:lvl5pPr indent="-342900" lvl="4" marL="2286000" algn="l">
              <a:lnSpc>
                <a:spcPct val="10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4" name="Google Shape;194;p95"/>
          <p:cNvSpPr txBox="1"/>
          <p:nvPr>
            <p:ph idx="13" type="body"/>
          </p:nvPr>
        </p:nvSpPr>
        <p:spPr>
          <a:xfrm>
            <a:off x="1512000" y="4644000"/>
            <a:ext cx="6480000" cy="432000"/>
          </a:xfrm>
          <a:prstGeom prst="rect">
            <a:avLst/>
          </a:prstGeom>
          <a:noFill/>
          <a:ln>
            <a:noFill/>
          </a:ln>
        </p:spPr>
        <p:txBody>
          <a:bodyPr anchorCtr="0" anchor="t" bIns="0" lIns="91425" spcFirstLastPara="1" rIns="91425" wrap="square" tIns="0">
            <a:noAutofit/>
          </a:bodyPr>
          <a:lstStyle>
            <a:lvl1pPr indent="-228600" lvl="0" marL="457200" algn="l">
              <a:lnSpc>
                <a:spcPct val="100000"/>
              </a:lnSpc>
              <a:spcBef>
                <a:spcPts val="1000"/>
              </a:spcBef>
              <a:spcAft>
                <a:spcPts val="0"/>
              </a:spcAft>
              <a:buClr>
                <a:schemeClr val="dk1"/>
              </a:buClr>
              <a:buSzPts val="1400"/>
              <a:buNone/>
              <a:defRPr sz="1400"/>
            </a:lvl1pPr>
            <a:lvl2pPr indent="-228600" lvl="1" marL="914400" algn="l">
              <a:lnSpc>
                <a:spcPct val="100000"/>
              </a:lnSpc>
              <a:spcBef>
                <a:spcPts val="500"/>
              </a:spcBef>
              <a:spcAft>
                <a:spcPts val="0"/>
              </a:spcAft>
              <a:buClr>
                <a:schemeClr val="dk1"/>
              </a:buClr>
              <a:buSzPts val="1400"/>
              <a:buNone/>
              <a:defRPr/>
            </a:lvl2pPr>
            <a:lvl3pPr indent="-228600" lvl="2" marL="1371600" algn="l">
              <a:lnSpc>
                <a:spcPct val="100000"/>
              </a:lnSpc>
              <a:spcBef>
                <a:spcPts val="500"/>
              </a:spcBef>
              <a:spcAft>
                <a:spcPts val="0"/>
              </a:spcAft>
              <a:buClr>
                <a:schemeClr val="dk1"/>
              </a:buClr>
              <a:buSzPts val="1400"/>
              <a:buNone/>
              <a:defRPr/>
            </a:lvl3pPr>
            <a:lvl4pPr indent="-228600" lvl="3" marL="1828800" algn="l">
              <a:lnSpc>
                <a:spcPct val="100000"/>
              </a:lnSpc>
              <a:spcBef>
                <a:spcPts val="500"/>
              </a:spcBef>
              <a:spcAft>
                <a:spcPts val="0"/>
              </a:spcAft>
              <a:buClr>
                <a:schemeClr val="dk1"/>
              </a:buClr>
              <a:buSzPts val="1400"/>
              <a:buNone/>
              <a:defRPr/>
            </a:lvl4pPr>
            <a:lvl5pPr indent="-228600" lvl="4" marL="2286000" algn="l">
              <a:lnSpc>
                <a:spcPct val="100000"/>
              </a:lnSpc>
              <a:spcBef>
                <a:spcPts val="500"/>
              </a:spcBef>
              <a:spcAft>
                <a:spcPts val="0"/>
              </a:spcAft>
              <a:buClr>
                <a:schemeClr val="dk1"/>
              </a:buClr>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5" name="Google Shape;195;p95"/>
          <p:cNvSpPr txBox="1"/>
          <p:nvPr>
            <p:ph idx="14" type="body"/>
          </p:nvPr>
        </p:nvSpPr>
        <p:spPr>
          <a:xfrm>
            <a:off x="1512000" y="5148000"/>
            <a:ext cx="6480000" cy="252000"/>
          </a:xfrm>
          <a:prstGeom prst="rect">
            <a:avLst/>
          </a:prstGeom>
          <a:noFill/>
          <a:ln>
            <a:noFill/>
          </a:ln>
        </p:spPr>
        <p:txBody>
          <a:bodyPr anchorCtr="0" anchor="t" bIns="36000" lIns="91425" spcFirstLastPara="1" rIns="91425" wrap="square" tIns="36000">
            <a:noAutofit/>
          </a:bodyPr>
          <a:lstStyle>
            <a:lvl1pPr indent="-228600" lvl="0" marL="457200" algn="l">
              <a:lnSpc>
                <a:spcPct val="100000"/>
              </a:lnSpc>
              <a:spcBef>
                <a:spcPts val="1000"/>
              </a:spcBef>
              <a:spcAft>
                <a:spcPts val="0"/>
              </a:spcAft>
              <a:buClr>
                <a:schemeClr val="dk1"/>
              </a:buClr>
              <a:buSzPts val="1600"/>
              <a:buNone/>
              <a:defRPr b="1" sz="1600"/>
            </a:lvl1pPr>
            <a:lvl2pPr indent="-342900" lvl="1" marL="914400" algn="l">
              <a:lnSpc>
                <a:spcPct val="100000"/>
              </a:lnSpc>
              <a:spcBef>
                <a:spcPts val="500"/>
              </a:spcBef>
              <a:spcAft>
                <a:spcPts val="0"/>
              </a:spcAft>
              <a:buClr>
                <a:schemeClr val="dk1"/>
              </a:buClr>
              <a:buSzPts val="1800"/>
              <a:buChar char="•"/>
              <a:defRPr/>
            </a:lvl2pPr>
            <a:lvl3pPr indent="-342900" lvl="2" marL="1371600" algn="l">
              <a:lnSpc>
                <a:spcPct val="100000"/>
              </a:lnSpc>
              <a:spcBef>
                <a:spcPts val="500"/>
              </a:spcBef>
              <a:spcAft>
                <a:spcPts val="0"/>
              </a:spcAft>
              <a:buClr>
                <a:schemeClr val="dk1"/>
              </a:buClr>
              <a:buSzPts val="1800"/>
              <a:buChar char="•"/>
              <a:defRPr/>
            </a:lvl3pPr>
            <a:lvl4pPr indent="-342900" lvl="3" marL="1828800" algn="l">
              <a:lnSpc>
                <a:spcPct val="100000"/>
              </a:lnSpc>
              <a:spcBef>
                <a:spcPts val="500"/>
              </a:spcBef>
              <a:spcAft>
                <a:spcPts val="0"/>
              </a:spcAft>
              <a:buClr>
                <a:schemeClr val="dk1"/>
              </a:buClr>
              <a:buSzPts val="1800"/>
              <a:buChar char="•"/>
              <a:defRPr/>
            </a:lvl4pPr>
            <a:lvl5pPr indent="-342900" lvl="4" marL="2286000" algn="l">
              <a:lnSpc>
                <a:spcPct val="10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6" name="Google Shape;196;p95"/>
          <p:cNvSpPr txBox="1"/>
          <p:nvPr>
            <p:ph idx="15" type="body"/>
          </p:nvPr>
        </p:nvSpPr>
        <p:spPr>
          <a:xfrm>
            <a:off x="1512000" y="5436000"/>
            <a:ext cx="6480000" cy="432000"/>
          </a:xfrm>
          <a:prstGeom prst="rect">
            <a:avLst/>
          </a:prstGeom>
          <a:noFill/>
          <a:ln>
            <a:noFill/>
          </a:ln>
        </p:spPr>
        <p:txBody>
          <a:bodyPr anchorCtr="0" anchor="t" bIns="0" lIns="91425" spcFirstLastPara="1" rIns="91425" wrap="square" tIns="0">
            <a:noAutofit/>
          </a:bodyPr>
          <a:lstStyle>
            <a:lvl1pPr indent="-228600" lvl="0" marL="457200" algn="l">
              <a:lnSpc>
                <a:spcPct val="100000"/>
              </a:lnSpc>
              <a:spcBef>
                <a:spcPts val="1000"/>
              </a:spcBef>
              <a:spcAft>
                <a:spcPts val="0"/>
              </a:spcAft>
              <a:buClr>
                <a:schemeClr val="dk1"/>
              </a:buClr>
              <a:buSzPts val="1400"/>
              <a:buNone/>
              <a:defRPr sz="1400"/>
            </a:lvl1pPr>
            <a:lvl2pPr indent="-228600" lvl="1" marL="914400" algn="l">
              <a:lnSpc>
                <a:spcPct val="100000"/>
              </a:lnSpc>
              <a:spcBef>
                <a:spcPts val="500"/>
              </a:spcBef>
              <a:spcAft>
                <a:spcPts val="0"/>
              </a:spcAft>
              <a:buClr>
                <a:schemeClr val="dk1"/>
              </a:buClr>
              <a:buSzPts val="1400"/>
              <a:buNone/>
              <a:defRPr/>
            </a:lvl2pPr>
            <a:lvl3pPr indent="-228600" lvl="2" marL="1371600" algn="l">
              <a:lnSpc>
                <a:spcPct val="100000"/>
              </a:lnSpc>
              <a:spcBef>
                <a:spcPts val="500"/>
              </a:spcBef>
              <a:spcAft>
                <a:spcPts val="0"/>
              </a:spcAft>
              <a:buClr>
                <a:schemeClr val="dk1"/>
              </a:buClr>
              <a:buSzPts val="1400"/>
              <a:buNone/>
              <a:defRPr/>
            </a:lvl3pPr>
            <a:lvl4pPr indent="-228600" lvl="3" marL="1828800" algn="l">
              <a:lnSpc>
                <a:spcPct val="100000"/>
              </a:lnSpc>
              <a:spcBef>
                <a:spcPts val="500"/>
              </a:spcBef>
              <a:spcAft>
                <a:spcPts val="0"/>
              </a:spcAft>
              <a:buClr>
                <a:schemeClr val="dk1"/>
              </a:buClr>
              <a:buSzPts val="1400"/>
              <a:buNone/>
              <a:defRPr/>
            </a:lvl4pPr>
            <a:lvl5pPr indent="-228600" lvl="4" marL="2286000" algn="l">
              <a:lnSpc>
                <a:spcPct val="100000"/>
              </a:lnSpc>
              <a:spcBef>
                <a:spcPts val="500"/>
              </a:spcBef>
              <a:spcAft>
                <a:spcPts val="0"/>
              </a:spcAft>
              <a:buClr>
                <a:schemeClr val="dk1"/>
              </a:buClr>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目次2">
  <p:cSld name="目次2">
    <p:spTree>
      <p:nvGrpSpPr>
        <p:cNvPr id="197" name="Shape 197"/>
        <p:cNvGrpSpPr/>
        <p:nvPr/>
      </p:nvGrpSpPr>
      <p:grpSpPr>
        <a:xfrm>
          <a:off x="0" y="0"/>
          <a:ext cx="0" cy="0"/>
          <a:chOff x="0" y="0"/>
          <a:chExt cx="0" cy="0"/>
        </a:xfrm>
      </p:grpSpPr>
      <p:sp>
        <p:nvSpPr>
          <p:cNvPr id="198" name="Google Shape;198;p96"/>
          <p:cNvSpPr txBox="1"/>
          <p:nvPr>
            <p:ph type="title"/>
          </p:nvPr>
        </p:nvSpPr>
        <p:spPr>
          <a:xfrm>
            <a:off x="144000" y="36000"/>
            <a:ext cx="8856000" cy="5760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9" name="Google Shape;199;p96"/>
          <p:cNvSpPr txBox="1"/>
          <p:nvPr>
            <p:ph idx="10" type="dt"/>
          </p:nvPr>
        </p:nvSpPr>
        <p:spPr>
          <a:xfrm>
            <a:off x="7644731" y="36000"/>
            <a:ext cx="1368000" cy="57600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0" name="Google Shape;200;p96"/>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1" name="Google Shape;201;p96"/>
          <p:cNvSpPr txBox="1"/>
          <p:nvPr>
            <p:ph idx="12" type="sldNum"/>
          </p:nvPr>
        </p:nvSpPr>
        <p:spPr>
          <a:xfrm>
            <a:off x="4212000" y="6500068"/>
            <a:ext cx="720000" cy="288000"/>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ja-JP"/>
              <a:t>‹#›</a:t>
            </a:fld>
            <a:endParaRPr/>
          </a:p>
        </p:txBody>
      </p:sp>
      <p:sp>
        <p:nvSpPr>
          <p:cNvPr id="202" name="Google Shape;202;p96"/>
          <p:cNvSpPr txBox="1"/>
          <p:nvPr/>
        </p:nvSpPr>
        <p:spPr>
          <a:xfrm>
            <a:off x="1152000" y="1861068"/>
            <a:ext cx="432000" cy="432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ja-JP" sz="2400">
                <a:solidFill>
                  <a:srgbClr val="A01D45"/>
                </a:solidFill>
                <a:latin typeface="Arial"/>
                <a:ea typeface="Arial"/>
                <a:cs typeface="Arial"/>
                <a:sym typeface="Arial"/>
              </a:rPr>
              <a:t>１</a:t>
            </a:r>
            <a:endParaRPr b="1" sz="2400">
              <a:solidFill>
                <a:srgbClr val="A01D45"/>
              </a:solidFill>
              <a:latin typeface="Arial"/>
              <a:ea typeface="Arial"/>
              <a:cs typeface="Arial"/>
              <a:sym typeface="Arial"/>
            </a:endParaRPr>
          </a:p>
        </p:txBody>
      </p:sp>
      <p:sp>
        <p:nvSpPr>
          <p:cNvPr id="203" name="Google Shape;203;p96"/>
          <p:cNvSpPr txBox="1"/>
          <p:nvPr/>
        </p:nvSpPr>
        <p:spPr>
          <a:xfrm>
            <a:off x="1152000" y="2653068"/>
            <a:ext cx="432000" cy="432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ja-JP" sz="2400">
                <a:solidFill>
                  <a:srgbClr val="A01D45"/>
                </a:solidFill>
                <a:latin typeface="Arial"/>
                <a:ea typeface="Arial"/>
                <a:cs typeface="Arial"/>
                <a:sym typeface="Arial"/>
              </a:rPr>
              <a:t>2</a:t>
            </a:r>
            <a:endParaRPr/>
          </a:p>
        </p:txBody>
      </p:sp>
      <p:sp>
        <p:nvSpPr>
          <p:cNvPr id="204" name="Google Shape;204;p96"/>
          <p:cNvSpPr txBox="1"/>
          <p:nvPr/>
        </p:nvSpPr>
        <p:spPr>
          <a:xfrm>
            <a:off x="1152000" y="3445068"/>
            <a:ext cx="432000" cy="432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ja-JP" sz="2400">
                <a:solidFill>
                  <a:srgbClr val="A01D45"/>
                </a:solidFill>
                <a:latin typeface="Arial"/>
                <a:ea typeface="Arial"/>
                <a:cs typeface="Arial"/>
                <a:sym typeface="Arial"/>
              </a:rPr>
              <a:t>3</a:t>
            </a:r>
            <a:endParaRPr/>
          </a:p>
        </p:txBody>
      </p:sp>
      <p:sp>
        <p:nvSpPr>
          <p:cNvPr id="205" name="Google Shape;205;p96"/>
          <p:cNvSpPr txBox="1"/>
          <p:nvPr/>
        </p:nvSpPr>
        <p:spPr>
          <a:xfrm>
            <a:off x="1152000" y="4237068"/>
            <a:ext cx="432000" cy="432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ja-JP" sz="2400">
                <a:solidFill>
                  <a:srgbClr val="A01D45"/>
                </a:solidFill>
                <a:latin typeface="Arial"/>
                <a:ea typeface="Arial"/>
                <a:cs typeface="Arial"/>
                <a:sym typeface="Arial"/>
              </a:rPr>
              <a:t>4</a:t>
            </a:r>
            <a:endParaRPr/>
          </a:p>
        </p:txBody>
      </p:sp>
      <p:sp>
        <p:nvSpPr>
          <p:cNvPr id="206" name="Google Shape;206;p96"/>
          <p:cNvSpPr txBox="1"/>
          <p:nvPr>
            <p:ph idx="1" type="body"/>
          </p:nvPr>
        </p:nvSpPr>
        <p:spPr>
          <a:xfrm>
            <a:off x="1512000" y="1933068"/>
            <a:ext cx="6480000" cy="252000"/>
          </a:xfrm>
          <a:prstGeom prst="rect">
            <a:avLst/>
          </a:prstGeom>
          <a:noFill/>
          <a:ln>
            <a:noFill/>
          </a:ln>
        </p:spPr>
        <p:txBody>
          <a:bodyPr anchorCtr="0" anchor="t" bIns="36000" lIns="91425" spcFirstLastPara="1" rIns="91425" wrap="square" tIns="36000">
            <a:noAutofit/>
          </a:bodyPr>
          <a:lstStyle>
            <a:lvl1pPr indent="-228600" lvl="0" marL="457200" algn="l">
              <a:lnSpc>
                <a:spcPct val="100000"/>
              </a:lnSpc>
              <a:spcBef>
                <a:spcPts val="1000"/>
              </a:spcBef>
              <a:spcAft>
                <a:spcPts val="0"/>
              </a:spcAft>
              <a:buClr>
                <a:schemeClr val="dk1"/>
              </a:buClr>
              <a:buSzPts val="1600"/>
              <a:buNone/>
              <a:defRPr b="1" sz="1600"/>
            </a:lvl1pPr>
            <a:lvl2pPr indent="-342900" lvl="1" marL="914400" algn="l">
              <a:lnSpc>
                <a:spcPct val="100000"/>
              </a:lnSpc>
              <a:spcBef>
                <a:spcPts val="500"/>
              </a:spcBef>
              <a:spcAft>
                <a:spcPts val="0"/>
              </a:spcAft>
              <a:buClr>
                <a:schemeClr val="dk1"/>
              </a:buClr>
              <a:buSzPts val="1800"/>
              <a:buChar char="•"/>
              <a:defRPr/>
            </a:lvl2pPr>
            <a:lvl3pPr indent="-342900" lvl="2" marL="1371600" algn="l">
              <a:lnSpc>
                <a:spcPct val="100000"/>
              </a:lnSpc>
              <a:spcBef>
                <a:spcPts val="500"/>
              </a:spcBef>
              <a:spcAft>
                <a:spcPts val="0"/>
              </a:spcAft>
              <a:buClr>
                <a:schemeClr val="dk1"/>
              </a:buClr>
              <a:buSzPts val="1800"/>
              <a:buChar char="•"/>
              <a:defRPr/>
            </a:lvl3pPr>
            <a:lvl4pPr indent="-342900" lvl="3" marL="1828800" algn="l">
              <a:lnSpc>
                <a:spcPct val="100000"/>
              </a:lnSpc>
              <a:spcBef>
                <a:spcPts val="500"/>
              </a:spcBef>
              <a:spcAft>
                <a:spcPts val="0"/>
              </a:spcAft>
              <a:buClr>
                <a:schemeClr val="dk1"/>
              </a:buClr>
              <a:buSzPts val="1800"/>
              <a:buChar char="•"/>
              <a:defRPr/>
            </a:lvl4pPr>
            <a:lvl5pPr indent="-342900" lvl="4" marL="2286000" algn="l">
              <a:lnSpc>
                <a:spcPct val="10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7" name="Google Shape;207;p96"/>
          <p:cNvSpPr txBox="1"/>
          <p:nvPr>
            <p:ph idx="2" type="body"/>
          </p:nvPr>
        </p:nvSpPr>
        <p:spPr>
          <a:xfrm>
            <a:off x="1512000" y="2221068"/>
            <a:ext cx="6480000" cy="432000"/>
          </a:xfrm>
          <a:prstGeom prst="rect">
            <a:avLst/>
          </a:prstGeom>
          <a:noFill/>
          <a:ln>
            <a:noFill/>
          </a:ln>
        </p:spPr>
        <p:txBody>
          <a:bodyPr anchorCtr="0" anchor="t" bIns="0" lIns="91425" spcFirstLastPara="1" rIns="91425" wrap="square" tIns="0">
            <a:noAutofit/>
          </a:bodyPr>
          <a:lstStyle>
            <a:lvl1pPr indent="-228600" lvl="0" marL="457200" algn="l">
              <a:lnSpc>
                <a:spcPct val="100000"/>
              </a:lnSpc>
              <a:spcBef>
                <a:spcPts val="1000"/>
              </a:spcBef>
              <a:spcAft>
                <a:spcPts val="0"/>
              </a:spcAft>
              <a:buClr>
                <a:schemeClr val="dk1"/>
              </a:buClr>
              <a:buSzPts val="1400"/>
              <a:buNone/>
              <a:defRPr sz="1400"/>
            </a:lvl1pPr>
            <a:lvl2pPr indent="-228600" lvl="1" marL="914400" algn="l">
              <a:lnSpc>
                <a:spcPct val="100000"/>
              </a:lnSpc>
              <a:spcBef>
                <a:spcPts val="500"/>
              </a:spcBef>
              <a:spcAft>
                <a:spcPts val="0"/>
              </a:spcAft>
              <a:buClr>
                <a:schemeClr val="dk1"/>
              </a:buClr>
              <a:buSzPts val="1400"/>
              <a:buNone/>
              <a:defRPr/>
            </a:lvl2pPr>
            <a:lvl3pPr indent="-228600" lvl="2" marL="1371600" algn="l">
              <a:lnSpc>
                <a:spcPct val="100000"/>
              </a:lnSpc>
              <a:spcBef>
                <a:spcPts val="500"/>
              </a:spcBef>
              <a:spcAft>
                <a:spcPts val="0"/>
              </a:spcAft>
              <a:buClr>
                <a:schemeClr val="dk1"/>
              </a:buClr>
              <a:buSzPts val="1400"/>
              <a:buNone/>
              <a:defRPr/>
            </a:lvl3pPr>
            <a:lvl4pPr indent="-228600" lvl="3" marL="1828800" algn="l">
              <a:lnSpc>
                <a:spcPct val="100000"/>
              </a:lnSpc>
              <a:spcBef>
                <a:spcPts val="500"/>
              </a:spcBef>
              <a:spcAft>
                <a:spcPts val="0"/>
              </a:spcAft>
              <a:buClr>
                <a:schemeClr val="dk1"/>
              </a:buClr>
              <a:buSzPts val="1400"/>
              <a:buNone/>
              <a:defRPr/>
            </a:lvl4pPr>
            <a:lvl5pPr indent="-228600" lvl="4" marL="2286000" algn="l">
              <a:lnSpc>
                <a:spcPct val="100000"/>
              </a:lnSpc>
              <a:spcBef>
                <a:spcPts val="500"/>
              </a:spcBef>
              <a:spcAft>
                <a:spcPts val="0"/>
              </a:spcAft>
              <a:buClr>
                <a:schemeClr val="dk1"/>
              </a:buClr>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8" name="Google Shape;208;p96"/>
          <p:cNvSpPr txBox="1"/>
          <p:nvPr>
            <p:ph idx="3" type="body"/>
          </p:nvPr>
        </p:nvSpPr>
        <p:spPr>
          <a:xfrm>
            <a:off x="1512000" y="2725068"/>
            <a:ext cx="6480000" cy="252000"/>
          </a:xfrm>
          <a:prstGeom prst="rect">
            <a:avLst/>
          </a:prstGeom>
          <a:noFill/>
          <a:ln>
            <a:noFill/>
          </a:ln>
        </p:spPr>
        <p:txBody>
          <a:bodyPr anchorCtr="0" anchor="t" bIns="36000" lIns="91425" spcFirstLastPara="1" rIns="91425" wrap="square" tIns="36000">
            <a:noAutofit/>
          </a:bodyPr>
          <a:lstStyle>
            <a:lvl1pPr indent="-228600" lvl="0" marL="457200" algn="l">
              <a:lnSpc>
                <a:spcPct val="100000"/>
              </a:lnSpc>
              <a:spcBef>
                <a:spcPts val="1000"/>
              </a:spcBef>
              <a:spcAft>
                <a:spcPts val="0"/>
              </a:spcAft>
              <a:buClr>
                <a:schemeClr val="dk1"/>
              </a:buClr>
              <a:buSzPts val="1600"/>
              <a:buNone/>
              <a:defRPr b="1" sz="1600"/>
            </a:lvl1pPr>
            <a:lvl2pPr indent="-342900" lvl="1" marL="914400" algn="l">
              <a:lnSpc>
                <a:spcPct val="100000"/>
              </a:lnSpc>
              <a:spcBef>
                <a:spcPts val="500"/>
              </a:spcBef>
              <a:spcAft>
                <a:spcPts val="0"/>
              </a:spcAft>
              <a:buClr>
                <a:schemeClr val="dk1"/>
              </a:buClr>
              <a:buSzPts val="1800"/>
              <a:buChar char="•"/>
              <a:defRPr/>
            </a:lvl2pPr>
            <a:lvl3pPr indent="-342900" lvl="2" marL="1371600" algn="l">
              <a:lnSpc>
                <a:spcPct val="100000"/>
              </a:lnSpc>
              <a:spcBef>
                <a:spcPts val="500"/>
              </a:spcBef>
              <a:spcAft>
                <a:spcPts val="0"/>
              </a:spcAft>
              <a:buClr>
                <a:schemeClr val="dk1"/>
              </a:buClr>
              <a:buSzPts val="1800"/>
              <a:buChar char="•"/>
              <a:defRPr/>
            </a:lvl3pPr>
            <a:lvl4pPr indent="-342900" lvl="3" marL="1828800" algn="l">
              <a:lnSpc>
                <a:spcPct val="100000"/>
              </a:lnSpc>
              <a:spcBef>
                <a:spcPts val="500"/>
              </a:spcBef>
              <a:spcAft>
                <a:spcPts val="0"/>
              </a:spcAft>
              <a:buClr>
                <a:schemeClr val="dk1"/>
              </a:buClr>
              <a:buSzPts val="1800"/>
              <a:buChar char="•"/>
              <a:defRPr/>
            </a:lvl4pPr>
            <a:lvl5pPr indent="-342900" lvl="4" marL="2286000" algn="l">
              <a:lnSpc>
                <a:spcPct val="10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9" name="Google Shape;209;p96"/>
          <p:cNvSpPr txBox="1"/>
          <p:nvPr>
            <p:ph idx="4" type="body"/>
          </p:nvPr>
        </p:nvSpPr>
        <p:spPr>
          <a:xfrm>
            <a:off x="1512000" y="3013068"/>
            <a:ext cx="6480000" cy="432000"/>
          </a:xfrm>
          <a:prstGeom prst="rect">
            <a:avLst/>
          </a:prstGeom>
          <a:noFill/>
          <a:ln>
            <a:noFill/>
          </a:ln>
        </p:spPr>
        <p:txBody>
          <a:bodyPr anchorCtr="0" anchor="t" bIns="0" lIns="91425" spcFirstLastPara="1" rIns="91425" wrap="square" tIns="0">
            <a:noAutofit/>
          </a:bodyPr>
          <a:lstStyle>
            <a:lvl1pPr indent="-228600" lvl="0" marL="457200" algn="l">
              <a:lnSpc>
                <a:spcPct val="100000"/>
              </a:lnSpc>
              <a:spcBef>
                <a:spcPts val="1000"/>
              </a:spcBef>
              <a:spcAft>
                <a:spcPts val="0"/>
              </a:spcAft>
              <a:buClr>
                <a:schemeClr val="dk1"/>
              </a:buClr>
              <a:buSzPts val="1400"/>
              <a:buNone/>
              <a:defRPr sz="1400"/>
            </a:lvl1pPr>
            <a:lvl2pPr indent="-228600" lvl="1" marL="914400" algn="l">
              <a:lnSpc>
                <a:spcPct val="100000"/>
              </a:lnSpc>
              <a:spcBef>
                <a:spcPts val="500"/>
              </a:spcBef>
              <a:spcAft>
                <a:spcPts val="0"/>
              </a:spcAft>
              <a:buClr>
                <a:schemeClr val="dk1"/>
              </a:buClr>
              <a:buSzPts val="1400"/>
              <a:buNone/>
              <a:defRPr/>
            </a:lvl2pPr>
            <a:lvl3pPr indent="-228600" lvl="2" marL="1371600" algn="l">
              <a:lnSpc>
                <a:spcPct val="100000"/>
              </a:lnSpc>
              <a:spcBef>
                <a:spcPts val="500"/>
              </a:spcBef>
              <a:spcAft>
                <a:spcPts val="0"/>
              </a:spcAft>
              <a:buClr>
                <a:schemeClr val="dk1"/>
              </a:buClr>
              <a:buSzPts val="1400"/>
              <a:buNone/>
              <a:defRPr/>
            </a:lvl3pPr>
            <a:lvl4pPr indent="-228600" lvl="3" marL="1828800" algn="l">
              <a:lnSpc>
                <a:spcPct val="100000"/>
              </a:lnSpc>
              <a:spcBef>
                <a:spcPts val="500"/>
              </a:spcBef>
              <a:spcAft>
                <a:spcPts val="0"/>
              </a:spcAft>
              <a:buClr>
                <a:schemeClr val="dk1"/>
              </a:buClr>
              <a:buSzPts val="1400"/>
              <a:buNone/>
              <a:defRPr/>
            </a:lvl4pPr>
            <a:lvl5pPr indent="-228600" lvl="4" marL="2286000" algn="l">
              <a:lnSpc>
                <a:spcPct val="100000"/>
              </a:lnSpc>
              <a:spcBef>
                <a:spcPts val="500"/>
              </a:spcBef>
              <a:spcAft>
                <a:spcPts val="0"/>
              </a:spcAft>
              <a:buClr>
                <a:schemeClr val="dk1"/>
              </a:buClr>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0" name="Google Shape;210;p96"/>
          <p:cNvSpPr txBox="1"/>
          <p:nvPr>
            <p:ph idx="5" type="body"/>
          </p:nvPr>
        </p:nvSpPr>
        <p:spPr>
          <a:xfrm>
            <a:off x="1512000" y="3517068"/>
            <a:ext cx="6480000" cy="252000"/>
          </a:xfrm>
          <a:prstGeom prst="rect">
            <a:avLst/>
          </a:prstGeom>
          <a:noFill/>
          <a:ln>
            <a:noFill/>
          </a:ln>
        </p:spPr>
        <p:txBody>
          <a:bodyPr anchorCtr="0" anchor="t" bIns="36000" lIns="91425" spcFirstLastPara="1" rIns="91425" wrap="square" tIns="36000">
            <a:noAutofit/>
          </a:bodyPr>
          <a:lstStyle>
            <a:lvl1pPr indent="-228600" lvl="0" marL="457200" algn="l">
              <a:lnSpc>
                <a:spcPct val="100000"/>
              </a:lnSpc>
              <a:spcBef>
                <a:spcPts val="1000"/>
              </a:spcBef>
              <a:spcAft>
                <a:spcPts val="0"/>
              </a:spcAft>
              <a:buClr>
                <a:schemeClr val="dk1"/>
              </a:buClr>
              <a:buSzPts val="1600"/>
              <a:buNone/>
              <a:defRPr b="1" sz="1600"/>
            </a:lvl1pPr>
            <a:lvl2pPr indent="-342900" lvl="1" marL="914400" algn="l">
              <a:lnSpc>
                <a:spcPct val="100000"/>
              </a:lnSpc>
              <a:spcBef>
                <a:spcPts val="500"/>
              </a:spcBef>
              <a:spcAft>
                <a:spcPts val="0"/>
              </a:spcAft>
              <a:buClr>
                <a:schemeClr val="dk1"/>
              </a:buClr>
              <a:buSzPts val="1800"/>
              <a:buChar char="•"/>
              <a:defRPr/>
            </a:lvl2pPr>
            <a:lvl3pPr indent="-342900" lvl="2" marL="1371600" algn="l">
              <a:lnSpc>
                <a:spcPct val="100000"/>
              </a:lnSpc>
              <a:spcBef>
                <a:spcPts val="500"/>
              </a:spcBef>
              <a:spcAft>
                <a:spcPts val="0"/>
              </a:spcAft>
              <a:buClr>
                <a:schemeClr val="dk1"/>
              </a:buClr>
              <a:buSzPts val="1800"/>
              <a:buChar char="•"/>
              <a:defRPr/>
            </a:lvl3pPr>
            <a:lvl4pPr indent="-342900" lvl="3" marL="1828800" algn="l">
              <a:lnSpc>
                <a:spcPct val="100000"/>
              </a:lnSpc>
              <a:spcBef>
                <a:spcPts val="500"/>
              </a:spcBef>
              <a:spcAft>
                <a:spcPts val="0"/>
              </a:spcAft>
              <a:buClr>
                <a:schemeClr val="dk1"/>
              </a:buClr>
              <a:buSzPts val="1800"/>
              <a:buChar char="•"/>
              <a:defRPr/>
            </a:lvl4pPr>
            <a:lvl5pPr indent="-342900" lvl="4" marL="2286000" algn="l">
              <a:lnSpc>
                <a:spcPct val="10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1" name="Google Shape;211;p96"/>
          <p:cNvSpPr txBox="1"/>
          <p:nvPr>
            <p:ph idx="6" type="body"/>
          </p:nvPr>
        </p:nvSpPr>
        <p:spPr>
          <a:xfrm>
            <a:off x="1512000" y="3805068"/>
            <a:ext cx="6480000" cy="432000"/>
          </a:xfrm>
          <a:prstGeom prst="rect">
            <a:avLst/>
          </a:prstGeom>
          <a:noFill/>
          <a:ln>
            <a:noFill/>
          </a:ln>
        </p:spPr>
        <p:txBody>
          <a:bodyPr anchorCtr="0" anchor="t" bIns="0" lIns="91425" spcFirstLastPara="1" rIns="91425" wrap="square" tIns="0">
            <a:noAutofit/>
          </a:bodyPr>
          <a:lstStyle>
            <a:lvl1pPr indent="-228600" lvl="0" marL="457200" algn="l">
              <a:lnSpc>
                <a:spcPct val="100000"/>
              </a:lnSpc>
              <a:spcBef>
                <a:spcPts val="1000"/>
              </a:spcBef>
              <a:spcAft>
                <a:spcPts val="0"/>
              </a:spcAft>
              <a:buClr>
                <a:schemeClr val="dk1"/>
              </a:buClr>
              <a:buSzPts val="1400"/>
              <a:buNone/>
              <a:defRPr sz="1400"/>
            </a:lvl1pPr>
            <a:lvl2pPr indent="-228600" lvl="1" marL="914400" algn="l">
              <a:lnSpc>
                <a:spcPct val="100000"/>
              </a:lnSpc>
              <a:spcBef>
                <a:spcPts val="500"/>
              </a:spcBef>
              <a:spcAft>
                <a:spcPts val="0"/>
              </a:spcAft>
              <a:buClr>
                <a:schemeClr val="dk1"/>
              </a:buClr>
              <a:buSzPts val="1400"/>
              <a:buNone/>
              <a:defRPr/>
            </a:lvl2pPr>
            <a:lvl3pPr indent="-228600" lvl="2" marL="1371600" algn="l">
              <a:lnSpc>
                <a:spcPct val="100000"/>
              </a:lnSpc>
              <a:spcBef>
                <a:spcPts val="500"/>
              </a:spcBef>
              <a:spcAft>
                <a:spcPts val="0"/>
              </a:spcAft>
              <a:buClr>
                <a:schemeClr val="dk1"/>
              </a:buClr>
              <a:buSzPts val="1400"/>
              <a:buNone/>
              <a:defRPr/>
            </a:lvl3pPr>
            <a:lvl4pPr indent="-228600" lvl="3" marL="1828800" algn="l">
              <a:lnSpc>
                <a:spcPct val="100000"/>
              </a:lnSpc>
              <a:spcBef>
                <a:spcPts val="500"/>
              </a:spcBef>
              <a:spcAft>
                <a:spcPts val="0"/>
              </a:spcAft>
              <a:buClr>
                <a:schemeClr val="dk1"/>
              </a:buClr>
              <a:buSzPts val="1400"/>
              <a:buNone/>
              <a:defRPr/>
            </a:lvl4pPr>
            <a:lvl5pPr indent="-228600" lvl="4" marL="2286000" algn="l">
              <a:lnSpc>
                <a:spcPct val="100000"/>
              </a:lnSpc>
              <a:spcBef>
                <a:spcPts val="500"/>
              </a:spcBef>
              <a:spcAft>
                <a:spcPts val="0"/>
              </a:spcAft>
              <a:buClr>
                <a:schemeClr val="dk1"/>
              </a:buClr>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2" name="Google Shape;212;p96"/>
          <p:cNvSpPr txBox="1"/>
          <p:nvPr>
            <p:ph idx="7" type="body"/>
          </p:nvPr>
        </p:nvSpPr>
        <p:spPr>
          <a:xfrm>
            <a:off x="1512000" y="4309068"/>
            <a:ext cx="6480000" cy="252000"/>
          </a:xfrm>
          <a:prstGeom prst="rect">
            <a:avLst/>
          </a:prstGeom>
          <a:noFill/>
          <a:ln>
            <a:noFill/>
          </a:ln>
        </p:spPr>
        <p:txBody>
          <a:bodyPr anchorCtr="0" anchor="t" bIns="36000" lIns="91425" spcFirstLastPara="1" rIns="91425" wrap="square" tIns="36000">
            <a:noAutofit/>
          </a:bodyPr>
          <a:lstStyle>
            <a:lvl1pPr indent="-228600" lvl="0" marL="457200" algn="l">
              <a:lnSpc>
                <a:spcPct val="100000"/>
              </a:lnSpc>
              <a:spcBef>
                <a:spcPts val="1000"/>
              </a:spcBef>
              <a:spcAft>
                <a:spcPts val="0"/>
              </a:spcAft>
              <a:buClr>
                <a:schemeClr val="dk1"/>
              </a:buClr>
              <a:buSzPts val="1600"/>
              <a:buNone/>
              <a:defRPr b="1" sz="1600"/>
            </a:lvl1pPr>
            <a:lvl2pPr indent="-342900" lvl="1" marL="914400" algn="l">
              <a:lnSpc>
                <a:spcPct val="100000"/>
              </a:lnSpc>
              <a:spcBef>
                <a:spcPts val="500"/>
              </a:spcBef>
              <a:spcAft>
                <a:spcPts val="0"/>
              </a:spcAft>
              <a:buClr>
                <a:schemeClr val="dk1"/>
              </a:buClr>
              <a:buSzPts val="1800"/>
              <a:buChar char="•"/>
              <a:defRPr/>
            </a:lvl2pPr>
            <a:lvl3pPr indent="-342900" lvl="2" marL="1371600" algn="l">
              <a:lnSpc>
                <a:spcPct val="100000"/>
              </a:lnSpc>
              <a:spcBef>
                <a:spcPts val="500"/>
              </a:spcBef>
              <a:spcAft>
                <a:spcPts val="0"/>
              </a:spcAft>
              <a:buClr>
                <a:schemeClr val="dk1"/>
              </a:buClr>
              <a:buSzPts val="1800"/>
              <a:buChar char="•"/>
              <a:defRPr/>
            </a:lvl3pPr>
            <a:lvl4pPr indent="-342900" lvl="3" marL="1828800" algn="l">
              <a:lnSpc>
                <a:spcPct val="100000"/>
              </a:lnSpc>
              <a:spcBef>
                <a:spcPts val="500"/>
              </a:spcBef>
              <a:spcAft>
                <a:spcPts val="0"/>
              </a:spcAft>
              <a:buClr>
                <a:schemeClr val="dk1"/>
              </a:buClr>
              <a:buSzPts val="1800"/>
              <a:buChar char="•"/>
              <a:defRPr/>
            </a:lvl4pPr>
            <a:lvl5pPr indent="-342900" lvl="4" marL="2286000" algn="l">
              <a:lnSpc>
                <a:spcPct val="10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3" name="Google Shape;213;p96"/>
          <p:cNvSpPr txBox="1"/>
          <p:nvPr>
            <p:ph idx="8" type="body"/>
          </p:nvPr>
        </p:nvSpPr>
        <p:spPr>
          <a:xfrm>
            <a:off x="1512000" y="4597068"/>
            <a:ext cx="6480000" cy="432000"/>
          </a:xfrm>
          <a:prstGeom prst="rect">
            <a:avLst/>
          </a:prstGeom>
          <a:noFill/>
          <a:ln>
            <a:noFill/>
          </a:ln>
        </p:spPr>
        <p:txBody>
          <a:bodyPr anchorCtr="0" anchor="t" bIns="0" lIns="91425" spcFirstLastPara="1" rIns="91425" wrap="square" tIns="0">
            <a:noAutofit/>
          </a:bodyPr>
          <a:lstStyle>
            <a:lvl1pPr indent="-228600" lvl="0" marL="457200" algn="l">
              <a:lnSpc>
                <a:spcPct val="100000"/>
              </a:lnSpc>
              <a:spcBef>
                <a:spcPts val="1000"/>
              </a:spcBef>
              <a:spcAft>
                <a:spcPts val="0"/>
              </a:spcAft>
              <a:buClr>
                <a:schemeClr val="dk1"/>
              </a:buClr>
              <a:buSzPts val="1400"/>
              <a:buNone/>
              <a:defRPr sz="1400"/>
            </a:lvl1pPr>
            <a:lvl2pPr indent="-228600" lvl="1" marL="914400" algn="l">
              <a:lnSpc>
                <a:spcPct val="100000"/>
              </a:lnSpc>
              <a:spcBef>
                <a:spcPts val="500"/>
              </a:spcBef>
              <a:spcAft>
                <a:spcPts val="0"/>
              </a:spcAft>
              <a:buClr>
                <a:schemeClr val="dk1"/>
              </a:buClr>
              <a:buSzPts val="1400"/>
              <a:buNone/>
              <a:defRPr/>
            </a:lvl2pPr>
            <a:lvl3pPr indent="-228600" lvl="2" marL="1371600" algn="l">
              <a:lnSpc>
                <a:spcPct val="100000"/>
              </a:lnSpc>
              <a:spcBef>
                <a:spcPts val="500"/>
              </a:spcBef>
              <a:spcAft>
                <a:spcPts val="0"/>
              </a:spcAft>
              <a:buClr>
                <a:schemeClr val="dk1"/>
              </a:buClr>
              <a:buSzPts val="1400"/>
              <a:buNone/>
              <a:defRPr/>
            </a:lvl3pPr>
            <a:lvl4pPr indent="-228600" lvl="3" marL="1828800" algn="l">
              <a:lnSpc>
                <a:spcPct val="100000"/>
              </a:lnSpc>
              <a:spcBef>
                <a:spcPts val="500"/>
              </a:spcBef>
              <a:spcAft>
                <a:spcPts val="0"/>
              </a:spcAft>
              <a:buClr>
                <a:schemeClr val="dk1"/>
              </a:buClr>
              <a:buSzPts val="1400"/>
              <a:buNone/>
              <a:defRPr/>
            </a:lvl4pPr>
            <a:lvl5pPr indent="-228600" lvl="4" marL="2286000" algn="l">
              <a:lnSpc>
                <a:spcPct val="100000"/>
              </a:lnSpc>
              <a:spcBef>
                <a:spcPts val="500"/>
              </a:spcBef>
              <a:spcAft>
                <a:spcPts val="0"/>
              </a:spcAft>
              <a:buClr>
                <a:schemeClr val="dk1"/>
              </a:buClr>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セクション見出し(0/5)">
  <p:cSld name="セクション見出し(0/5)">
    <p:spTree>
      <p:nvGrpSpPr>
        <p:cNvPr id="214" name="Shape 214"/>
        <p:cNvGrpSpPr/>
        <p:nvPr/>
      </p:nvGrpSpPr>
      <p:grpSpPr>
        <a:xfrm>
          <a:off x="0" y="0"/>
          <a:ext cx="0" cy="0"/>
          <a:chOff x="0" y="0"/>
          <a:chExt cx="0" cy="0"/>
        </a:xfrm>
      </p:grpSpPr>
      <p:sp>
        <p:nvSpPr>
          <p:cNvPr id="215" name="Google Shape;215;p97"/>
          <p:cNvSpPr txBox="1"/>
          <p:nvPr>
            <p:ph type="ctrTitle"/>
          </p:nvPr>
        </p:nvSpPr>
        <p:spPr>
          <a:xfrm>
            <a:off x="72000" y="2088000"/>
            <a:ext cx="9000000" cy="2520000"/>
          </a:xfrm>
          <a:prstGeom prst="rect">
            <a:avLst/>
          </a:prstGeom>
          <a:noFill/>
          <a:ln>
            <a:noFill/>
          </a:ln>
        </p:spPr>
        <p:txBody>
          <a:bodyPr anchorCtr="0" anchor="ctr" bIns="45700" lIns="91425" spcFirstLastPara="1" rIns="91425" wrap="square" tIns="45700">
            <a:normAutofit/>
          </a:bodyPr>
          <a:lstStyle>
            <a:lvl1pPr lvl="0" algn="ctr">
              <a:lnSpc>
                <a:spcPct val="120000"/>
              </a:lnSpc>
              <a:spcBef>
                <a:spcPts val="0"/>
              </a:spcBef>
              <a:spcAft>
                <a:spcPts val="0"/>
              </a:spcAft>
              <a:buClr>
                <a:schemeClr val="dk1"/>
              </a:buClr>
              <a:buSzPts val="4000"/>
              <a:buFont typeface="Arial"/>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6" name="Google Shape;216;p97"/>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7" name="Google Shape;217;p97"/>
          <p:cNvSpPr/>
          <p:nvPr/>
        </p:nvSpPr>
        <p:spPr>
          <a:xfrm>
            <a:off x="0" y="601134"/>
            <a:ext cx="9144000" cy="72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8" name="Google Shape;218;p97"/>
          <p:cNvSpPr/>
          <p:nvPr/>
        </p:nvSpPr>
        <p:spPr>
          <a:xfrm>
            <a:off x="0" y="0"/>
            <a:ext cx="9144000" cy="36000"/>
          </a:xfrm>
          <a:prstGeom prst="rect">
            <a:avLst/>
          </a:prstGeom>
          <a:solidFill>
            <a:srgbClr val="A01D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19" name="Google Shape;219;p97"/>
          <p:cNvSpPr txBox="1"/>
          <p:nvPr>
            <p:ph idx="10" type="dt"/>
          </p:nvPr>
        </p:nvSpPr>
        <p:spPr>
          <a:xfrm>
            <a:off x="7644731" y="36000"/>
            <a:ext cx="1368000" cy="57600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0" name="Google Shape;220;p97"/>
          <p:cNvSpPr txBox="1"/>
          <p:nvPr>
            <p:ph idx="12" type="sldNum"/>
          </p:nvPr>
        </p:nvSpPr>
        <p:spPr>
          <a:xfrm>
            <a:off x="4212000" y="6500068"/>
            <a:ext cx="720000" cy="288000"/>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ja-JP"/>
              <a:t>‹#›</a:t>
            </a:fld>
            <a:endParaRPr/>
          </a:p>
        </p:txBody>
      </p:sp>
      <p:sp>
        <p:nvSpPr>
          <p:cNvPr id="221" name="Google Shape;221;p97"/>
          <p:cNvSpPr/>
          <p:nvPr/>
        </p:nvSpPr>
        <p:spPr>
          <a:xfrm>
            <a:off x="4392000" y="5328000"/>
            <a:ext cx="360000" cy="360000"/>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1600">
              <a:solidFill>
                <a:schemeClr val="accent3"/>
              </a:solidFill>
              <a:latin typeface="Arial"/>
              <a:ea typeface="Arial"/>
              <a:cs typeface="Arial"/>
              <a:sym typeface="Arial"/>
            </a:endParaRPr>
          </a:p>
        </p:txBody>
      </p:sp>
      <p:sp>
        <p:nvSpPr>
          <p:cNvPr id="222" name="Google Shape;222;p97"/>
          <p:cNvSpPr/>
          <p:nvPr/>
        </p:nvSpPr>
        <p:spPr>
          <a:xfrm>
            <a:off x="3845733" y="5328000"/>
            <a:ext cx="360000" cy="360000"/>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1600">
              <a:solidFill>
                <a:schemeClr val="accent3"/>
              </a:solidFill>
              <a:latin typeface="Arial"/>
              <a:ea typeface="Arial"/>
              <a:cs typeface="Arial"/>
              <a:sym typeface="Arial"/>
            </a:endParaRPr>
          </a:p>
        </p:txBody>
      </p:sp>
      <p:sp>
        <p:nvSpPr>
          <p:cNvPr id="223" name="Google Shape;223;p97"/>
          <p:cNvSpPr/>
          <p:nvPr/>
        </p:nvSpPr>
        <p:spPr>
          <a:xfrm>
            <a:off x="4938267" y="5328000"/>
            <a:ext cx="360000" cy="360000"/>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1600">
              <a:solidFill>
                <a:schemeClr val="accent3"/>
              </a:solidFill>
              <a:latin typeface="Arial"/>
              <a:ea typeface="Arial"/>
              <a:cs typeface="Arial"/>
              <a:sym typeface="Arial"/>
            </a:endParaRPr>
          </a:p>
        </p:txBody>
      </p:sp>
      <p:sp>
        <p:nvSpPr>
          <p:cNvPr id="224" name="Google Shape;224;p97"/>
          <p:cNvSpPr/>
          <p:nvPr/>
        </p:nvSpPr>
        <p:spPr>
          <a:xfrm>
            <a:off x="5484534" y="5328000"/>
            <a:ext cx="360000" cy="360000"/>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1600">
              <a:solidFill>
                <a:schemeClr val="accent3"/>
              </a:solidFill>
              <a:latin typeface="Arial"/>
              <a:ea typeface="Arial"/>
              <a:cs typeface="Arial"/>
              <a:sym typeface="Arial"/>
            </a:endParaRPr>
          </a:p>
        </p:txBody>
      </p:sp>
      <p:sp>
        <p:nvSpPr>
          <p:cNvPr id="225" name="Google Shape;225;p97"/>
          <p:cNvSpPr/>
          <p:nvPr/>
        </p:nvSpPr>
        <p:spPr>
          <a:xfrm>
            <a:off x="3299466" y="5328000"/>
            <a:ext cx="360000" cy="360000"/>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1600">
              <a:solidFill>
                <a:schemeClr val="accent3"/>
              </a:solidFill>
              <a:latin typeface="Arial"/>
              <a:ea typeface="Arial"/>
              <a:cs typeface="Arial"/>
              <a:sym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セクション見出し(1/5)">
  <p:cSld name="セクション見出し(1/5)">
    <p:spTree>
      <p:nvGrpSpPr>
        <p:cNvPr id="226" name="Shape 226"/>
        <p:cNvGrpSpPr/>
        <p:nvPr/>
      </p:nvGrpSpPr>
      <p:grpSpPr>
        <a:xfrm>
          <a:off x="0" y="0"/>
          <a:ext cx="0" cy="0"/>
          <a:chOff x="0" y="0"/>
          <a:chExt cx="0" cy="0"/>
        </a:xfrm>
      </p:grpSpPr>
      <p:sp>
        <p:nvSpPr>
          <p:cNvPr id="227" name="Google Shape;227;p98"/>
          <p:cNvSpPr txBox="1"/>
          <p:nvPr>
            <p:ph type="ctrTitle"/>
          </p:nvPr>
        </p:nvSpPr>
        <p:spPr>
          <a:xfrm>
            <a:off x="72000" y="2088000"/>
            <a:ext cx="9000000" cy="2520000"/>
          </a:xfrm>
          <a:prstGeom prst="rect">
            <a:avLst/>
          </a:prstGeom>
          <a:noFill/>
          <a:ln>
            <a:noFill/>
          </a:ln>
        </p:spPr>
        <p:txBody>
          <a:bodyPr anchorCtr="0" anchor="ctr" bIns="45700" lIns="91425" spcFirstLastPara="1" rIns="91425" wrap="square" tIns="45700">
            <a:normAutofit/>
          </a:bodyPr>
          <a:lstStyle>
            <a:lvl1pPr lvl="0" algn="ctr">
              <a:lnSpc>
                <a:spcPct val="120000"/>
              </a:lnSpc>
              <a:spcBef>
                <a:spcPts val="0"/>
              </a:spcBef>
              <a:spcAft>
                <a:spcPts val="0"/>
              </a:spcAft>
              <a:buClr>
                <a:schemeClr val="dk1"/>
              </a:buClr>
              <a:buSzPts val="4000"/>
              <a:buFont typeface="Arial"/>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8" name="Google Shape;228;p98"/>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9" name="Google Shape;229;p98"/>
          <p:cNvSpPr/>
          <p:nvPr/>
        </p:nvSpPr>
        <p:spPr>
          <a:xfrm>
            <a:off x="0" y="601134"/>
            <a:ext cx="9144000" cy="72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0" name="Google Shape;230;p98"/>
          <p:cNvSpPr/>
          <p:nvPr/>
        </p:nvSpPr>
        <p:spPr>
          <a:xfrm>
            <a:off x="0" y="0"/>
            <a:ext cx="9144000" cy="36000"/>
          </a:xfrm>
          <a:prstGeom prst="rect">
            <a:avLst/>
          </a:prstGeom>
          <a:solidFill>
            <a:srgbClr val="A01D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1" name="Google Shape;231;p98"/>
          <p:cNvSpPr txBox="1"/>
          <p:nvPr>
            <p:ph idx="10" type="dt"/>
          </p:nvPr>
        </p:nvSpPr>
        <p:spPr>
          <a:xfrm>
            <a:off x="7644731" y="36000"/>
            <a:ext cx="1368000" cy="57600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2" name="Google Shape;232;p98"/>
          <p:cNvSpPr txBox="1"/>
          <p:nvPr>
            <p:ph idx="12" type="sldNum"/>
          </p:nvPr>
        </p:nvSpPr>
        <p:spPr>
          <a:xfrm>
            <a:off x="4212000" y="6500068"/>
            <a:ext cx="720000" cy="288000"/>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ja-JP"/>
              <a:t>‹#›</a:t>
            </a:fld>
            <a:endParaRPr/>
          </a:p>
        </p:txBody>
      </p:sp>
      <p:sp>
        <p:nvSpPr>
          <p:cNvPr id="233" name="Google Shape;233;p98"/>
          <p:cNvSpPr/>
          <p:nvPr/>
        </p:nvSpPr>
        <p:spPr>
          <a:xfrm>
            <a:off x="4392000" y="5328000"/>
            <a:ext cx="360000" cy="360000"/>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1600">
              <a:solidFill>
                <a:schemeClr val="accent3"/>
              </a:solidFill>
              <a:latin typeface="Arial"/>
              <a:ea typeface="Arial"/>
              <a:cs typeface="Arial"/>
              <a:sym typeface="Arial"/>
            </a:endParaRPr>
          </a:p>
        </p:txBody>
      </p:sp>
      <p:sp>
        <p:nvSpPr>
          <p:cNvPr id="234" name="Google Shape;234;p98"/>
          <p:cNvSpPr/>
          <p:nvPr/>
        </p:nvSpPr>
        <p:spPr>
          <a:xfrm>
            <a:off x="3845733" y="5328000"/>
            <a:ext cx="360000" cy="360000"/>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1600">
              <a:solidFill>
                <a:schemeClr val="accent3"/>
              </a:solidFill>
              <a:latin typeface="Arial"/>
              <a:ea typeface="Arial"/>
              <a:cs typeface="Arial"/>
              <a:sym typeface="Arial"/>
            </a:endParaRPr>
          </a:p>
        </p:txBody>
      </p:sp>
      <p:sp>
        <p:nvSpPr>
          <p:cNvPr id="235" name="Google Shape;235;p98"/>
          <p:cNvSpPr/>
          <p:nvPr/>
        </p:nvSpPr>
        <p:spPr>
          <a:xfrm>
            <a:off x="4938267" y="5328000"/>
            <a:ext cx="360000" cy="360000"/>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1600">
              <a:solidFill>
                <a:schemeClr val="accent3"/>
              </a:solidFill>
              <a:latin typeface="Arial"/>
              <a:ea typeface="Arial"/>
              <a:cs typeface="Arial"/>
              <a:sym typeface="Arial"/>
            </a:endParaRPr>
          </a:p>
        </p:txBody>
      </p:sp>
      <p:sp>
        <p:nvSpPr>
          <p:cNvPr id="236" name="Google Shape;236;p98"/>
          <p:cNvSpPr/>
          <p:nvPr/>
        </p:nvSpPr>
        <p:spPr>
          <a:xfrm>
            <a:off x="5484534" y="5328000"/>
            <a:ext cx="360000" cy="360000"/>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1600">
              <a:solidFill>
                <a:schemeClr val="accent3"/>
              </a:solidFill>
              <a:latin typeface="Arial"/>
              <a:ea typeface="Arial"/>
              <a:cs typeface="Arial"/>
              <a:sym typeface="Arial"/>
            </a:endParaRPr>
          </a:p>
        </p:txBody>
      </p:sp>
      <p:sp>
        <p:nvSpPr>
          <p:cNvPr id="237" name="Google Shape;237;p98"/>
          <p:cNvSpPr/>
          <p:nvPr/>
        </p:nvSpPr>
        <p:spPr>
          <a:xfrm>
            <a:off x="3299466" y="5328000"/>
            <a:ext cx="360000" cy="360000"/>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1600">
              <a:solidFill>
                <a:schemeClr val="accent3"/>
              </a:solidFill>
              <a:latin typeface="Arial"/>
              <a:ea typeface="Arial"/>
              <a:cs typeface="Arial"/>
              <a:sym typeface="Arial"/>
            </a:endParaRPr>
          </a:p>
        </p:txBody>
      </p:sp>
      <p:sp>
        <p:nvSpPr>
          <p:cNvPr id="238" name="Google Shape;238;p98"/>
          <p:cNvSpPr/>
          <p:nvPr/>
        </p:nvSpPr>
        <p:spPr>
          <a:xfrm>
            <a:off x="3227107" y="5265822"/>
            <a:ext cx="504000" cy="504000"/>
          </a:xfrm>
          <a:prstGeom prst="ellipse">
            <a:avLst/>
          </a:prstGeom>
          <a:solidFill>
            <a:srgbClr val="A01D45"/>
          </a:solidFill>
          <a:ln cap="flat" cmpd="sng" w="190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600">
                <a:solidFill>
                  <a:schemeClr val="lt1"/>
                </a:solidFill>
                <a:latin typeface="Arial"/>
                <a:ea typeface="Arial"/>
                <a:cs typeface="Arial"/>
                <a:sym typeface="Arial"/>
              </a:rPr>
              <a:t>1</a:t>
            </a:r>
            <a:endParaRPr b="1" sz="1600">
              <a:solidFill>
                <a:schemeClr val="lt1"/>
              </a:solidFill>
              <a:latin typeface="Arial"/>
              <a:ea typeface="Arial"/>
              <a:cs typeface="Arial"/>
              <a:sym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セクション見出し(2/5)">
  <p:cSld name="セクション見出し(2/5)">
    <p:spTree>
      <p:nvGrpSpPr>
        <p:cNvPr id="239" name="Shape 239"/>
        <p:cNvGrpSpPr/>
        <p:nvPr/>
      </p:nvGrpSpPr>
      <p:grpSpPr>
        <a:xfrm>
          <a:off x="0" y="0"/>
          <a:ext cx="0" cy="0"/>
          <a:chOff x="0" y="0"/>
          <a:chExt cx="0" cy="0"/>
        </a:xfrm>
      </p:grpSpPr>
      <p:sp>
        <p:nvSpPr>
          <p:cNvPr id="240" name="Google Shape;240;p99"/>
          <p:cNvSpPr txBox="1"/>
          <p:nvPr>
            <p:ph type="ctrTitle"/>
          </p:nvPr>
        </p:nvSpPr>
        <p:spPr>
          <a:xfrm>
            <a:off x="72000" y="2088000"/>
            <a:ext cx="9000000" cy="2520000"/>
          </a:xfrm>
          <a:prstGeom prst="rect">
            <a:avLst/>
          </a:prstGeom>
          <a:noFill/>
          <a:ln>
            <a:noFill/>
          </a:ln>
        </p:spPr>
        <p:txBody>
          <a:bodyPr anchorCtr="0" anchor="ctr" bIns="45700" lIns="91425" spcFirstLastPara="1" rIns="91425" wrap="square" tIns="45700">
            <a:normAutofit/>
          </a:bodyPr>
          <a:lstStyle>
            <a:lvl1pPr lvl="0" algn="ctr">
              <a:lnSpc>
                <a:spcPct val="120000"/>
              </a:lnSpc>
              <a:spcBef>
                <a:spcPts val="0"/>
              </a:spcBef>
              <a:spcAft>
                <a:spcPts val="0"/>
              </a:spcAft>
              <a:buClr>
                <a:schemeClr val="dk1"/>
              </a:buClr>
              <a:buSzPts val="4000"/>
              <a:buFont typeface="Arial"/>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1" name="Google Shape;241;p99"/>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2" name="Google Shape;242;p99"/>
          <p:cNvSpPr/>
          <p:nvPr/>
        </p:nvSpPr>
        <p:spPr>
          <a:xfrm>
            <a:off x="0" y="601134"/>
            <a:ext cx="9144000" cy="72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3" name="Google Shape;243;p99"/>
          <p:cNvSpPr/>
          <p:nvPr/>
        </p:nvSpPr>
        <p:spPr>
          <a:xfrm>
            <a:off x="0" y="0"/>
            <a:ext cx="9144000" cy="36000"/>
          </a:xfrm>
          <a:prstGeom prst="rect">
            <a:avLst/>
          </a:prstGeom>
          <a:solidFill>
            <a:srgbClr val="A01D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44" name="Google Shape;244;p99"/>
          <p:cNvSpPr txBox="1"/>
          <p:nvPr>
            <p:ph idx="10" type="dt"/>
          </p:nvPr>
        </p:nvSpPr>
        <p:spPr>
          <a:xfrm>
            <a:off x="7644731" y="36000"/>
            <a:ext cx="1368000" cy="57600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5" name="Google Shape;245;p99"/>
          <p:cNvSpPr txBox="1"/>
          <p:nvPr>
            <p:ph idx="12" type="sldNum"/>
          </p:nvPr>
        </p:nvSpPr>
        <p:spPr>
          <a:xfrm>
            <a:off x="4212000" y="6500068"/>
            <a:ext cx="720000" cy="288000"/>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ja-JP"/>
              <a:t>‹#›</a:t>
            </a:fld>
            <a:endParaRPr/>
          </a:p>
        </p:txBody>
      </p:sp>
      <p:sp>
        <p:nvSpPr>
          <p:cNvPr id="246" name="Google Shape;246;p99"/>
          <p:cNvSpPr/>
          <p:nvPr/>
        </p:nvSpPr>
        <p:spPr>
          <a:xfrm>
            <a:off x="4392000" y="5328000"/>
            <a:ext cx="360000" cy="360000"/>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1600">
              <a:solidFill>
                <a:schemeClr val="accent3"/>
              </a:solidFill>
              <a:latin typeface="Arial"/>
              <a:ea typeface="Arial"/>
              <a:cs typeface="Arial"/>
              <a:sym typeface="Arial"/>
            </a:endParaRPr>
          </a:p>
        </p:txBody>
      </p:sp>
      <p:sp>
        <p:nvSpPr>
          <p:cNvPr id="247" name="Google Shape;247;p99"/>
          <p:cNvSpPr/>
          <p:nvPr/>
        </p:nvSpPr>
        <p:spPr>
          <a:xfrm>
            <a:off x="3845733" y="5328000"/>
            <a:ext cx="360000" cy="360000"/>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1600">
              <a:solidFill>
                <a:schemeClr val="accent3"/>
              </a:solidFill>
              <a:latin typeface="Arial"/>
              <a:ea typeface="Arial"/>
              <a:cs typeface="Arial"/>
              <a:sym typeface="Arial"/>
            </a:endParaRPr>
          </a:p>
        </p:txBody>
      </p:sp>
      <p:sp>
        <p:nvSpPr>
          <p:cNvPr id="248" name="Google Shape;248;p99"/>
          <p:cNvSpPr/>
          <p:nvPr/>
        </p:nvSpPr>
        <p:spPr>
          <a:xfrm>
            <a:off x="4938267" y="5328000"/>
            <a:ext cx="360000" cy="360000"/>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1600">
              <a:solidFill>
                <a:schemeClr val="accent3"/>
              </a:solidFill>
              <a:latin typeface="Arial"/>
              <a:ea typeface="Arial"/>
              <a:cs typeface="Arial"/>
              <a:sym typeface="Arial"/>
            </a:endParaRPr>
          </a:p>
        </p:txBody>
      </p:sp>
      <p:sp>
        <p:nvSpPr>
          <p:cNvPr id="249" name="Google Shape;249;p99"/>
          <p:cNvSpPr/>
          <p:nvPr/>
        </p:nvSpPr>
        <p:spPr>
          <a:xfrm>
            <a:off x="5484534" y="5328000"/>
            <a:ext cx="360000" cy="360000"/>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1600">
              <a:solidFill>
                <a:schemeClr val="accent3"/>
              </a:solidFill>
              <a:latin typeface="Arial"/>
              <a:ea typeface="Arial"/>
              <a:cs typeface="Arial"/>
              <a:sym typeface="Arial"/>
            </a:endParaRPr>
          </a:p>
        </p:txBody>
      </p:sp>
      <p:sp>
        <p:nvSpPr>
          <p:cNvPr id="250" name="Google Shape;250;p99"/>
          <p:cNvSpPr/>
          <p:nvPr/>
        </p:nvSpPr>
        <p:spPr>
          <a:xfrm>
            <a:off x="3299466" y="5328000"/>
            <a:ext cx="360000" cy="360000"/>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1600">
              <a:solidFill>
                <a:schemeClr val="accent3"/>
              </a:solidFill>
              <a:latin typeface="Arial"/>
              <a:ea typeface="Arial"/>
              <a:cs typeface="Arial"/>
              <a:sym typeface="Arial"/>
            </a:endParaRPr>
          </a:p>
        </p:txBody>
      </p:sp>
      <p:sp>
        <p:nvSpPr>
          <p:cNvPr id="251" name="Google Shape;251;p99"/>
          <p:cNvSpPr/>
          <p:nvPr/>
        </p:nvSpPr>
        <p:spPr>
          <a:xfrm>
            <a:off x="3773733" y="5265822"/>
            <a:ext cx="504000" cy="504000"/>
          </a:xfrm>
          <a:prstGeom prst="ellipse">
            <a:avLst/>
          </a:prstGeom>
          <a:solidFill>
            <a:srgbClr val="A01D45"/>
          </a:solidFill>
          <a:ln cap="flat" cmpd="sng" w="190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600">
                <a:solidFill>
                  <a:schemeClr val="lt1"/>
                </a:solidFill>
                <a:latin typeface="Arial"/>
                <a:ea typeface="Arial"/>
                <a:cs typeface="Arial"/>
                <a:sym typeface="Arial"/>
              </a:rPr>
              <a:t>2</a:t>
            </a:r>
            <a:endParaRPr b="1" sz="1600">
              <a:solidFill>
                <a:schemeClr val="lt1"/>
              </a:solidFill>
              <a:latin typeface="Arial"/>
              <a:ea typeface="Arial"/>
              <a:cs typeface="Arial"/>
              <a:sym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セクション見出し(3/5)">
  <p:cSld name="セクション見出し(3/5)">
    <p:spTree>
      <p:nvGrpSpPr>
        <p:cNvPr id="252" name="Shape 252"/>
        <p:cNvGrpSpPr/>
        <p:nvPr/>
      </p:nvGrpSpPr>
      <p:grpSpPr>
        <a:xfrm>
          <a:off x="0" y="0"/>
          <a:ext cx="0" cy="0"/>
          <a:chOff x="0" y="0"/>
          <a:chExt cx="0" cy="0"/>
        </a:xfrm>
      </p:grpSpPr>
      <p:sp>
        <p:nvSpPr>
          <p:cNvPr id="253" name="Google Shape;253;p100"/>
          <p:cNvSpPr txBox="1"/>
          <p:nvPr>
            <p:ph type="ctrTitle"/>
          </p:nvPr>
        </p:nvSpPr>
        <p:spPr>
          <a:xfrm>
            <a:off x="72000" y="2088000"/>
            <a:ext cx="9000000" cy="2520000"/>
          </a:xfrm>
          <a:prstGeom prst="rect">
            <a:avLst/>
          </a:prstGeom>
          <a:noFill/>
          <a:ln>
            <a:noFill/>
          </a:ln>
        </p:spPr>
        <p:txBody>
          <a:bodyPr anchorCtr="0" anchor="ctr" bIns="45700" lIns="91425" spcFirstLastPara="1" rIns="91425" wrap="square" tIns="45700">
            <a:normAutofit/>
          </a:bodyPr>
          <a:lstStyle>
            <a:lvl1pPr lvl="0" algn="ctr">
              <a:lnSpc>
                <a:spcPct val="120000"/>
              </a:lnSpc>
              <a:spcBef>
                <a:spcPts val="0"/>
              </a:spcBef>
              <a:spcAft>
                <a:spcPts val="0"/>
              </a:spcAft>
              <a:buClr>
                <a:schemeClr val="dk1"/>
              </a:buClr>
              <a:buSzPts val="4000"/>
              <a:buFont typeface="Arial"/>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4" name="Google Shape;254;p100"/>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5" name="Google Shape;255;p100"/>
          <p:cNvSpPr/>
          <p:nvPr/>
        </p:nvSpPr>
        <p:spPr>
          <a:xfrm>
            <a:off x="0" y="601134"/>
            <a:ext cx="9144000" cy="72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6" name="Google Shape;256;p100"/>
          <p:cNvSpPr/>
          <p:nvPr/>
        </p:nvSpPr>
        <p:spPr>
          <a:xfrm>
            <a:off x="0" y="0"/>
            <a:ext cx="9144000" cy="36000"/>
          </a:xfrm>
          <a:prstGeom prst="rect">
            <a:avLst/>
          </a:prstGeom>
          <a:solidFill>
            <a:srgbClr val="A01D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57" name="Google Shape;257;p100"/>
          <p:cNvSpPr txBox="1"/>
          <p:nvPr>
            <p:ph idx="10" type="dt"/>
          </p:nvPr>
        </p:nvSpPr>
        <p:spPr>
          <a:xfrm>
            <a:off x="7644731" y="36000"/>
            <a:ext cx="1368000" cy="57600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8" name="Google Shape;258;p100"/>
          <p:cNvSpPr txBox="1"/>
          <p:nvPr>
            <p:ph idx="12" type="sldNum"/>
          </p:nvPr>
        </p:nvSpPr>
        <p:spPr>
          <a:xfrm>
            <a:off x="4212000" y="6500068"/>
            <a:ext cx="720000" cy="288000"/>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ja-JP"/>
              <a:t>‹#›</a:t>
            </a:fld>
            <a:endParaRPr/>
          </a:p>
        </p:txBody>
      </p:sp>
      <p:sp>
        <p:nvSpPr>
          <p:cNvPr id="259" name="Google Shape;259;p100"/>
          <p:cNvSpPr/>
          <p:nvPr/>
        </p:nvSpPr>
        <p:spPr>
          <a:xfrm>
            <a:off x="4392000" y="5328000"/>
            <a:ext cx="360000" cy="360000"/>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1600">
              <a:solidFill>
                <a:schemeClr val="accent3"/>
              </a:solidFill>
              <a:latin typeface="Arial"/>
              <a:ea typeface="Arial"/>
              <a:cs typeface="Arial"/>
              <a:sym typeface="Arial"/>
            </a:endParaRPr>
          </a:p>
        </p:txBody>
      </p:sp>
      <p:sp>
        <p:nvSpPr>
          <p:cNvPr id="260" name="Google Shape;260;p100"/>
          <p:cNvSpPr/>
          <p:nvPr/>
        </p:nvSpPr>
        <p:spPr>
          <a:xfrm>
            <a:off x="3845733" y="5328000"/>
            <a:ext cx="360000" cy="360000"/>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1600">
              <a:solidFill>
                <a:schemeClr val="accent3"/>
              </a:solidFill>
              <a:latin typeface="Arial"/>
              <a:ea typeface="Arial"/>
              <a:cs typeface="Arial"/>
              <a:sym typeface="Arial"/>
            </a:endParaRPr>
          </a:p>
        </p:txBody>
      </p:sp>
      <p:sp>
        <p:nvSpPr>
          <p:cNvPr id="261" name="Google Shape;261;p100"/>
          <p:cNvSpPr/>
          <p:nvPr/>
        </p:nvSpPr>
        <p:spPr>
          <a:xfrm>
            <a:off x="4938267" y="5328000"/>
            <a:ext cx="360000" cy="360000"/>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1600">
              <a:solidFill>
                <a:schemeClr val="accent3"/>
              </a:solidFill>
              <a:latin typeface="Arial"/>
              <a:ea typeface="Arial"/>
              <a:cs typeface="Arial"/>
              <a:sym typeface="Arial"/>
            </a:endParaRPr>
          </a:p>
        </p:txBody>
      </p:sp>
      <p:sp>
        <p:nvSpPr>
          <p:cNvPr id="262" name="Google Shape;262;p100"/>
          <p:cNvSpPr/>
          <p:nvPr/>
        </p:nvSpPr>
        <p:spPr>
          <a:xfrm>
            <a:off x="5484534" y="5328000"/>
            <a:ext cx="360000" cy="360000"/>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1600">
              <a:solidFill>
                <a:schemeClr val="accent3"/>
              </a:solidFill>
              <a:latin typeface="Arial"/>
              <a:ea typeface="Arial"/>
              <a:cs typeface="Arial"/>
              <a:sym typeface="Arial"/>
            </a:endParaRPr>
          </a:p>
        </p:txBody>
      </p:sp>
      <p:sp>
        <p:nvSpPr>
          <p:cNvPr id="263" name="Google Shape;263;p100"/>
          <p:cNvSpPr/>
          <p:nvPr/>
        </p:nvSpPr>
        <p:spPr>
          <a:xfrm>
            <a:off x="3299466" y="5328000"/>
            <a:ext cx="360000" cy="360000"/>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1600">
              <a:solidFill>
                <a:schemeClr val="accent3"/>
              </a:solidFill>
              <a:latin typeface="Arial"/>
              <a:ea typeface="Arial"/>
              <a:cs typeface="Arial"/>
              <a:sym typeface="Arial"/>
            </a:endParaRPr>
          </a:p>
        </p:txBody>
      </p:sp>
      <p:sp>
        <p:nvSpPr>
          <p:cNvPr id="264" name="Google Shape;264;p100"/>
          <p:cNvSpPr/>
          <p:nvPr/>
        </p:nvSpPr>
        <p:spPr>
          <a:xfrm>
            <a:off x="4320000" y="5265822"/>
            <a:ext cx="504000" cy="504000"/>
          </a:xfrm>
          <a:prstGeom prst="ellipse">
            <a:avLst/>
          </a:prstGeom>
          <a:solidFill>
            <a:srgbClr val="A01D45"/>
          </a:solidFill>
          <a:ln cap="flat" cmpd="sng" w="190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600">
                <a:solidFill>
                  <a:schemeClr val="lt1"/>
                </a:solidFill>
                <a:latin typeface="Arial"/>
                <a:ea typeface="Arial"/>
                <a:cs typeface="Arial"/>
                <a:sym typeface="Arial"/>
              </a:rPr>
              <a:t>3</a:t>
            </a:r>
            <a:endParaRPr b="1" sz="1600">
              <a:solidFill>
                <a:schemeClr val="lt1"/>
              </a:solidFill>
              <a:latin typeface="Arial"/>
              <a:ea typeface="Arial"/>
              <a:cs typeface="Arial"/>
              <a:sym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セクション見出し(4/5)">
  <p:cSld name="セクション見出し(4/5)">
    <p:spTree>
      <p:nvGrpSpPr>
        <p:cNvPr id="265" name="Shape 265"/>
        <p:cNvGrpSpPr/>
        <p:nvPr/>
      </p:nvGrpSpPr>
      <p:grpSpPr>
        <a:xfrm>
          <a:off x="0" y="0"/>
          <a:ext cx="0" cy="0"/>
          <a:chOff x="0" y="0"/>
          <a:chExt cx="0" cy="0"/>
        </a:xfrm>
      </p:grpSpPr>
      <p:sp>
        <p:nvSpPr>
          <p:cNvPr id="266" name="Google Shape;266;p101"/>
          <p:cNvSpPr txBox="1"/>
          <p:nvPr>
            <p:ph type="ctrTitle"/>
          </p:nvPr>
        </p:nvSpPr>
        <p:spPr>
          <a:xfrm>
            <a:off x="72000" y="2088000"/>
            <a:ext cx="9000000" cy="2520000"/>
          </a:xfrm>
          <a:prstGeom prst="rect">
            <a:avLst/>
          </a:prstGeom>
          <a:noFill/>
          <a:ln>
            <a:noFill/>
          </a:ln>
        </p:spPr>
        <p:txBody>
          <a:bodyPr anchorCtr="0" anchor="ctr" bIns="45700" lIns="91425" spcFirstLastPara="1" rIns="91425" wrap="square" tIns="45700">
            <a:normAutofit/>
          </a:bodyPr>
          <a:lstStyle>
            <a:lvl1pPr lvl="0" algn="ctr">
              <a:lnSpc>
                <a:spcPct val="120000"/>
              </a:lnSpc>
              <a:spcBef>
                <a:spcPts val="0"/>
              </a:spcBef>
              <a:spcAft>
                <a:spcPts val="0"/>
              </a:spcAft>
              <a:buClr>
                <a:schemeClr val="dk1"/>
              </a:buClr>
              <a:buSzPts val="4000"/>
              <a:buFont typeface="Arial"/>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7" name="Google Shape;267;p101"/>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8" name="Google Shape;268;p101"/>
          <p:cNvSpPr/>
          <p:nvPr/>
        </p:nvSpPr>
        <p:spPr>
          <a:xfrm>
            <a:off x="0" y="601134"/>
            <a:ext cx="9144000" cy="72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9" name="Google Shape;269;p101"/>
          <p:cNvSpPr/>
          <p:nvPr/>
        </p:nvSpPr>
        <p:spPr>
          <a:xfrm>
            <a:off x="0" y="0"/>
            <a:ext cx="9144000" cy="36000"/>
          </a:xfrm>
          <a:prstGeom prst="rect">
            <a:avLst/>
          </a:prstGeom>
          <a:solidFill>
            <a:srgbClr val="A01D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70" name="Google Shape;270;p101"/>
          <p:cNvSpPr txBox="1"/>
          <p:nvPr>
            <p:ph idx="10" type="dt"/>
          </p:nvPr>
        </p:nvSpPr>
        <p:spPr>
          <a:xfrm>
            <a:off x="7644731" y="36000"/>
            <a:ext cx="1368000" cy="57600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1" name="Google Shape;271;p101"/>
          <p:cNvSpPr txBox="1"/>
          <p:nvPr>
            <p:ph idx="12" type="sldNum"/>
          </p:nvPr>
        </p:nvSpPr>
        <p:spPr>
          <a:xfrm>
            <a:off x="4212000" y="6500068"/>
            <a:ext cx="720000" cy="288000"/>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ja-JP"/>
              <a:t>‹#›</a:t>
            </a:fld>
            <a:endParaRPr/>
          </a:p>
        </p:txBody>
      </p:sp>
      <p:sp>
        <p:nvSpPr>
          <p:cNvPr id="272" name="Google Shape;272;p101"/>
          <p:cNvSpPr/>
          <p:nvPr/>
        </p:nvSpPr>
        <p:spPr>
          <a:xfrm>
            <a:off x="4392000" y="5328000"/>
            <a:ext cx="360000" cy="360000"/>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1600">
              <a:solidFill>
                <a:schemeClr val="accent3"/>
              </a:solidFill>
              <a:latin typeface="Arial"/>
              <a:ea typeface="Arial"/>
              <a:cs typeface="Arial"/>
              <a:sym typeface="Arial"/>
            </a:endParaRPr>
          </a:p>
        </p:txBody>
      </p:sp>
      <p:sp>
        <p:nvSpPr>
          <p:cNvPr id="273" name="Google Shape;273;p101"/>
          <p:cNvSpPr/>
          <p:nvPr/>
        </p:nvSpPr>
        <p:spPr>
          <a:xfrm>
            <a:off x="3845733" y="5328000"/>
            <a:ext cx="360000" cy="360000"/>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1600">
              <a:solidFill>
                <a:schemeClr val="accent3"/>
              </a:solidFill>
              <a:latin typeface="Arial"/>
              <a:ea typeface="Arial"/>
              <a:cs typeface="Arial"/>
              <a:sym typeface="Arial"/>
            </a:endParaRPr>
          </a:p>
        </p:txBody>
      </p:sp>
      <p:sp>
        <p:nvSpPr>
          <p:cNvPr id="274" name="Google Shape;274;p101"/>
          <p:cNvSpPr/>
          <p:nvPr/>
        </p:nvSpPr>
        <p:spPr>
          <a:xfrm>
            <a:off x="4938267" y="5328000"/>
            <a:ext cx="360000" cy="360000"/>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1600">
              <a:solidFill>
                <a:schemeClr val="accent3"/>
              </a:solidFill>
              <a:latin typeface="Arial"/>
              <a:ea typeface="Arial"/>
              <a:cs typeface="Arial"/>
              <a:sym typeface="Arial"/>
            </a:endParaRPr>
          </a:p>
        </p:txBody>
      </p:sp>
      <p:sp>
        <p:nvSpPr>
          <p:cNvPr id="275" name="Google Shape;275;p101"/>
          <p:cNvSpPr/>
          <p:nvPr/>
        </p:nvSpPr>
        <p:spPr>
          <a:xfrm>
            <a:off x="5484534" y="5328000"/>
            <a:ext cx="360000" cy="360000"/>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1600">
              <a:solidFill>
                <a:schemeClr val="accent3"/>
              </a:solidFill>
              <a:latin typeface="Arial"/>
              <a:ea typeface="Arial"/>
              <a:cs typeface="Arial"/>
              <a:sym typeface="Arial"/>
            </a:endParaRPr>
          </a:p>
        </p:txBody>
      </p:sp>
      <p:sp>
        <p:nvSpPr>
          <p:cNvPr id="276" name="Google Shape;276;p101"/>
          <p:cNvSpPr/>
          <p:nvPr/>
        </p:nvSpPr>
        <p:spPr>
          <a:xfrm>
            <a:off x="3299466" y="5328000"/>
            <a:ext cx="360000" cy="360000"/>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1600">
              <a:solidFill>
                <a:schemeClr val="accent3"/>
              </a:solidFill>
              <a:latin typeface="Arial"/>
              <a:ea typeface="Arial"/>
              <a:cs typeface="Arial"/>
              <a:sym typeface="Arial"/>
            </a:endParaRPr>
          </a:p>
        </p:txBody>
      </p:sp>
      <p:sp>
        <p:nvSpPr>
          <p:cNvPr id="277" name="Google Shape;277;p101"/>
          <p:cNvSpPr/>
          <p:nvPr/>
        </p:nvSpPr>
        <p:spPr>
          <a:xfrm>
            <a:off x="4866267" y="5265822"/>
            <a:ext cx="504000" cy="504000"/>
          </a:xfrm>
          <a:prstGeom prst="ellipse">
            <a:avLst/>
          </a:prstGeom>
          <a:solidFill>
            <a:srgbClr val="A01D45"/>
          </a:solidFill>
          <a:ln cap="flat" cmpd="sng" w="190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600">
                <a:solidFill>
                  <a:schemeClr val="lt1"/>
                </a:solidFill>
                <a:latin typeface="Arial"/>
                <a:ea typeface="Arial"/>
                <a:cs typeface="Arial"/>
                <a:sym typeface="Arial"/>
              </a:rPr>
              <a:t>4</a:t>
            </a:r>
            <a:endParaRPr b="1" sz="1600">
              <a:solidFill>
                <a:schemeClr val="lt1"/>
              </a:solidFill>
              <a:latin typeface="Arial"/>
              <a:ea typeface="Arial"/>
              <a:cs typeface="Arial"/>
              <a:sym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セクション見出し(5/5)">
  <p:cSld name="セクション見出し(5/5)">
    <p:spTree>
      <p:nvGrpSpPr>
        <p:cNvPr id="278" name="Shape 278"/>
        <p:cNvGrpSpPr/>
        <p:nvPr/>
      </p:nvGrpSpPr>
      <p:grpSpPr>
        <a:xfrm>
          <a:off x="0" y="0"/>
          <a:ext cx="0" cy="0"/>
          <a:chOff x="0" y="0"/>
          <a:chExt cx="0" cy="0"/>
        </a:xfrm>
      </p:grpSpPr>
      <p:sp>
        <p:nvSpPr>
          <p:cNvPr id="279" name="Google Shape;279;p102"/>
          <p:cNvSpPr txBox="1"/>
          <p:nvPr>
            <p:ph type="ctrTitle"/>
          </p:nvPr>
        </p:nvSpPr>
        <p:spPr>
          <a:xfrm>
            <a:off x="72000" y="2088000"/>
            <a:ext cx="9000000" cy="2520000"/>
          </a:xfrm>
          <a:prstGeom prst="rect">
            <a:avLst/>
          </a:prstGeom>
          <a:noFill/>
          <a:ln>
            <a:noFill/>
          </a:ln>
        </p:spPr>
        <p:txBody>
          <a:bodyPr anchorCtr="0" anchor="ctr" bIns="45700" lIns="91425" spcFirstLastPara="1" rIns="91425" wrap="square" tIns="45700">
            <a:normAutofit/>
          </a:bodyPr>
          <a:lstStyle>
            <a:lvl1pPr lvl="0" algn="ctr">
              <a:lnSpc>
                <a:spcPct val="120000"/>
              </a:lnSpc>
              <a:spcBef>
                <a:spcPts val="0"/>
              </a:spcBef>
              <a:spcAft>
                <a:spcPts val="0"/>
              </a:spcAft>
              <a:buClr>
                <a:schemeClr val="dk1"/>
              </a:buClr>
              <a:buSzPts val="4000"/>
              <a:buFont typeface="Arial"/>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0" name="Google Shape;280;p102"/>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1" name="Google Shape;281;p102"/>
          <p:cNvSpPr/>
          <p:nvPr/>
        </p:nvSpPr>
        <p:spPr>
          <a:xfrm>
            <a:off x="0" y="601134"/>
            <a:ext cx="9144000" cy="72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2" name="Google Shape;282;p102"/>
          <p:cNvSpPr/>
          <p:nvPr/>
        </p:nvSpPr>
        <p:spPr>
          <a:xfrm>
            <a:off x="0" y="0"/>
            <a:ext cx="9144000" cy="36000"/>
          </a:xfrm>
          <a:prstGeom prst="rect">
            <a:avLst/>
          </a:prstGeom>
          <a:solidFill>
            <a:srgbClr val="A01D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3" name="Google Shape;283;p102"/>
          <p:cNvSpPr txBox="1"/>
          <p:nvPr>
            <p:ph idx="10" type="dt"/>
          </p:nvPr>
        </p:nvSpPr>
        <p:spPr>
          <a:xfrm>
            <a:off x="7644731" y="36000"/>
            <a:ext cx="1368000" cy="57600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4" name="Google Shape;284;p102"/>
          <p:cNvSpPr txBox="1"/>
          <p:nvPr>
            <p:ph idx="12" type="sldNum"/>
          </p:nvPr>
        </p:nvSpPr>
        <p:spPr>
          <a:xfrm>
            <a:off x="4212000" y="6500068"/>
            <a:ext cx="720000" cy="288000"/>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ja-JP"/>
              <a:t>‹#›</a:t>
            </a:fld>
            <a:endParaRPr/>
          </a:p>
        </p:txBody>
      </p:sp>
      <p:sp>
        <p:nvSpPr>
          <p:cNvPr id="285" name="Google Shape;285;p102"/>
          <p:cNvSpPr/>
          <p:nvPr/>
        </p:nvSpPr>
        <p:spPr>
          <a:xfrm>
            <a:off x="4392000" y="5328000"/>
            <a:ext cx="360000" cy="360000"/>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1600">
              <a:solidFill>
                <a:schemeClr val="accent3"/>
              </a:solidFill>
              <a:latin typeface="Arial"/>
              <a:ea typeface="Arial"/>
              <a:cs typeface="Arial"/>
              <a:sym typeface="Arial"/>
            </a:endParaRPr>
          </a:p>
        </p:txBody>
      </p:sp>
      <p:sp>
        <p:nvSpPr>
          <p:cNvPr id="286" name="Google Shape;286;p102"/>
          <p:cNvSpPr/>
          <p:nvPr/>
        </p:nvSpPr>
        <p:spPr>
          <a:xfrm>
            <a:off x="3845733" y="5328000"/>
            <a:ext cx="360000" cy="360000"/>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1600">
              <a:solidFill>
                <a:schemeClr val="accent3"/>
              </a:solidFill>
              <a:latin typeface="Arial"/>
              <a:ea typeface="Arial"/>
              <a:cs typeface="Arial"/>
              <a:sym typeface="Arial"/>
            </a:endParaRPr>
          </a:p>
        </p:txBody>
      </p:sp>
      <p:sp>
        <p:nvSpPr>
          <p:cNvPr id="287" name="Google Shape;287;p102"/>
          <p:cNvSpPr/>
          <p:nvPr/>
        </p:nvSpPr>
        <p:spPr>
          <a:xfrm>
            <a:off x="4938267" y="5328000"/>
            <a:ext cx="360000" cy="360000"/>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1600">
              <a:solidFill>
                <a:schemeClr val="accent3"/>
              </a:solidFill>
              <a:latin typeface="Arial"/>
              <a:ea typeface="Arial"/>
              <a:cs typeface="Arial"/>
              <a:sym typeface="Arial"/>
            </a:endParaRPr>
          </a:p>
        </p:txBody>
      </p:sp>
      <p:sp>
        <p:nvSpPr>
          <p:cNvPr id="288" name="Google Shape;288;p102"/>
          <p:cNvSpPr/>
          <p:nvPr/>
        </p:nvSpPr>
        <p:spPr>
          <a:xfrm>
            <a:off x="5484534" y="5328000"/>
            <a:ext cx="360000" cy="360000"/>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1600">
              <a:solidFill>
                <a:schemeClr val="accent3"/>
              </a:solidFill>
              <a:latin typeface="Arial"/>
              <a:ea typeface="Arial"/>
              <a:cs typeface="Arial"/>
              <a:sym typeface="Arial"/>
            </a:endParaRPr>
          </a:p>
        </p:txBody>
      </p:sp>
      <p:sp>
        <p:nvSpPr>
          <p:cNvPr id="289" name="Google Shape;289;p102"/>
          <p:cNvSpPr/>
          <p:nvPr/>
        </p:nvSpPr>
        <p:spPr>
          <a:xfrm>
            <a:off x="3299466" y="5328000"/>
            <a:ext cx="360000" cy="360000"/>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1600">
              <a:solidFill>
                <a:schemeClr val="accent3"/>
              </a:solidFill>
              <a:latin typeface="Arial"/>
              <a:ea typeface="Arial"/>
              <a:cs typeface="Arial"/>
              <a:sym typeface="Arial"/>
            </a:endParaRPr>
          </a:p>
        </p:txBody>
      </p:sp>
      <p:sp>
        <p:nvSpPr>
          <p:cNvPr id="290" name="Google Shape;290;p102"/>
          <p:cNvSpPr/>
          <p:nvPr/>
        </p:nvSpPr>
        <p:spPr>
          <a:xfrm>
            <a:off x="5414925" y="5265822"/>
            <a:ext cx="504000" cy="504000"/>
          </a:xfrm>
          <a:prstGeom prst="ellipse">
            <a:avLst/>
          </a:prstGeom>
          <a:solidFill>
            <a:srgbClr val="A01D45"/>
          </a:solidFill>
          <a:ln cap="flat" cmpd="sng" w="190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600">
                <a:solidFill>
                  <a:schemeClr val="lt1"/>
                </a:solidFill>
                <a:latin typeface="Arial"/>
                <a:ea typeface="Arial"/>
                <a:cs typeface="Arial"/>
                <a:sym typeface="Arial"/>
              </a:rPr>
              <a:t>5</a:t>
            </a:r>
            <a:endParaRPr b="1" sz="1600">
              <a:solidFill>
                <a:schemeClr val="lt1"/>
              </a:solidFill>
              <a:latin typeface="Arial"/>
              <a:ea typeface="Arial"/>
              <a:cs typeface="Arial"/>
              <a:sym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セクション見出し(7/7)">
  <p:cSld name="セクション見出し(7/7)">
    <p:spTree>
      <p:nvGrpSpPr>
        <p:cNvPr id="291" name="Shape 291"/>
        <p:cNvGrpSpPr/>
        <p:nvPr/>
      </p:nvGrpSpPr>
      <p:grpSpPr>
        <a:xfrm>
          <a:off x="0" y="0"/>
          <a:ext cx="0" cy="0"/>
          <a:chOff x="0" y="0"/>
          <a:chExt cx="0" cy="0"/>
        </a:xfrm>
      </p:grpSpPr>
      <p:sp>
        <p:nvSpPr>
          <p:cNvPr id="292" name="Google Shape;292;p103"/>
          <p:cNvSpPr txBox="1"/>
          <p:nvPr>
            <p:ph type="ctrTitle"/>
          </p:nvPr>
        </p:nvSpPr>
        <p:spPr>
          <a:xfrm>
            <a:off x="72000" y="2088000"/>
            <a:ext cx="9000000" cy="2520000"/>
          </a:xfrm>
          <a:prstGeom prst="rect">
            <a:avLst/>
          </a:prstGeom>
          <a:noFill/>
          <a:ln>
            <a:noFill/>
          </a:ln>
        </p:spPr>
        <p:txBody>
          <a:bodyPr anchorCtr="0" anchor="ctr" bIns="45700" lIns="91425" spcFirstLastPara="1" rIns="91425" wrap="square" tIns="45700">
            <a:normAutofit/>
          </a:bodyPr>
          <a:lstStyle>
            <a:lvl1pPr lvl="0" algn="ctr">
              <a:lnSpc>
                <a:spcPct val="120000"/>
              </a:lnSpc>
              <a:spcBef>
                <a:spcPts val="0"/>
              </a:spcBef>
              <a:spcAft>
                <a:spcPts val="0"/>
              </a:spcAft>
              <a:buClr>
                <a:schemeClr val="dk1"/>
              </a:buClr>
              <a:buSzPts val="4000"/>
              <a:buFont typeface="Arial"/>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3" name="Google Shape;293;p103"/>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4" name="Google Shape;294;p103"/>
          <p:cNvSpPr/>
          <p:nvPr/>
        </p:nvSpPr>
        <p:spPr>
          <a:xfrm>
            <a:off x="0" y="601134"/>
            <a:ext cx="9144000" cy="72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5" name="Google Shape;295;p103"/>
          <p:cNvSpPr/>
          <p:nvPr/>
        </p:nvSpPr>
        <p:spPr>
          <a:xfrm>
            <a:off x="0" y="0"/>
            <a:ext cx="9144000" cy="36000"/>
          </a:xfrm>
          <a:prstGeom prst="rect">
            <a:avLst/>
          </a:prstGeom>
          <a:solidFill>
            <a:srgbClr val="A01D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96" name="Google Shape;296;p103"/>
          <p:cNvSpPr txBox="1"/>
          <p:nvPr>
            <p:ph idx="10" type="dt"/>
          </p:nvPr>
        </p:nvSpPr>
        <p:spPr>
          <a:xfrm>
            <a:off x="7644731" y="36000"/>
            <a:ext cx="1368000" cy="57600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7" name="Google Shape;297;p103"/>
          <p:cNvSpPr txBox="1"/>
          <p:nvPr>
            <p:ph idx="12" type="sldNum"/>
          </p:nvPr>
        </p:nvSpPr>
        <p:spPr>
          <a:xfrm>
            <a:off x="4212000" y="6500068"/>
            <a:ext cx="720000" cy="288000"/>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ja-JP"/>
              <a:t>‹#›</a:t>
            </a:fld>
            <a:endParaRPr/>
          </a:p>
        </p:txBody>
      </p:sp>
      <p:sp>
        <p:nvSpPr>
          <p:cNvPr id="298" name="Google Shape;298;p103"/>
          <p:cNvSpPr/>
          <p:nvPr/>
        </p:nvSpPr>
        <p:spPr>
          <a:xfrm>
            <a:off x="4392000" y="5328000"/>
            <a:ext cx="360000" cy="360000"/>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1600">
              <a:solidFill>
                <a:schemeClr val="accent3"/>
              </a:solidFill>
              <a:latin typeface="Arial"/>
              <a:ea typeface="Arial"/>
              <a:cs typeface="Arial"/>
              <a:sym typeface="Arial"/>
            </a:endParaRPr>
          </a:p>
        </p:txBody>
      </p:sp>
      <p:sp>
        <p:nvSpPr>
          <p:cNvPr id="299" name="Google Shape;299;p103"/>
          <p:cNvSpPr/>
          <p:nvPr/>
        </p:nvSpPr>
        <p:spPr>
          <a:xfrm>
            <a:off x="3888000" y="5328000"/>
            <a:ext cx="360000" cy="360000"/>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1600">
              <a:solidFill>
                <a:schemeClr val="accent3"/>
              </a:solidFill>
              <a:latin typeface="Arial"/>
              <a:ea typeface="Arial"/>
              <a:cs typeface="Arial"/>
              <a:sym typeface="Arial"/>
            </a:endParaRPr>
          </a:p>
        </p:txBody>
      </p:sp>
      <p:sp>
        <p:nvSpPr>
          <p:cNvPr id="300" name="Google Shape;300;p103"/>
          <p:cNvSpPr/>
          <p:nvPr/>
        </p:nvSpPr>
        <p:spPr>
          <a:xfrm>
            <a:off x="4896000" y="5328000"/>
            <a:ext cx="360000" cy="360000"/>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1600">
              <a:solidFill>
                <a:schemeClr val="accent3"/>
              </a:solidFill>
              <a:latin typeface="Arial"/>
              <a:ea typeface="Arial"/>
              <a:cs typeface="Arial"/>
              <a:sym typeface="Arial"/>
            </a:endParaRPr>
          </a:p>
        </p:txBody>
      </p:sp>
      <p:sp>
        <p:nvSpPr>
          <p:cNvPr id="301" name="Google Shape;301;p103"/>
          <p:cNvSpPr/>
          <p:nvPr/>
        </p:nvSpPr>
        <p:spPr>
          <a:xfrm>
            <a:off x="5400000" y="5328000"/>
            <a:ext cx="360000" cy="360000"/>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1600">
              <a:solidFill>
                <a:schemeClr val="accent3"/>
              </a:solidFill>
              <a:latin typeface="Arial"/>
              <a:ea typeface="Arial"/>
              <a:cs typeface="Arial"/>
              <a:sym typeface="Arial"/>
            </a:endParaRPr>
          </a:p>
        </p:txBody>
      </p:sp>
      <p:sp>
        <p:nvSpPr>
          <p:cNvPr id="302" name="Google Shape;302;p103"/>
          <p:cNvSpPr/>
          <p:nvPr/>
        </p:nvSpPr>
        <p:spPr>
          <a:xfrm>
            <a:off x="3384000" y="5328000"/>
            <a:ext cx="360000" cy="360000"/>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1600">
              <a:solidFill>
                <a:schemeClr val="accent3"/>
              </a:solidFill>
              <a:latin typeface="Arial"/>
              <a:ea typeface="Arial"/>
              <a:cs typeface="Arial"/>
              <a:sym typeface="Arial"/>
            </a:endParaRPr>
          </a:p>
        </p:txBody>
      </p:sp>
      <p:sp>
        <p:nvSpPr>
          <p:cNvPr id="303" name="Google Shape;303;p103"/>
          <p:cNvSpPr/>
          <p:nvPr/>
        </p:nvSpPr>
        <p:spPr>
          <a:xfrm>
            <a:off x="2880000" y="5328000"/>
            <a:ext cx="360000" cy="360000"/>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1600">
              <a:solidFill>
                <a:schemeClr val="accent3"/>
              </a:solidFill>
              <a:latin typeface="Arial"/>
              <a:ea typeface="Arial"/>
              <a:cs typeface="Arial"/>
              <a:sym typeface="Arial"/>
            </a:endParaRPr>
          </a:p>
        </p:txBody>
      </p:sp>
      <p:sp>
        <p:nvSpPr>
          <p:cNvPr id="304" name="Google Shape;304;p103"/>
          <p:cNvSpPr/>
          <p:nvPr/>
        </p:nvSpPr>
        <p:spPr>
          <a:xfrm>
            <a:off x="5904000" y="5328000"/>
            <a:ext cx="360000" cy="360000"/>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1600">
              <a:solidFill>
                <a:schemeClr val="accent3"/>
              </a:solidFill>
              <a:latin typeface="Arial"/>
              <a:ea typeface="Arial"/>
              <a:cs typeface="Arial"/>
              <a:sym typeface="Arial"/>
            </a:endParaRPr>
          </a:p>
        </p:txBody>
      </p:sp>
      <p:sp>
        <p:nvSpPr>
          <p:cNvPr id="305" name="Google Shape;305;p103"/>
          <p:cNvSpPr/>
          <p:nvPr/>
        </p:nvSpPr>
        <p:spPr>
          <a:xfrm>
            <a:off x="5832000" y="5256000"/>
            <a:ext cx="504000" cy="504000"/>
          </a:xfrm>
          <a:prstGeom prst="ellipse">
            <a:avLst/>
          </a:prstGeom>
          <a:solidFill>
            <a:srgbClr val="A01D45"/>
          </a:solidFill>
          <a:ln cap="flat" cmpd="sng" w="190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600">
                <a:solidFill>
                  <a:schemeClr val="lt1"/>
                </a:solidFill>
                <a:latin typeface="Arial"/>
                <a:ea typeface="Arial"/>
                <a:cs typeface="Arial"/>
                <a:sym typeface="Arial"/>
              </a:rPr>
              <a:t>7</a:t>
            </a:r>
            <a:endParaRPr b="1" sz="1600">
              <a:solidFill>
                <a:schemeClr val="lt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9.xml"/><Relationship Id="rId11" Type="http://schemas.openxmlformats.org/officeDocument/2006/relationships/slideLayout" Target="../slideLayouts/slideLayout10.xml"/><Relationship Id="rId22" Type="http://schemas.openxmlformats.org/officeDocument/2006/relationships/slideLayout" Target="../slideLayouts/slideLayout21.xml"/><Relationship Id="rId10" Type="http://schemas.openxmlformats.org/officeDocument/2006/relationships/slideLayout" Target="../slideLayouts/slideLayout9.xml"/><Relationship Id="rId21" Type="http://schemas.openxmlformats.org/officeDocument/2006/relationships/slideLayout" Target="../slideLayouts/slideLayout20.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23" Type="http://schemas.openxmlformats.org/officeDocument/2006/relationships/theme" Target="../theme/theme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slideLayout" Target="../slideLayouts/slideLayout18.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82"/>
          <p:cNvSpPr txBox="1"/>
          <p:nvPr>
            <p:ph type="title"/>
          </p:nvPr>
        </p:nvSpPr>
        <p:spPr>
          <a:xfrm>
            <a:off x="144000" y="36000"/>
            <a:ext cx="8856000" cy="5760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000"/>
              <a:buFont typeface="Arial"/>
              <a:buNone/>
              <a:defRPr b="1" i="0" sz="30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82"/>
          <p:cNvSpPr txBox="1"/>
          <p:nvPr>
            <p:ph idx="1" type="body"/>
          </p:nvPr>
        </p:nvSpPr>
        <p:spPr>
          <a:xfrm>
            <a:off x="144000" y="863599"/>
            <a:ext cx="8856000" cy="5508401"/>
          </a:xfrm>
          <a:prstGeom prst="rect">
            <a:avLst/>
          </a:prstGeom>
          <a:noFill/>
          <a:ln>
            <a:noFill/>
          </a:ln>
        </p:spPr>
        <p:txBody>
          <a:bodyPr anchorCtr="0" anchor="t" bIns="45700" lIns="91425" spcFirstLastPara="1" rIns="91425" wrap="square" tIns="45700">
            <a:noAutofit/>
          </a:bodyPr>
          <a:lstStyle>
            <a:lvl1pPr indent="-317500" lvl="0" marL="457200" marR="0" rtl="0" algn="l">
              <a:lnSpc>
                <a:spcPct val="100000"/>
              </a:lnSpc>
              <a:spcBef>
                <a:spcPts val="10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1pPr>
            <a:lvl2pPr indent="-317500" lvl="1" marL="914400" marR="0" rtl="0" algn="l">
              <a:lnSpc>
                <a:spcPct val="10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2pPr>
            <a:lvl3pPr indent="-317500" lvl="2" marL="1371600" marR="0" rtl="0" algn="l">
              <a:lnSpc>
                <a:spcPct val="10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3pPr>
            <a:lvl4pPr indent="-317500" lvl="3" marL="1828800" marR="0" rtl="0" algn="l">
              <a:lnSpc>
                <a:spcPct val="10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10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82"/>
          <p:cNvSpPr txBox="1"/>
          <p:nvPr>
            <p:ph idx="10" type="dt"/>
          </p:nvPr>
        </p:nvSpPr>
        <p:spPr>
          <a:xfrm>
            <a:off x="7644731" y="36000"/>
            <a:ext cx="1368000" cy="576000"/>
          </a:xfrm>
          <a:prstGeom prst="rect">
            <a:avLst/>
          </a:prstGeom>
          <a:noFill/>
          <a:ln>
            <a:noFill/>
          </a:ln>
        </p:spPr>
        <p:txBody>
          <a:bodyPr anchorCtr="0" anchor="b" bIns="45700" lIns="91425" spcFirstLastPara="1" rIns="91425" wrap="square" tIns="45700">
            <a:noAutofit/>
          </a:bodyPr>
          <a:lstStyle>
            <a:lvl1pPr lvl="0" marR="0" rtl="0" algn="r">
              <a:spcBef>
                <a:spcPts val="0"/>
              </a:spcBef>
              <a:spcAft>
                <a:spcPts val="0"/>
              </a:spcAft>
              <a:buSzPts val="1400"/>
              <a:buNone/>
              <a:defRPr b="0" i="0" sz="1200" u="none" cap="none" strike="noStrike">
                <a:solidFill>
                  <a:srgbClr val="3F3F3F"/>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82"/>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000" u="none" cap="none" strike="noStrike">
                <a:solidFill>
                  <a:srgbClr val="3F3F3F"/>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82"/>
          <p:cNvSpPr txBox="1"/>
          <p:nvPr>
            <p:ph idx="12" type="sldNum"/>
          </p:nvPr>
        </p:nvSpPr>
        <p:spPr>
          <a:xfrm>
            <a:off x="4212000" y="6500068"/>
            <a:ext cx="720000" cy="288000"/>
          </a:xfrm>
          <a:prstGeom prst="rect">
            <a:avLst/>
          </a:prstGeom>
          <a:noFill/>
          <a:ln>
            <a:noFill/>
          </a:ln>
        </p:spPr>
        <p:txBody>
          <a:bodyPr anchorCtr="0" anchor="b" bIns="45700" lIns="91425" spcFirstLastPara="1" rIns="91425" wrap="square" tIns="45700">
            <a:noAutofit/>
          </a:bodyPr>
          <a:lstStyle>
            <a:lvl1pPr indent="0" lvl="0" marL="0" marR="0" rtl="0" algn="ctr">
              <a:spcBef>
                <a:spcPts val="0"/>
              </a:spcBef>
              <a:buNone/>
              <a:defRPr b="0" i="0" sz="1000" u="none" cap="none" strike="noStrike">
                <a:solidFill>
                  <a:srgbClr val="3F3F3F"/>
                </a:solidFill>
                <a:latin typeface="Arial"/>
                <a:ea typeface="Arial"/>
                <a:cs typeface="Arial"/>
                <a:sym typeface="Arial"/>
              </a:defRPr>
            </a:lvl1pPr>
            <a:lvl2pPr indent="0" lvl="1" marL="0" marR="0" rtl="0" algn="ctr">
              <a:spcBef>
                <a:spcPts val="0"/>
              </a:spcBef>
              <a:buNone/>
              <a:defRPr b="0" i="0" sz="1000" u="none" cap="none" strike="noStrike">
                <a:solidFill>
                  <a:srgbClr val="3F3F3F"/>
                </a:solidFill>
                <a:latin typeface="Arial"/>
                <a:ea typeface="Arial"/>
                <a:cs typeface="Arial"/>
                <a:sym typeface="Arial"/>
              </a:defRPr>
            </a:lvl2pPr>
            <a:lvl3pPr indent="0" lvl="2" marL="0" marR="0" rtl="0" algn="ctr">
              <a:spcBef>
                <a:spcPts val="0"/>
              </a:spcBef>
              <a:buNone/>
              <a:defRPr b="0" i="0" sz="1000" u="none" cap="none" strike="noStrike">
                <a:solidFill>
                  <a:srgbClr val="3F3F3F"/>
                </a:solidFill>
                <a:latin typeface="Arial"/>
                <a:ea typeface="Arial"/>
                <a:cs typeface="Arial"/>
                <a:sym typeface="Arial"/>
              </a:defRPr>
            </a:lvl3pPr>
            <a:lvl4pPr indent="0" lvl="3" marL="0" marR="0" rtl="0" algn="ctr">
              <a:spcBef>
                <a:spcPts val="0"/>
              </a:spcBef>
              <a:buNone/>
              <a:defRPr b="0" i="0" sz="1000" u="none" cap="none" strike="noStrike">
                <a:solidFill>
                  <a:srgbClr val="3F3F3F"/>
                </a:solidFill>
                <a:latin typeface="Arial"/>
                <a:ea typeface="Arial"/>
                <a:cs typeface="Arial"/>
                <a:sym typeface="Arial"/>
              </a:defRPr>
            </a:lvl4pPr>
            <a:lvl5pPr indent="0" lvl="4" marL="0" marR="0" rtl="0" algn="ctr">
              <a:spcBef>
                <a:spcPts val="0"/>
              </a:spcBef>
              <a:buNone/>
              <a:defRPr b="0" i="0" sz="1000" u="none" cap="none" strike="noStrike">
                <a:solidFill>
                  <a:srgbClr val="3F3F3F"/>
                </a:solidFill>
                <a:latin typeface="Arial"/>
                <a:ea typeface="Arial"/>
                <a:cs typeface="Arial"/>
                <a:sym typeface="Arial"/>
              </a:defRPr>
            </a:lvl5pPr>
            <a:lvl6pPr indent="0" lvl="5" marL="0" marR="0" rtl="0" algn="ctr">
              <a:spcBef>
                <a:spcPts val="0"/>
              </a:spcBef>
              <a:buNone/>
              <a:defRPr b="0" i="0" sz="1000" u="none" cap="none" strike="noStrike">
                <a:solidFill>
                  <a:srgbClr val="3F3F3F"/>
                </a:solidFill>
                <a:latin typeface="Arial"/>
                <a:ea typeface="Arial"/>
                <a:cs typeface="Arial"/>
                <a:sym typeface="Arial"/>
              </a:defRPr>
            </a:lvl6pPr>
            <a:lvl7pPr indent="0" lvl="6" marL="0" marR="0" rtl="0" algn="ctr">
              <a:spcBef>
                <a:spcPts val="0"/>
              </a:spcBef>
              <a:buNone/>
              <a:defRPr b="0" i="0" sz="1000" u="none" cap="none" strike="noStrike">
                <a:solidFill>
                  <a:srgbClr val="3F3F3F"/>
                </a:solidFill>
                <a:latin typeface="Arial"/>
                <a:ea typeface="Arial"/>
                <a:cs typeface="Arial"/>
                <a:sym typeface="Arial"/>
              </a:defRPr>
            </a:lvl7pPr>
            <a:lvl8pPr indent="0" lvl="7" marL="0" marR="0" rtl="0" algn="ctr">
              <a:spcBef>
                <a:spcPts val="0"/>
              </a:spcBef>
              <a:buNone/>
              <a:defRPr b="0" i="0" sz="1000" u="none" cap="none" strike="noStrike">
                <a:solidFill>
                  <a:srgbClr val="3F3F3F"/>
                </a:solidFill>
                <a:latin typeface="Arial"/>
                <a:ea typeface="Arial"/>
                <a:cs typeface="Arial"/>
                <a:sym typeface="Arial"/>
              </a:defRPr>
            </a:lvl8pPr>
            <a:lvl9pPr indent="0" lvl="8" marL="0" marR="0" rtl="0" algn="ctr">
              <a:spcBef>
                <a:spcPts val="0"/>
              </a:spcBef>
              <a:buNone/>
              <a:defRPr b="0" i="0" sz="1000" u="none" cap="none" strike="noStrike">
                <a:solidFill>
                  <a:srgbClr val="3F3F3F"/>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ja-JP"/>
              <a:t>‹#›</a:t>
            </a:fld>
            <a:endParaRPr/>
          </a:p>
        </p:txBody>
      </p:sp>
      <p:sp>
        <p:nvSpPr>
          <p:cNvPr id="15" name="Google Shape;15;p82"/>
          <p:cNvSpPr/>
          <p:nvPr/>
        </p:nvSpPr>
        <p:spPr>
          <a:xfrm>
            <a:off x="0" y="612000"/>
            <a:ext cx="9144000" cy="36000"/>
          </a:xfrm>
          <a:prstGeom prst="rect">
            <a:avLst/>
          </a:prstGeom>
          <a:solidFill>
            <a:srgbClr val="A01D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id="16" name="Google Shape;16;p82"/>
          <p:cNvPicPr preferRelativeResize="0"/>
          <p:nvPr/>
        </p:nvPicPr>
        <p:blipFill rotWithShape="1">
          <a:blip r:embed="rId1">
            <a:alphaModFix/>
          </a:blip>
          <a:srcRect b="0" l="0" r="0" t="0"/>
          <a:stretch/>
        </p:blipFill>
        <p:spPr>
          <a:xfrm>
            <a:off x="7155356" y="6459932"/>
            <a:ext cx="1857375" cy="328136"/>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9.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15.png"/><Relationship Id="rId4" Type="http://schemas.openxmlformats.org/officeDocument/2006/relationships/image" Target="../media/image19.png"/><Relationship Id="rId5"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11.png"/><Relationship Id="rId4" Type="http://schemas.openxmlformats.org/officeDocument/2006/relationships/image" Target="../media/image10.png"/><Relationship Id="rId5" Type="http://schemas.openxmlformats.org/officeDocument/2006/relationships/image" Target="../media/image5.png"/><Relationship Id="rId6" Type="http://schemas.openxmlformats.org/officeDocument/2006/relationships/image" Target="../media/image13.png"/><Relationship Id="rId7" Type="http://schemas.openxmlformats.org/officeDocument/2006/relationships/image" Target="../media/image12.png"/><Relationship Id="rId8"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14.png"/><Relationship Id="rId4" Type="http://schemas.openxmlformats.org/officeDocument/2006/relationships/hyperlink" Target="http://www.system-exe.com.vn/"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18.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2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24.png"/><Relationship Id="rId4" Type="http://schemas.openxmlformats.org/officeDocument/2006/relationships/image" Target="../media/image22.png"/><Relationship Id="rId5" Type="http://schemas.openxmlformats.org/officeDocument/2006/relationships/image" Target="../media/image2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 Id="rId3" Type="http://schemas.openxmlformats.org/officeDocument/2006/relationships/image" Target="../media/image16.png"/><Relationship Id="rId4" Type="http://schemas.openxmlformats.org/officeDocument/2006/relationships/image" Target="../media/image1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image" Target="../media/image37.png"/><Relationship Id="rId4" Type="http://schemas.openxmlformats.org/officeDocument/2006/relationships/image" Target="../media/image31.png"/><Relationship Id="rId5" Type="http://schemas.openxmlformats.org/officeDocument/2006/relationships/image" Target="../media/image23.png"/><Relationship Id="rId6" Type="http://schemas.openxmlformats.org/officeDocument/2006/relationships/image" Target="../media/image2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 Id="rId3" Type="http://schemas.openxmlformats.org/officeDocument/2006/relationships/image" Target="../media/image29.png"/><Relationship Id="rId4" Type="http://schemas.openxmlformats.org/officeDocument/2006/relationships/image" Target="../media/image26.png"/><Relationship Id="rId5" Type="http://schemas.openxmlformats.org/officeDocument/2006/relationships/image" Target="../media/image36.png"/><Relationship Id="rId6" Type="http://schemas.openxmlformats.org/officeDocument/2006/relationships/image" Target="../media/image2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 Id="rId3" Type="http://schemas.openxmlformats.org/officeDocument/2006/relationships/image" Target="../media/image32.png"/><Relationship Id="rId4" Type="http://schemas.openxmlformats.org/officeDocument/2006/relationships/image" Target="../media/image30.png"/><Relationship Id="rId5" Type="http://schemas.openxmlformats.org/officeDocument/2006/relationships/image" Target="../media/image35.png"/><Relationship Id="rId6" Type="http://schemas.openxmlformats.org/officeDocument/2006/relationships/image" Target="../media/image33.png"/><Relationship Id="rId7" Type="http://schemas.openxmlformats.org/officeDocument/2006/relationships/image" Target="../media/image28.png"/><Relationship Id="rId8" Type="http://schemas.openxmlformats.org/officeDocument/2006/relationships/image" Target="../media/image3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 Id="rId3" Type="http://schemas.openxmlformats.org/officeDocument/2006/relationships/hyperlink" Target="http://www.system-exe.com.vn/"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6.xml"/><Relationship Id="rId3" Type="http://schemas.openxmlformats.org/officeDocument/2006/relationships/image" Target="../media/image38.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7.xml"/><Relationship Id="rId3" Type="http://schemas.openxmlformats.org/officeDocument/2006/relationships/image" Target="../media/image39.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8.xml"/><Relationship Id="rId3" Type="http://schemas.openxmlformats.org/officeDocument/2006/relationships/image" Target="../media/image40.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2.xml"/><Relationship Id="rId3" Type="http://schemas.openxmlformats.org/officeDocument/2006/relationships/image" Target="../media/image41.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3.xml"/><Relationship Id="rId3" Type="http://schemas.openxmlformats.org/officeDocument/2006/relationships/image" Target="../media/image46.png"/><Relationship Id="rId4" Type="http://schemas.openxmlformats.org/officeDocument/2006/relationships/image" Target="../media/image43.png"/><Relationship Id="rId5" Type="http://schemas.openxmlformats.org/officeDocument/2006/relationships/image" Target="../media/image45.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4.xml"/><Relationship Id="rId3" Type="http://schemas.openxmlformats.org/officeDocument/2006/relationships/image" Target="../media/image47.png"/><Relationship Id="rId4" Type="http://schemas.openxmlformats.org/officeDocument/2006/relationships/image" Target="../media/image48.png"/><Relationship Id="rId5" Type="http://schemas.openxmlformats.org/officeDocument/2006/relationships/image" Target="../media/image50.jpg"/><Relationship Id="rId6" Type="http://schemas.openxmlformats.org/officeDocument/2006/relationships/image" Target="../media/image42.png"/><Relationship Id="rId7" Type="http://schemas.openxmlformats.org/officeDocument/2006/relationships/image" Target="../media/image44.png"/></Relationships>
</file>

<file path=ppt/slides/_rels/slide65.xml.rels><?xml version="1.0" encoding="UTF-8" standalone="yes"?><Relationships xmlns="http://schemas.openxmlformats.org/package/2006/relationships"><Relationship Id="rId11" Type="http://schemas.openxmlformats.org/officeDocument/2006/relationships/image" Target="../media/image55.png"/><Relationship Id="rId10" Type="http://schemas.openxmlformats.org/officeDocument/2006/relationships/image" Target="../media/image58.png"/><Relationship Id="rId12" Type="http://schemas.openxmlformats.org/officeDocument/2006/relationships/image" Target="../media/image51.png"/><Relationship Id="rId1" Type="http://schemas.openxmlformats.org/officeDocument/2006/relationships/slideLayout" Target="../slideLayouts/slideLayout4.xml"/><Relationship Id="rId2" Type="http://schemas.openxmlformats.org/officeDocument/2006/relationships/notesSlide" Target="../notesSlides/notesSlide65.xml"/><Relationship Id="rId3" Type="http://schemas.openxmlformats.org/officeDocument/2006/relationships/image" Target="../media/image12.png"/><Relationship Id="rId4" Type="http://schemas.openxmlformats.org/officeDocument/2006/relationships/image" Target="../media/image49.png"/><Relationship Id="rId9" Type="http://schemas.openxmlformats.org/officeDocument/2006/relationships/image" Target="../media/image53.png"/><Relationship Id="rId5" Type="http://schemas.openxmlformats.org/officeDocument/2006/relationships/image" Target="../media/image56.png"/><Relationship Id="rId6" Type="http://schemas.openxmlformats.org/officeDocument/2006/relationships/image" Target="../media/image52.png"/><Relationship Id="rId7" Type="http://schemas.openxmlformats.org/officeDocument/2006/relationships/image" Target="../media/image57.png"/><Relationship Id="rId8" Type="http://schemas.openxmlformats.org/officeDocument/2006/relationships/image" Target="../media/image54.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9.xml"/><Relationship Id="rId3" Type="http://schemas.openxmlformats.org/officeDocument/2006/relationships/chart" Target="../charts/char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1"/>
          <p:cNvSpPr txBox="1"/>
          <p:nvPr>
            <p:ph type="ctrTitle"/>
          </p:nvPr>
        </p:nvSpPr>
        <p:spPr>
          <a:xfrm>
            <a:off x="72000" y="2088000"/>
            <a:ext cx="9000000" cy="2520000"/>
          </a:xfrm>
          <a:prstGeom prst="rect">
            <a:avLst/>
          </a:prstGeom>
          <a:noFill/>
          <a:ln>
            <a:noFill/>
          </a:ln>
        </p:spPr>
        <p:txBody>
          <a:bodyPr anchorCtr="0" anchor="ctr" bIns="45700" lIns="91425" spcFirstLastPara="1" rIns="91425" wrap="square" tIns="45700">
            <a:normAutofit/>
          </a:bodyPr>
          <a:lstStyle/>
          <a:p>
            <a:pPr indent="0" lvl="0" marL="0" rtl="0" algn="ctr">
              <a:lnSpc>
                <a:spcPct val="120000"/>
              </a:lnSpc>
              <a:spcBef>
                <a:spcPts val="0"/>
              </a:spcBef>
              <a:spcAft>
                <a:spcPts val="0"/>
              </a:spcAft>
              <a:buClr>
                <a:schemeClr val="dk1"/>
              </a:buClr>
              <a:buSzPts val="4000"/>
              <a:buFont typeface="Arial"/>
              <a:buNone/>
            </a:pPr>
            <a:r>
              <a:rPr lang="ja-JP"/>
              <a:t>千葉運転管理システム更新</a:t>
            </a:r>
            <a:br>
              <a:rPr lang="ja-JP"/>
            </a:br>
            <a:r>
              <a:rPr lang="ja-JP"/>
              <a:t>に関するご提案</a:t>
            </a:r>
            <a:endParaRPr/>
          </a:p>
        </p:txBody>
      </p:sp>
      <p:sp>
        <p:nvSpPr>
          <p:cNvPr id="311" name="Google Shape;311;p1"/>
          <p:cNvSpPr txBox="1"/>
          <p:nvPr>
            <p:ph idx="1" type="subTitle"/>
          </p:nvPr>
        </p:nvSpPr>
        <p:spPr>
          <a:xfrm>
            <a:off x="2412000" y="4633401"/>
            <a:ext cx="4320000" cy="864000"/>
          </a:xfrm>
          <a:prstGeom prst="rect">
            <a:avLst/>
          </a:prstGeom>
          <a:solidFill>
            <a:schemeClr val="lt1"/>
          </a:solidFill>
          <a:ln>
            <a:noFill/>
          </a:ln>
        </p:spPr>
        <p:txBody>
          <a:bodyPr anchorCtr="0" anchor="b" bIns="45700" lIns="91425" spcFirstLastPara="1" rIns="91425" wrap="square" tIns="45700">
            <a:normAutofit/>
          </a:bodyPr>
          <a:lstStyle/>
          <a:p>
            <a:pPr indent="0" lvl="0" marL="0" rtl="0" algn="ctr">
              <a:lnSpc>
                <a:spcPct val="100000"/>
              </a:lnSpc>
              <a:spcBef>
                <a:spcPts val="0"/>
              </a:spcBef>
              <a:spcAft>
                <a:spcPts val="0"/>
              </a:spcAft>
              <a:buClr>
                <a:schemeClr val="dk1"/>
              </a:buClr>
              <a:buSzPts val="2000"/>
              <a:buNone/>
            </a:pPr>
            <a:r>
              <a:rPr lang="ja-JP"/>
              <a:t>第 3.0 版</a:t>
            </a:r>
            <a:endParaRPr/>
          </a:p>
          <a:p>
            <a:pPr indent="0" lvl="0" marL="0" rtl="0" algn="ctr">
              <a:lnSpc>
                <a:spcPct val="100000"/>
              </a:lnSpc>
              <a:spcBef>
                <a:spcPts val="1000"/>
              </a:spcBef>
              <a:spcAft>
                <a:spcPts val="0"/>
              </a:spcAft>
              <a:buClr>
                <a:schemeClr val="dk1"/>
              </a:buClr>
              <a:buSzPts val="2000"/>
              <a:buNone/>
            </a:pPr>
            <a:r>
              <a:rPr lang="ja-JP"/>
              <a:t>2020年8月3日</a:t>
            </a:r>
            <a:endParaRPr/>
          </a:p>
        </p:txBody>
      </p:sp>
      <p:sp>
        <p:nvSpPr>
          <p:cNvPr id="312" name="Google Shape;312;p1"/>
          <p:cNvSpPr txBox="1"/>
          <p:nvPr>
            <p:ph idx="2" type="body"/>
          </p:nvPr>
        </p:nvSpPr>
        <p:spPr>
          <a:xfrm>
            <a:off x="72000" y="144000"/>
            <a:ext cx="4320000" cy="36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2000"/>
              <a:buNone/>
            </a:pPr>
            <a:r>
              <a:rPr lang="ja-JP"/>
              <a:t>出光興産株式会社　御中</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2"/>
          <p:cNvSpPr txBox="1"/>
          <p:nvPr>
            <p:ph type="title"/>
          </p:nvPr>
        </p:nvSpPr>
        <p:spPr>
          <a:xfrm>
            <a:off x="144000" y="36000"/>
            <a:ext cx="8856000" cy="5760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3000"/>
              <a:buFont typeface="Arial"/>
              <a:buNone/>
            </a:pPr>
            <a:r>
              <a:rPr lang="ja-JP"/>
              <a:t>目次</a:t>
            </a:r>
            <a:endParaRPr/>
          </a:p>
        </p:txBody>
      </p:sp>
      <p:sp>
        <p:nvSpPr>
          <p:cNvPr id="318" name="Google Shape;318;p2"/>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ja-JP"/>
              <a:t>Copyright© 2020 SystemEXE,Inc. all rights reserved.</a:t>
            </a:r>
            <a:endParaRPr/>
          </a:p>
        </p:txBody>
      </p:sp>
      <p:sp>
        <p:nvSpPr>
          <p:cNvPr id="319" name="Google Shape;319;p2"/>
          <p:cNvSpPr txBox="1"/>
          <p:nvPr>
            <p:ph idx="12" type="sldNum"/>
          </p:nvPr>
        </p:nvSpPr>
        <p:spPr>
          <a:xfrm>
            <a:off x="4212000" y="6500068"/>
            <a:ext cx="720000" cy="288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ja-JP"/>
              <a:t>‹#›</a:t>
            </a:fld>
            <a:endParaRPr/>
          </a:p>
        </p:txBody>
      </p:sp>
      <p:sp>
        <p:nvSpPr>
          <p:cNvPr id="320" name="Google Shape;320;p2"/>
          <p:cNvSpPr txBox="1"/>
          <p:nvPr>
            <p:ph idx="1" type="body"/>
          </p:nvPr>
        </p:nvSpPr>
        <p:spPr>
          <a:xfrm>
            <a:off x="1080000" y="1512000"/>
            <a:ext cx="3240000" cy="252000"/>
          </a:xfrm>
          <a:prstGeom prst="rect">
            <a:avLst/>
          </a:prstGeom>
          <a:noFill/>
          <a:ln>
            <a:noFill/>
          </a:ln>
        </p:spPr>
        <p:txBody>
          <a:bodyPr anchorCtr="0" anchor="t" bIns="36000" lIns="91425" spcFirstLastPara="1" rIns="91425" wrap="square" tIns="36000">
            <a:noAutofit/>
          </a:bodyPr>
          <a:lstStyle/>
          <a:p>
            <a:pPr indent="0" lvl="0" marL="0" rtl="0" algn="l">
              <a:lnSpc>
                <a:spcPct val="100000"/>
              </a:lnSpc>
              <a:spcBef>
                <a:spcPts val="0"/>
              </a:spcBef>
              <a:spcAft>
                <a:spcPts val="0"/>
              </a:spcAft>
              <a:buClr>
                <a:schemeClr val="dk1"/>
              </a:buClr>
              <a:buSzPts val="1600"/>
              <a:buNone/>
            </a:pPr>
            <a:r>
              <a:rPr lang="ja-JP"/>
              <a:t>ご提案のポイント</a:t>
            </a:r>
            <a:endParaRPr/>
          </a:p>
        </p:txBody>
      </p:sp>
      <p:sp>
        <p:nvSpPr>
          <p:cNvPr id="321" name="Google Shape;321;p2"/>
          <p:cNvSpPr txBox="1"/>
          <p:nvPr>
            <p:ph idx="2" type="body"/>
          </p:nvPr>
        </p:nvSpPr>
        <p:spPr>
          <a:xfrm>
            <a:off x="1080000" y="1836000"/>
            <a:ext cx="3240000" cy="648000"/>
          </a:xfrm>
          <a:prstGeom prst="rect">
            <a:avLst/>
          </a:prstGeom>
          <a:noFill/>
          <a:ln>
            <a:noFill/>
          </a:ln>
        </p:spPr>
        <p:txBody>
          <a:bodyPr anchorCtr="0" anchor="t" bIns="0" lIns="91425" spcFirstLastPara="1" rIns="91425" wrap="square" tIns="0">
            <a:noAutofit/>
          </a:bodyPr>
          <a:lstStyle/>
          <a:p>
            <a:pPr indent="0" lvl="0" marL="0" rtl="0" algn="l">
              <a:lnSpc>
                <a:spcPct val="100000"/>
              </a:lnSpc>
              <a:spcBef>
                <a:spcPts val="0"/>
              </a:spcBef>
              <a:spcAft>
                <a:spcPts val="0"/>
              </a:spcAft>
              <a:buClr>
                <a:schemeClr val="dk1"/>
              </a:buClr>
              <a:buSzPts val="1400"/>
              <a:buNone/>
            </a:pPr>
            <a:r>
              <a:rPr lang="ja-JP"/>
              <a:t>プロジェクトの背景・目的・方針と本提案書における重要ポイントの概要となります。</a:t>
            </a:r>
            <a:endParaRPr/>
          </a:p>
        </p:txBody>
      </p:sp>
      <p:sp>
        <p:nvSpPr>
          <p:cNvPr id="322" name="Google Shape;322;p2"/>
          <p:cNvSpPr txBox="1"/>
          <p:nvPr>
            <p:ph idx="3" type="body"/>
          </p:nvPr>
        </p:nvSpPr>
        <p:spPr>
          <a:xfrm>
            <a:off x="1080000" y="2592000"/>
            <a:ext cx="3240000" cy="252000"/>
          </a:xfrm>
          <a:prstGeom prst="rect">
            <a:avLst/>
          </a:prstGeom>
          <a:noFill/>
          <a:ln>
            <a:noFill/>
          </a:ln>
        </p:spPr>
        <p:txBody>
          <a:bodyPr anchorCtr="0" anchor="t" bIns="36000" lIns="91425" spcFirstLastPara="1" rIns="91425" wrap="square" tIns="36000">
            <a:noAutofit/>
          </a:bodyPr>
          <a:lstStyle/>
          <a:p>
            <a:pPr indent="0" lvl="0" marL="0" rtl="0" algn="l">
              <a:lnSpc>
                <a:spcPct val="100000"/>
              </a:lnSpc>
              <a:spcBef>
                <a:spcPts val="0"/>
              </a:spcBef>
              <a:spcAft>
                <a:spcPts val="0"/>
              </a:spcAft>
              <a:buClr>
                <a:schemeClr val="dk1"/>
              </a:buClr>
              <a:buSzPts val="1600"/>
              <a:buNone/>
            </a:pPr>
            <a:r>
              <a:rPr lang="ja-JP"/>
              <a:t>現行システムの理解</a:t>
            </a:r>
            <a:endParaRPr/>
          </a:p>
        </p:txBody>
      </p:sp>
      <p:sp>
        <p:nvSpPr>
          <p:cNvPr id="323" name="Google Shape;323;p2"/>
          <p:cNvSpPr txBox="1"/>
          <p:nvPr>
            <p:ph idx="4" type="body"/>
          </p:nvPr>
        </p:nvSpPr>
        <p:spPr>
          <a:xfrm>
            <a:off x="1080000" y="2916000"/>
            <a:ext cx="3240000" cy="648000"/>
          </a:xfrm>
          <a:prstGeom prst="rect">
            <a:avLst/>
          </a:prstGeom>
          <a:noFill/>
          <a:ln>
            <a:noFill/>
          </a:ln>
        </p:spPr>
        <p:txBody>
          <a:bodyPr anchorCtr="0" anchor="t" bIns="0" lIns="91425" spcFirstLastPara="1" rIns="91425" wrap="square" tIns="0">
            <a:noAutofit/>
          </a:bodyPr>
          <a:lstStyle/>
          <a:p>
            <a:pPr indent="0" lvl="0" marL="0" rtl="0" algn="l">
              <a:lnSpc>
                <a:spcPct val="100000"/>
              </a:lnSpc>
              <a:spcBef>
                <a:spcPts val="0"/>
              </a:spcBef>
              <a:spcAft>
                <a:spcPts val="0"/>
              </a:spcAft>
              <a:buClr>
                <a:schemeClr val="dk1"/>
              </a:buClr>
              <a:buSzPts val="1400"/>
              <a:buNone/>
            </a:pPr>
            <a:r>
              <a:rPr lang="ja-JP"/>
              <a:t>現行のシステムについて、弊社の理解を示します。認識に齟齬がないかご確認頂きたく存じます。</a:t>
            </a:r>
            <a:endParaRPr/>
          </a:p>
        </p:txBody>
      </p:sp>
      <p:sp>
        <p:nvSpPr>
          <p:cNvPr id="324" name="Google Shape;324;p2"/>
          <p:cNvSpPr txBox="1"/>
          <p:nvPr>
            <p:ph idx="5" type="body"/>
          </p:nvPr>
        </p:nvSpPr>
        <p:spPr>
          <a:xfrm>
            <a:off x="1080000" y="3672000"/>
            <a:ext cx="3240000" cy="252000"/>
          </a:xfrm>
          <a:prstGeom prst="rect">
            <a:avLst/>
          </a:prstGeom>
          <a:noFill/>
          <a:ln>
            <a:noFill/>
          </a:ln>
        </p:spPr>
        <p:txBody>
          <a:bodyPr anchorCtr="0" anchor="t" bIns="36000" lIns="91425" spcFirstLastPara="1" rIns="91425" wrap="square" tIns="36000">
            <a:noAutofit/>
          </a:bodyPr>
          <a:lstStyle/>
          <a:p>
            <a:pPr indent="0" lvl="0" marL="0" rtl="0" algn="l">
              <a:lnSpc>
                <a:spcPct val="100000"/>
              </a:lnSpc>
              <a:spcBef>
                <a:spcPts val="0"/>
              </a:spcBef>
              <a:spcAft>
                <a:spcPts val="0"/>
              </a:spcAft>
              <a:buClr>
                <a:schemeClr val="dk1"/>
              </a:buClr>
              <a:buSzPts val="1600"/>
              <a:buNone/>
            </a:pPr>
            <a:r>
              <a:rPr lang="ja-JP"/>
              <a:t>システム更新の実現方法</a:t>
            </a:r>
            <a:endParaRPr/>
          </a:p>
        </p:txBody>
      </p:sp>
      <p:sp>
        <p:nvSpPr>
          <p:cNvPr id="325" name="Google Shape;325;p2"/>
          <p:cNvSpPr txBox="1"/>
          <p:nvPr>
            <p:ph idx="6" type="body"/>
          </p:nvPr>
        </p:nvSpPr>
        <p:spPr>
          <a:xfrm>
            <a:off x="1080000" y="3996000"/>
            <a:ext cx="3240000" cy="648000"/>
          </a:xfrm>
          <a:prstGeom prst="rect">
            <a:avLst/>
          </a:prstGeom>
          <a:noFill/>
          <a:ln>
            <a:noFill/>
          </a:ln>
        </p:spPr>
        <p:txBody>
          <a:bodyPr anchorCtr="0" anchor="t" bIns="0" lIns="91425" spcFirstLastPara="1" rIns="91425" wrap="square" tIns="0">
            <a:noAutofit/>
          </a:bodyPr>
          <a:lstStyle/>
          <a:p>
            <a:pPr indent="0" lvl="0" marL="0" rtl="0" algn="l">
              <a:lnSpc>
                <a:spcPct val="100000"/>
              </a:lnSpc>
              <a:spcBef>
                <a:spcPts val="0"/>
              </a:spcBef>
              <a:spcAft>
                <a:spcPts val="0"/>
              </a:spcAft>
              <a:buClr>
                <a:schemeClr val="dk1"/>
              </a:buClr>
              <a:buSzPts val="1400"/>
              <a:buNone/>
            </a:pPr>
            <a:r>
              <a:rPr lang="ja-JP"/>
              <a:t>システム更新後の姿を示します。現行システムからの変更点やバックアップ方式なども記載しております。</a:t>
            </a:r>
            <a:endParaRPr/>
          </a:p>
        </p:txBody>
      </p:sp>
      <p:sp>
        <p:nvSpPr>
          <p:cNvPr id="326" name="Google Shape;326;p2"/>
          <p:cNvSpPr txBox="1"/>
          <p:nvPr>
            <p:ph idx="7" type="body"/>
          </p:nvPr>
        </p:nvSpPr>
        <p:spPr>
          <a:xfrm>
            <a:off x="1080000" y="4752000"/>
            <a:ext cx="3240000" cy="252000"/>
          </a:xfrm>
          <a:prstGeom prst="rect">
            <a:avLst/>
          </a:prstGeom>
          <a:noFill/>
          <a:ln>
            <a:noFill/>
          </a:ln>
        </p:spPr>
        <p:txBody>
          <a:bodyPr anchorCtr="0" anchor="t" bIns="36000" lIns="91425" spcFirstLastPara="1" rIns="91425" wrap="square" tIns="36000">
            <a:noAutofit/>
          </a:bodyPr>
          <a:lstStyle/>
          <a:p>
            <a:pPr indent="0" lvl="0" marL="0" rtl="0" algn="l">
              <a:lnSpc>
                <a:spcPct val="100000"/>
              </a:lnSpc>
              <a:spcBef>
                <a:spcPts val="0"/>
              </a:spcBef>
              <a:spcAft>
                <a:spcPts val="0"/>
              </a:spcAft>
              <a:buClr>
                <a:schemeClr val="dk1"/>
              </a:buClr>
              <a:buSzPts val="1600"/>
              <a:buNone/>
            </a:pPr>
            <a:r>
              <a:rPr lang="ja-JP"/>
              <a:t>プロジェクトの進め方</a:t>
            </a:r>
            <a:endParaRPr/>
          </a:p>
        </p:txBody>
      </p:sp>
      <p:sp>
        <p:nvSpPr>
          <p:cNvPr id="327" name="Google Shape;327;p2"/>
          <p:cNvSpPr txBox="1"/>
          <p:nvPr>
            <p:ph idx="8" type="body"/>
          </p:nvPr>
        </p:nvSpPr>
        <p:spPr>
          <a:xfrm>
            <a:off x="1080000" y="5076000"/>
            <a:ext cx="3240000" cy="648000"/>
          </a:xfrm>
          <a:prstGeom prst="rect">
            <a:avLst/>
          </a:prstGeom>
          <a:noFill/>
          <a:ln>
            <a:noFill/>
          </a:ln>
        </p:spPr>
        <p:txBody>
          <a:bodyPr anchorCtr="0" anchor="t" bIns="0" lIns="91425" spcFirstLastPara="1" rIns="91425" wrap="square" tIns="0">
            <a:noAutofit/>
          </a:bodyPr>
          <a:lstStyle/>
          <a:p>
            <a:pPr indent="0" lvl="0" marL="0" rtl="0" algn="l">
              <a:lnSpc>
                <a:spcPct val="100000"/>
              </a:lnSpc>
              <a:spcBef>
                <a:spcPts val="0"/>
              </a:spcBef>
              <a:spcAft>
                <a:spcPts val="0"/>
              </a:spcAft>
              <a:buClr>
                <a:schemeClr val="dk1"/>
              </a:buClr>
              <a:buSzPts val="1400"/>
              <a:buNone/>
            </a:pPr>
            <a:r>
              <a:rPr lang="ja-JP"/>
              <a:t>プロジェクトの進め方についてのご説明となります。各工程ごとの重要ポイントを記載しております。</a:t>
            </a:r>
            <a:endParaRPr/>
          </a:p>
        </p:txBody>
      </p:sp>
      <p:sp>
        <p:nvSpPr>
          <p:cNvPr id="328" name="Google Shape;328;p2"/>
          <p:cNvSpPr txBox="1"/>
          <p:nvPr>
            <p:ph idx="9" type="body"/>
          </p:nvPr>
        </p:nvSpPr>
        <p:spPr>
          <a:xfrm>
            <a:off x="5184000" y="1512000"/>
            <a:ext cx="3240000" cy="252000"/>
          </a:xfrm>
          <a:prstGeom prst="rect">
            <a:avLst/>
          </a:prstGeom>
          <a:noFill/>
          <a:ln>
            <a:noFill/>
          </a:ln>
        </p:spPr>
        <p:txBody>
          <a:bodyPr anchorCtr="0" anchor="t" bIns="36000" lIns="91425" spcFirstLastPara="1" rIns="91425" wrap="square" tIns="36000">
            <a:noAutofit/>
          </a:bodyPr>
          <a:lstStyle/>
          <a:p>
            <a:pPr indent="0" lvl="0" marL="0" rtl="0" algn="l">
              <a:lnSpc>
                <a:spcPct val="100000"/>
              </a:lnSpc>
              <a:spcBef>
                <a:spcPts val="0"/>
              </a:spcBef>
              <a:spcAft>
                <a:spcPts val="0"/>
              </a:spcAft>
              <a:buClr>
                <a:schemeClr val="dk1"/>
              </a:buClr>
              <a:buSzPts val="1600"/>
              <a:buNone/>
            </a:pPr>
            <a:r>
              <a:rPr lang="ja-JP"/>
              <a:t>プロジェクトの体制</a:t>
            </a:r>
            <a:endParaRPr/>
          </a:p>
        </p:txBody>
      </p:sp>
      <p:sp>
        <p:nvSpPr>
          <p:cNvPr id="329" name="Google Shape;329;p2"/>
          <p:cNvSpPr txBox="1"/>
          <p:nvPr>
            <p:ph idx="13" type="body"/>
          </p:nvPr>
        </p:nvSpPr>
        <p:spPr>
          <a:xfrm>
            <a:off x="5184000" y="1836000"/>
            <a:ext cx="3240000" cy="648000"/>
          </a:xfrm>
          <a:prstGeom prst="rect">
            <a:avLst/>
          </a:prstGeom>
          <a:noFill/>
          <a:ln>
            <a:noFill/>
          </a:ln>
        </p:spPr>
        <p:txBody>
          <a:bodyPr anchorCtr="0" anchor="t" bIns="0" lIns="91425" spcFirstLastPara="1" rIns="91425" wrap="square" tIns="0">
            <a:noAutofit/>
          </a:bodyPr>
          <a:lstStyle/>
          <a:p>
            <a:pPr indent="0" lvl="0" marL="0" rtl="0" algn="l">
              <a:lnSpc>
                <a:spcPct val="100000"/>
              </a:lnSpc>
              <a:spcBef>
                <a:spcPts val="0"/>
              </a:spcBef>
              <a:spcAft>
                <a:spcPts val="0"/>
              </a:spcAft>
              <a:buClr>
                <a:schemeClr val="dk1"/>
              </a:buClr>
              <a:buSzPts val="1400"/>
              <a:buNone/>
            </a:pPr>
            <a:r>
              <a:rPr lang="ja-JP"/>
              <a:t>開発体制・初期流動体制・保守体制を記載します。役割と責任、責任分担等につきましても記載しております。</a:t>
            </a:r>
            <a:endParaRPr/>
          </a:p>
        </p:txBody>
      </p:sp>
      <p:sp>
        <p:nvSpPr>
          <p:cNvPr id="330" name="Google Shape;330;p2"/>
          <p:cNvSpPr txBox="1"/>
          <p:nvPr>
            <p:ph idx="14" type="body"/>
          </p:nvPr>
        </p:nvSpPr>
        <p:spPr>
          <a:xfrm>
            <a:off x="5184000" y="4752000"/>
            <a:ext cx="3240000" cy="252000"/>
          </a:xfrm>
          <a:prstGeom prst="rect">
            <a:avLst/>
          </a:prstGeom>
          <a:noFill/>
          <a:ln>
            <a:noFill/>
          </a:ln>
        </p:spPr>
        <p:txBody>
          <a:bodyPr anchorCtr="0" anchor="t" bIns="36000" lIns="91425" spcFirstLastPara="1" rIns="91425" wrap="square" tIns="36000">
            <a:noAutofit/>
          </a:bodyPr>
          <a:lstStyle/>
          <a:p>
            <a:pPr indent="0" lvl="0" marL="0" rtl="0" algn="l">
              <a:lnSpc>
                <a:spcPct val="100000"/>
              </a:lnSpc>
              <a:spcBef>
                <a:spcPts val="0"/>
              </a:spcBef>
              <a:spcAft>
                <a:spcPts val="0"/>
              </a:spcAft>
              <a:buClr>
                <a:schemeClr val="dk1"/>
              </a:buClr>
              <a:buSzPts val="1600"/>
              <a:buNone/>
            </a:pPr>
            <a:r>
              <a:rPr lang="ja-JP"/>
              <a:t>Appendix</a:t>
            </a:r>
            <a:endParaRPr/>
          </a:p>
        </p:txBody>
      </p:sp>
      <p:sp>
        <p:nvSpPr>
          <p:cNvPr id="331" name="Google Shape;331;p2"/>
          <p:cNvSpPr txBox="1"/>
          <p:nvPr>
            <p:ph idx="15" type="body"/>
          </p:nvPr>
        </p:nvSpPr>
        <p:spPr>
          <a:xfrm>
            <a:off x="5184000" y="5076000"/>
            <a:ext cx="3240000" cy="648000"/>
          </a:xfrm>
          <a:prstGeom prst="rect">
            <a:avLst/>
          </a:prstGeom>
          <a:noFill/>
          <a:ln>
            <a:noFill/>
          </a:ln>
        </p:spPr>
        <p:txBody>
          <a:bodyPr anchorCtr="0" anchor="t" bIns="0" lIns="91425" spcFirstLastPara="1" rIns="91425" wrap="square" tIns="0">
            <a:noAutofit/>
          </a:bodyPr>
          <a:lstStyle/>
          <a:p>
            <a:pPr indent="0" lvl="0" marL="0" rtl="0" algn="l">
              <a:lnSpc>
                <a:spcPct val="100000"/>
              </a:lnSpc>
              <a:spcBef>
                <a:spcPts val="0"/>
              </a:spcBef>
              <a:spcAft>
                <a:spcPts val="0"/>
              </a:spcAft>
              <a:buClr>
                <a:schemeClr val="dk1"/>
              </a:buClr>
              <a:buSzPts val="1400"/>
              <a:buNone/>
            </a:pPr>
            <a:r>
              <a:rPr lang="ja-JP"/>
              <a:t>補足資料を添付いたします。参考情報となりますが、こちらもご確認頂きますようお願いします。</a:t>
            </a:r>
            <a:endParaRPr/>
          </a:p>
        </p:txBody>
      </p:sp>
      <p:sp>
        <p:nvSpPr>
          <p:cNvPr id="332" name="Google Shape;332;p2"/>
          <p:cNvSpPr txBox="1"/>
          <p:nvPr>
            <p:ph idx="16" type="body"/>
          </p:nvPr>
        </p:nvSpPr>
        <p:spPr>
          <a:xfrm>
            <a:off x="5184000" y="2592000"/>
            <a:ext cx="3240000" cy="252000"/>
          </a:xfrm>
          <a:prstGeom prst="rect">
            <a:avLst/>
          </a:prstGeom>
          <a:noFill/>
          <a:ln>
            <a:noFill/>
          </a:ln>
        </p:spPr>
        <p:txBody>
          <a:bodyPr anchorCtr="0" anchor="t" bIns="36000" lIns="91425" spcFirstLastPara="1" rIns="91425" wrap="square" tIns="36000">
            <a:noAutofit/>
          </a:bodyPr>
          <a:lstStyle/>
          <a:p>
            <a:pPr indent="0" lvl="0" marL="0" rtl="0" algn="l">
              <a:lnSpc>
                <a:spcPct val="100000"/>
              </a:lnSpc>
              <a:spcBef>
                <a:spcPts val="0"/>
              </a:spcBef>
              <a:spcAft>
                <a:spcPts val="0"/>
              </a:spcAft>
              <a:buClr>
                <a:schemeClr val="dk1"/>
              </a:buClr>
              <a:buSzPts val="1600"/>
              <a:buNone/>
            </a:pPr>
            <a:r>
              <a:rPr lang="ja-JP"/>
              <a:t>プロジェクト管理</a:t>
            </a:r>
            <a:endParaRPr/>
          </a:p>
        </p:txBody>
      </p:sp>
      <p:sp>
        <p:nvSpPr>
          <p:cNvPr id="333" name="Google Shape;333;p2"/>
          <p:cNvSpPr txBox="1"/>
          <p:nvPr>
            <p:ph idx="17" type="body"/>
          </p:nvPr>
        </p:nvSpPr>
        <p:spPr>
          <a:xfrm>
            <a:off x="5184000" y="2916000"/>
            <a:ext cx="3240000" cy="648000"/>
          </a:xfrm>
          <a:prstGeom prst="rect">
            <a:avLst/>
          </a:prstGeom>
          <a:noFill/>
          <a:ln>
            <a:noFill/>
          </a:ln>
        </p:spPr>
        <p:txBody>
          <a:bodyPr anchorCtr="0" anchor="t" bIns="0" lIns="91425" spcFirstLastPara="1" rIns="91425" wrap="square" tIns="0">
            <a:noAutofit/>
          </a:bodyPr>
          <a:lstStyle/>
          <a:p>
            <a:pPr indent="0" lvl="0" marL="0" rtl="0" algn="l">
              <a:lnSpc>
                <a:spcPct val="100000"/>
              </a:lnSpc>
              <a:spcBef>
                <a:spcPts val="0"/>
              </a:spcBef>
              <a:spcAft>
                <a:spcPts val="0"/>
              </a:spcAft>
              <a:buClr>
                <a:schemeClr val="dk1"/>
              </a:buClr>
              <a:buSzPts val="1400"/>
              <a:buNone/>
            </a:pPr>
            <a:r>
              <a:rPr lang="ja-JP"/>
              <a:t>プロジェクト管理において、特に重要と考える項目について、その実施方法をご説明いたします。</a:t>
            </a:r>
            <a:endParaRPr/>
          </a:p>
        </p:txBody>
      </p:sp>
      <p:sp>
        <p:nvSpPr>
          <p:cNvPr id="334" name="Google Shape;334;p2"/>
          <p:cNvSpPr txBox="1"/>
          <p:nvPr>
            <p:ph idx="18" type="body"/>
          </p:nvPr>
        </p:nvSpPr>
        <p:spPr>
          <a:xfrm>
            <a:off x="5184000" y="3672000"/>
            <a:ext cx="3240000" cy="252000"/>
          </a:xfrm>
          <a:prstGeom prst="rect">
            <a:avLst/>
          </a:prstGeom>
          <a:noFill/>
          <a:ln>
            <a:noFill/>
          </a:ln>
        </p:spPr>
        <p:txBody>
          <a:bodyPr anchorCtr="0" anchor="t" bIns="36000" lIns="91425" spcFirstLastPara="1" rIns="91425" wrap="square" tIns="36000">
            <a:noAutofit/>
          </a:bodyPr>
          <a:lstStyle/>
          <a:p>
            <a:pPr indent="0" lvl="0" marL="0" rtl="0" algn="l">
              <a:lnSpc>
                <a:spcPct val="100000"/>
              </a:lnSpc>
              <a:spcBef>
                <a:spcPts val="0"/>
              </a:spcBef>
              <a:spcAft>
                <a:spcPts val="0"/>
              </a:spcAft>
              <a:buClr>
                <a:schemeClr val="dk1"/>
              </a:buClr>
              <a:buSzPts val="1600"/>
              <a:buNone/>
            </a:pPr>
            <a:r>
              <a:rPr lang="ja-JP"/>
              <a:t>お見積もり</a:t>
            </a:r>
            <a:endParaRPr/>
          </a:p>
        </p:txBody>
      </p:sp>
      <p:sp>
        <p:nvSpPr>
          <p:cNvPr id="335" name="Google Shape;335;p2"/>
          <p:cNvSpPr txBox="1"/>
          <p:nvPr>
            <p:ph idx="19" type="body"/>
          </p:nvPr>
        </p:nvSpPr>
        <p:spPr>
          <a:xfrm>
            <a:off x="5184000" y="3996000"/>
            <a:ext cx="3240000" cy="648000"/>
          </a:xfrm>
          <a:prstGeom prst="rect">
            <a:avLst/>
          </a:prstGeom>
          <a:noFill/>
          <a:ln>
            <a:noFill/>
          </a:ln>
        </p:spPr>
        <p:txBody>
          <a:bodyPr anchorCtr="0" anchor="t" bIns="0" lIns="91425" spcFirstLastPara="1" rIns="91425" wrap="square" tIns="0">
            <a:noAutofit/>
          </a:bodyPr>
          <a:lstStyle/>
          <a:p>
            <a:pPr indent="0" lvl="0" marL="0" rtl="0" algn="l">
              <a:lnSpc>
                <a:spcPct val="100000"/>
              </a:lnSpc>
              <a:spcBef>
                <a:spcPts val="0"/>
              </a:spcBef>
              <a:spcAft>
                <a:spcPts val="0"/>
              </a:spcAft>
              <a:buClr>
                <a:schemeClr val="dk1"/>
              </a:buClr>
              <a:buSzPts val="1400"/>
              <a:buNone/>
            </a:pPr>
            <a:r>
              <a:rPr lang="ja-JP"/>
              <a:t>システム更新および保守にかかる工数および費用とその前提条件をご提示いたします。</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3"/>
          <p:cNvSpPr txBox="1"/>
          <p:nvPr>
            <p:ph type="ctrTitle"/>
          </p:nvPr>
        </p:nvSpPr>
        <p:spPr>
          <a:xfrm>
            <a:off x="72000" y="2088000"/>
            <a:ext cx="9000000" cy="2520000"/>
          </a:xfrm>
          <a:prstGeom prst="rect">
            <a:avLst/>
          </a:prstGeom>
          <a:noFill/>
          <a:ln>
            <a:noFill/>
          </a:ln>
        </p:spPr>
        <p:txBody>
          <a:bodyPr anchorCtr="0" anchor="ctr" bIns="45700" lIns="91425" spcFirstLastPara="1" rIns="91425" wrap="square" tIns="45700">
            <a:normAutofit/>
          </a:bodyPr>
          <a:lstStyle/>
          <a:p>
            <a:pPr indent="0" lvl="0" marL="0" rtl="0" algn="ctr">
              <a:lnSpc>
                <a:spcPct val="120000"/>
              </a:lnSpc>
              <a:spcBef>
                <a:spcPts val="0"/>
              </a:spcBef>
              <a:spcAft>
                <a:spcPts val="0"/>
              </a:spcAft>
              <a:buClr>
                <a:schemeClr val="dk1"/>
              </a:buClr>
              <a:buSzPts val="4000"/>
              <a:buFont typeface="Arial"/>
              <a:buNone/>
            </a:pPr>
            <a:r>
              <a:rPr lang="ja-JP"/>
              <a:t>ご提案のポイント</a:t>
            </a:r>
            <a:endParaRPr/>
          </a:p>
        </p:txBody>
      </p:sp>
      <p:sp>
        <p:nvSpPr>
          <p:cNvPr id="341" name="Google Shape;341;p3"/>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ja-JP"/>
              <a:t>Copyright© 2020 SystemEXE,Inc. all rights reserved.</a:t>
            </a:r>
            <a:endParaRPr/>
          </a:p>
        </p:txBody>
      </p:sp>
      <p:sp>
        <p:nvSpPr>
          <p:cNvPr id="342" name="Google Shape;342;p3"/>
          <p:cNvSpPr txBox="1"/>
          <p:nvPr>
            <p:ph idx="12" type="sldNum"/>
          </p:nvPr>
        </p:nvSpPr>
        <p:spPr>
          <a:xfrm>
            <a:off x="4212000" y="6500068"/>
            <a:ext cx="720000" cy="288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ja-JP"/>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4"/>
          <p:cNvSpPr txBox="1"/>
          <p:nvPr>
            <p:ph type="title"/>
          </p:nvPr>
        </p:nvSpPr>
        <p:spPr>
          <a:xfrm>
            <a:off x="144000" y="36000"/>
            <a:ext cx="8856000" cy="5760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3000"/>
              <a:buFont typeface="Arial"/>
              <a:buNone/>
            </a:pPr>
            <a:r>
              <a:rPr lang="ja-JP"/>
              <a:t>プロジェクトの背景・目的</a:t>
            </a:r>
            <a:endParaRPr/>
          </a:p>
        </p:txBody>
      </p:sp>
      <p:sp>
        <p:nvSpPr>
          <p:cNvPr id="348" name="Google Shape;348;p4"/>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ja-JP"/>
              <a:t>Copyright© 2020 SystemEXE,Inc. all rights reserved.</a:t>
            </a:r>
            <a:endParaRPr/>
          </a:p>
        </p:txBody>
      </p:sp>
      <p:grpSp>
        <p:nvGrpSpPr>
          <p:cNvPr id="349" name="Google Shape;349;p4"/>
          <p:cNvGrpSpPr/>
          <p:nvPr/>
        </p:nvGrpSpPr>
        <p:grpSpPr>
          <a:xfrm>
            <a:off x="576000" y="1296000"/>
            <a:ext cx="7992000" cy="288000"/>
            <a:chOff x="144000" y="3456000"/>
            <a:chExt cx="7992000" cy="288000"/>
          </a:xfrm>
        </p:grpSpPr>
        <p:sp>
          <p:nvSpPr>
            <p:cNvPr id="350" name="Google Shape;350;p4"/>
            <p:cNvSpPr/>
            <p:nvPr/>
          </p:nvSpPr>
          <p:spPr>
            <a:xfrm>
              <a:off x="144000" y="3456000"/>
              <a:ext cx="7992000" cy="28800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51" name="Google Shape;351;p4"/>
            <p:cNvSpPr/>
            <p:nvPr/>
          </p:nvSpPr>
          <p:spPr>
            <a:xfrm>
              <a:off x="144000" y="3456000"/>
              <a:ext cx="360000" cy="288000"/>
            </a:xfrm>
            <a:prstGeom prst="homePlate">
              <a:avLst>
                <a:gd fmla="val 50000" name="adj"/>
              </a:avLst>
            </a:prstGeom>
            <a:solidFill>
              <a:srgbClr val="9CC2E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52" name="Google Shape;352;p4"/>
            <p:cNvSpPr txBox="1"/>
            <p:nvPr/>
          </p:nvSpPr>
          <p:spPr>
            <a:xfrm>
              <a:off x="504000" y="3456000"/>
              <a:ext cx="2736000" cy="288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4E79"/>
                </a:buClr>
                <a:buSzPts val="1600"/>
                <a:buFont typeface="Arial"/>
                <a:buNone/>
              </a:pPr>
              <a:r>
                <a:rPr b="1" i="0" lang="ja-JP" sz="1600" u="none" cap="none" strike="noStrike">
                  <a:solidFill>
                    <a:srgbClr val="1E4E79"/>
                  </a:solidFill>
                  <a:latin typeface="Arial"/>
                  <a:ea typeface="Arial"/>
                  <a:cs typeface="Arial"/>
                  <a:sym typeface="Arial"/>
                </a:rPr>
                <a:t>プロジェクトの背景</a:t>
              </a:r>
              <a:endParaRPr b="1" i="0" sz="1600" u="none" cap="none" strike="noStrike">
                <a:solidFill>
                  <a:srgbClr val="1E4E79"/>
                </a:solidFill>
                <a:latin typeface="Arial"/>
                <a:ea typeface="Arial"/>
                <a:cs typeface="Arial"/>
                <a:sym typeface="Arial"/>
              </a:endParaRPr>
            </a:p>
          </p:txBody>
        </p:sp>
      </p:grpSp>
      <p:grpSp>
        <p:nvGrpSpPr>
          <p:cNvPr id="353" name="Google Shape;353;p4"/>
          <p:cNvGrpSpPr/>
          <p:nvPr/>
        </p:nvGrpSpPr>
        <p:grpSpPr>
          <a:xfrm>
            <a:off x="576000" y="1800000"/>
            <a:ext cx="7992000" cy="2448000"/>
            <a:chOff x="576000" y="1728000"/>
            <a:chExt cx="7992000" cy="2448000"/>
          </a:xfrm>
        </p:grpSpPr>
        <p:cxnSp>
          <p:nvCxnSpPr>
            <p:cNvPr id="354" name="Google Shape;354;p4"/>
            <p:cNvCxnSpPr/>
            <p:nvPr/>
          </p:nvCxnSpPr>
          <p:spPr>
            <a:xfrm>
              <a:off x="576000" y="1728000"/>
              <a:ext cx="0" cy="720000"/>
            </a:xfrm>
            <a:prstGeom prst="straightConnector1">
              <a:avLst/>
            </a:prstGeom>
            <a:noFill/>
            <a:ln cap="flat" cmpd="sng" w="38100">
              <a:solidFill>
                <a:schemeClr val="accent1"/>
              </a:solidFill>
              <a:prstDash val="solid"/>
              <a:miter lim="800000"/>
              <a:headEnd len="sm" w="sm" type="none"/>
              <a:tailEnd len="sm" w="sm" type="none"/>
            </a:ln>
          </p:spPr>
        </p:cxnSp>
        <p:sp>
          <p:nvSpPr>
            <p:cNvPr id="355" name="Google Shape;355;p4"/>
            <p:cNvSpPr txBox="1"/>
            <p:nvPr/>
          </p:nvSpPr>
          <p:spPr>
            <a:xfrm>
              <a:off x="648000" y="1728000"/>
              <a:ext cx="4248000"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ja-JP" sz="1600" u="none" cap="none" strike="noStrike">
                  <a:solidFill>
                    <a:srgbClr val="1E4E79"/>
                  </a:solidFill>
                  <a:latin typeface="Arial"/>
                  <a:ea typeface="Arial"/>
                  <a:cs typeface="Arial"/>
                  <a:sym typeface="Arial"/>
                </a:rPr>
                <a:t>OSおよび開発環境の老朽化</a:t>
              </a:r>
              <a:endParaRPr b="1" sz="1600">
                <a:solidFill>
                  <a:srgbClr val="1E4E79"/>
                </a:solidFill>
                <a:latin typeface="Arial"/>
                <a:ea typeface="Arial"/>
                <a:cs typeface="Arial"/>
                <a:sym typeface="Arial"/>
              </a:endParaRPr>
            </a:p>
          </p:txBody>
        </p:sp>
        <p:sp>
          <p:nvSpPr>
            <p:cNvPr id="356" name="Google Shape;356;p4"/>
            <p:cNvSpPr txBox="1"/>
            <p:nvPr/>
          </p:nvSpPr>
          <p:spPr>
            <a:xfrm>
              <a:off x="648000" y="2052000"/>
              <a:ext cx="7920000" cy="864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千葉運転管理システムがVBで開発されたアプリケーションで構成されており、Windows XP 上にて稼働する仕組みとなっている。VBおよびWindows XP はともにマイクロソフトのサポートが終了している。</a:t>
              </a:r>
              <a:endParaRPr sz="1400">
                <a:solidFill>
                  <a:schemeClr val="dk1"/>
                </a:solidFill>
                <a:latin typeface="Arial"/>
                <a:ea typeface="Arial"/>
                <a:cs typeface="Arial"/>
                <a:sym typeface="Arial"/>
              </a:endParaRPr>
            </a:p>
          </p:txBody>
        </p:sp>
        <p:cxnSp>
          <p:nvCxnSpPr>
            <p:cNvPr id="357" name="Google Shape;357;p4"/>
            <p:cNvCxnSpPr/>
            <p:nvPr/>
          </p:nvCxnSpPr>
          <p:spPr>
            <a:xfrm>
              <a:off x="576000" y="2988000"/>
              <a:ext cx="0" cy="720000"/>
            </a:xfrm>
            <a:prstGeom prst="straightConnector1">
              <a:avLst/>
            </a:prstGeom>
            <a:noFill/>
            <a:ln cap="flat" cmpd="sng" w="38100">
              <a:solidFill>
                <a:schemeClr val="accent1"/>
              </a:solidFill>
              <a:prstDash val="solid"/>
              <a:miter lim="800000"/>
              <a:headEnd len="sm" w="sm" type="none"/>
              <a:tailEnd len="sm" w="sm" type="none"/>
            </a:ln>
          </p:spPr>
        </p:cxnSp>
        <p:sp>
          <p:nvSpPr>
            <p:cNvPr id="358" name="Google Shape;358;p4"/>
            <p:cNvSpPr txBox="1"/>
            <p:nvPr/>
          </p:nvSpPr>
          <p:spPr>
            <a:xfrm>
              <a:off x="648000" y="2988000"/>
              <a:ext cx="4248000"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ja-JP" sz="1600">
                  <a:solidFill>
                    <a:srgbClr val="1E4E79"/>
                  </a:solidFill>
                  <a:latin typeface="Arial"/>
                  <a:ea typeface="Arial"/>
                  <a:cs typeface="Arial"/>
                  <a:sym typeface="Arial"/>
                </a:rPr>
                <a:t>保守</a:t>
              </a:r>
              <a:endParaRPr/>
            </a:p>
          </p:txBody>
        </p:sp>
        <p:sp>
          <p:nvSpPr>
            <p:cNvPr id="359" name="Google Shape;359;p4"/>
            <p:cNvSpPr txBox="1"/>
            <p:nvPr/>
          </p:nvSpPr>
          <p:spPr>
            <a:xfrm>
              <a:off x="648000" y="3312000"/>
              <a:ext cx="7920000" cy="864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千葉運転管理システムは、これまで潤滑油二課が主管部門となり、保守・運用を実施してきた。システム統制の観点から、今後は、情報システム部を主管とする保守体制を構築し、保守・運用のサービスレベル向上を図る必要がある。</a:t>
              </a:r>
              <a:endParaRPr sz="1400">
                <a:solidFill>
                  <a:schemeClr val="dk1"/>
                </a:solidFill>
                <a:latin typeface="Arial"/>
                <a:ea typeface="Arial"/>
                <a:cs typeface="Arial"/>
                <a:sym typeface="Arial"/>
              </a:endParaRPr>
            </a:p>
          </p:txBody>
        </p:sp>
      </p:grpSp>
      <p:grpSp>
        <p:nvGrpSpPr>
          <p:cNvPr id="360" name="Google Shape;360;p4"/>
          <p:cNvGrpSpPr/>
          <p:nvPr/>
        </p:nvGrpSpPr>
        <p:grpSpPr>
          <a:xfrm>
            <a:off x="576000" y="4536000"/>
            <a:ext cx="7992000" cy="288000"/>
            <a:chOff x="144000" y="3456000"/>
            <a:chExt cx="7992000" cy="288000"/>
          </a:xfrm>
        </p:grpSpPr>
        <p:sp>
          <p:nvSpPr>
            <p:cNvPr id="361" name="Google Shape;361;p4"/>
            <p:cNvSpPr/>
            <p:nvPr/>
          </p:nvSpPr>
          <p:spPr>
            <a:xfrm>
              <a:off x="144000" y="3456000"/>
              <a:ext cx="7992000" cy="28800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2" name="Google Shape;362;p4"/>
            <p:cNvSpPr/>
            <p:nvPr/>
          </p:nvSpPr>
          <p:spPr>
            <a:xfrm>
              <a:off x="144000" y="3456000"/>
              <a:ext cx="360000" cy="288000"/>
            </a:xfrm>
            <a:prstGeom prst="homePlate">
              <a:avLst>
                <a:gd fmla="val 50000" name="adj"/>
              </a:avLst>
            </a:prstGeom>
            <a:solidFill>
              <a:srgbClr val="9CC2E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3" name="Google Shape;363;p4"/>
            <p:cNvSpPr txBox="1"/>
            <p:nvPr/>
          </p:nvSpPr>
          <p:spPr>
            <a:xfrm>
              <a:off x="504000" y="3456000"/>
              <a:ext cx="2736000" cy="288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4E79"/>
                </a:buClr>
                <a:buSzPts val="1600"/>
                <a:buFont typeface="Arial"/>
                <a:buNone/>
              </a:pPr>
              <a:r>
                <a:rPr b="1" lang="ja-JP" sz="1600" u="none">
                  <a:solidFill>
                    <a:srgbClr val="1E4E79"/>
                  </a:solidFill>
                  <a:latin typeface="Arial"/>
                  <a:ea typeface="Arial"/>
                  <a:cs typeface="Arial"/>
                  <a:sym typeface="Arial"/>
                </a:rPr>
                <a:t>プロジェクトの目的</a:t>
              </a:r>
              <a:endParaRPr b="1" sz="1600" u="none">
                <a:solidFill>
                  <a:srgbClr val="1E4E79"/>
                </a:solidFill>
                <a:latin typeface="Arial"/>
                <a:ea typeface="Arial"/>
                <a:cs typeface="Arial"/>
                <a:sym typeface="Arial"/>
              </a:endParaRPr>
            </a:p>
          </p:txBody>
        </p:sp>
      </p:grpSp>
      <p:sp>
        <p:nvSpPr>
          <p:cNvPr id="364" name="Google Shape;364;p4"/>
          <p:cNvSpPr txBox="1"/>
          <p:nvPr/>
        </p:nvSpPr>
        <p:spPr>
          <a:xfrm>
            <a:off x="576000" y="4968000"/>
            <a:ext cx="7992000" cy="864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最新の環境（Windows Server 2019 + Oracle 19c + Windows10）で稼働し、かつ、最新の開発環境で構築することで、今後も持続的に使用できるよう保守性・可用性・セキュリティの向上を図る。</a:t>
            </a:r>
            <a:endParaRPr sz="1400">
              <a:solidFill>
                <a:schemeClr val="dk1"/>
              </a:solidFill>
              <a:latin typeface="Arial"/>
              <a:ea typeface="Arial"/>
              <a:cs typeface="Arial"/>
              <a:sym typeface="Arial"/>
            </a:endParaRPr>
          </a:p>
          <a:p>
            <a:pPr indent="-285750" lvl="0" marL="285750" marR="0" rtl="0" algn="l">
              <a:spcBef>
                <a:spcPts val="600"/>
              </a:spcBef>
              <a:spcAft>
                <a:spcPts val="0"/>
              </a:spcAft>
              <a:buClr>
                <a:schemeClr val="dk1"/>
              </a:buClr>
              <a:buSzPts val="1400"/>
              <a:buFont typeface="Arial"/>
              <a:buChar char="※"/>
            </a:pPr>
            <a:r>
              <a:rPr lang="ja-JP" sz="1400">
                <a:solidFill>
                  <a:schemeClr val="dk1"/>
                </a:solidFill>
                <a:latin typeface="Arial"/>
                <a:ea typeface="Arial"/>
                <a:cs typeface="Arial"/>
                <a:sym typeface="Arial"/>
              </a:rPr>
              <a:t>OSおよびデータベース等のミドルウェアのバージョンにつきましては、貴社方針に従います。</a:t>
            </a:r>
            <a:endParaRPr sz="1400">
              <a:solidFill>
                <a:schemeClr val="dk1"/>
              </a:solidFill>
              <a:latin typeface="Arial"/>
              <a:ea typeface="Arial"/>
              <a:cs typeface="Arial"/>
              <a:sym typeface="Arial"/>
            </a:endParaRPr>
          </a:p>
        </p:txBody>
      </p:sp>
      <p:sp>
        <p:nvSpPr>
          <p:cNvPr id="365" name="Google Shape;365;p4"/>
          <p:cNvSpPr txBox="1"/>
          <p:nvPr>
            <p:ph idx="12" type="sldNum"/>
          </p:nvPr>
        </p:nvSpPr>
        <p:spPr>
          <a:xfrm>
            <a:off x="4212000" y="6500068"/>
            <a:ext cx="720000" cy="288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ja-JP"/>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5"/>
          <p:cNvSpPr txBox="1"/>
          <p:nvPr>
            <p:ph type="title"/>
          </p:nvPr>
        </p:nvSpPr>
        <p:spPr>
          <a:xfrm>
            <a:off x="144000" y="36000"/>
            <a:ext cx="8856000" cy="5760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3000"/>
              <a:buFont typeface="Arial"/>
              <a:buNone/>
            </a:pPr>
            <a:r>
              <a:rPr lang="ja-JP"/>
              <a:t>プロジェクトの方針</a:t>
            </a:r>
            <a:endParaRPr/>
          </a:p>
        </p:txBody>
      </p:sp>
      <p:sp>
        <p:nvSpPr>
          <p:cNvPr id="371" name="Google Shape;371;p5"/>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ja-JP"/>
              <a:t>Copyright© 2020 SystemEXE,Inc. all rights reserved.</a:t>
            </a:r>
            <a:endParaRPr/>
          </a:p>
        </p:txBody>
      </p:sp>
      <p:grpSp>
        <p:nvGrpSpPr>
          <p:cNvPr id="372" name="Google Shape;372;p5"/>
          <p:cNvGrpSpPr/>
          <p:nvPr/>
        </p:nvGrpSpPr>
        <p:grpSpPr>
          <a:xfrm>
            <a:off x="0" y="1656000"/>
            <a:ext cx="9144000" cy="3600000"/>
            <a:chOff x="0" y="1080000"/>
            <a:chExt cx="9144000" cy="3600000"/>
          </a:xfrm>
        </p:grpSpPr>
        <p:sp>
          <p:nvSpPr>
            <p:cNvPr id="373" name="Google Shape;373;p5"/>
            <p:cNvSpPr/>
            <p:nvPr/>
          </p:nvSpPr>
          <p:spPr>
            <a:xfrm>
              <a:off x="0" y="1080000"/>
              <a:ext cx="9144000" cy="3600000"/>
            </a:xfrm>
            <a:prstGeom prst="rect">
              <a:avLst/>
            </a:prstGeom>
            <a:solidFill>
              <a:srgbClr val="EDEDE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600">
                <a:solidFill>
                  <a:schemeClr val="lt1"/>
                </a:solidFill>
                <a:latin typeface="Arial"/>
                <a:ea typeface="Arial"/>
                <a:cs typeface="Arial"/>
                <a:sym typeface="Arial"/>
              </a:endParaRPr>
            </a:p>
          </p:txBody>
        </p:sp>
        <p:pic>
          <p:nvPicPr>
            <p:cNvPr id="374" name="Google Shape;374;p5"/>
            <p:cNvPicPr preferRelativeResize="0"/>
            <p:nvPr/>
          </p:nvPicPr>
          <p:blipFill rotWithShape="1">
            <a:blip r:embed="rId3">
              <a:alphaModFix/>
            </a:blip>
            <a:srcRect b="0" l="0" r="0" t="0"/>
            <a:stretch/>
          </p:blipFill>
          <p:spPr>
            <a:xfrm>
              <a:off x="792000" y="1368000"/>
              <a:ext cx="864000" cy="864000"/>
            </a:xfrm>
            <a:prstGeom prst="rect">
              <a:avLst/>
            </a:prstGeom>
            <a:noFill/>
            <a:ln>
              <a:noFill/>
            </a:ln>
          </p:spPr>
        </p:pic>
        <p:pic>
          <p:nvPicPr>
            <p:cNvPr id="375" name="Google Shape;375;p5"/>
            <p:cNvPicPr preferRelativeResize="0"/>
            <p:nvPr/>
          </p:nvPicPr>
          <p:blipFill rotWithShape="1">
            <a:blip r:embed="rId4">
              <a:alphaModFix/>
            </a:blip>
            <a:srcRect b="0" l="58" r="59" t="0"/>
            <a:stretch/>
          </p:blipFill>
          <p:spPr>
            <a:xfrm>
              <a:off x="5256000" y="1368000"/>
              <a:ext cx="864000" cy="864000"/>
            </a:xfrm>
            <a:prstGeom prst="rect">
              <a:avLst/>
            </a:prstGeom>
            <a:noFill/>
            <a:ln>
              <a:noFill/>
            </a:ln>
          </p:spPr>
        </p:pic>
        <p:pic>
          <p:nvPicPr>
            <p:cNvPr id="376" name="Google Shape;376;p5"/>
            <p:cNvPicPr preferRelativeResize="0"/>
            <p:nvPr/>
          </p:nvPicPr>
          <p:blipFill rotWithShape="1">
            <a:blip r:embed="rId5">
              <a:alphaModFix/>
            </a:blip>
            <a:srcRect b="0" l="58" r="59" t="0"/>
            <a:stretch/>
          </p:blipFill>
          <p:spPr>
            <a:xfrm>
              <a:off x="7488000" y="1368000"/>
              <a:ext cx="864000" cy="864000"/>
            </a:xfrm>
            <a:prstGeom prst="rect">
              <a:avLst/>
            </a:prstGeom>
            <a:noFill/>
            <a:ln>
              <a:noFill/>
            </a:ln>
          </p:spPr>
        </p:pic>
        <p:pic>
          <p:nvPicPr>
            <p:cNvPr id="377" name="Google Shape;377;p5"/>
            <p:cNvPicPr preferRelativeResize="0"/>
            <p:nvPr/>
          </p:nvPicPr>
          <p:blipFill rotWithShape="1">
            <a:blip r:embed="rId6">
              <a:alphaModFix/>
            </a:blip>
            <a:srcRect b="0" l="0" r="0" t="0"/>
            <a:stretch/>
          </p:blipFill>
          <p:spPr>
            <a:xfrm>
              <a:off x="3024000" y="1368000"/>
              <a:ext cx="864000" cy="864000"/>
            </a:xfrm>
            <a:prstGeom prst="rect">
              <a:avLst/>
            </a:prstGeom>
            <a:noFill/>
            <a:ln>
              <a:noFill/>
            </a:ln>
          </p:spPr>
        </p:pic>
        <p:sp>
          <p:nvSpPr>
            <p:cNvPr id="378" name="Google Shape;378;p5"/>
            <p:cNvSpPr txBox="1"/>
            <p:nvPr/>
          </p:nvSpPr>
          <p:spPr>
            <a:xfrm>
              <a:off x="144000" y="2376000"/>
              <a:ext cx="2160000" cy="288000"/>
            </a:xfrm>
            <a:prstGeom prst="rect">
              <a:avLst/>
            </a:prstGeom>
            <a:solidFill>
              <a:srgbClr val="EDEDE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600">
                  <a:solidFill>
                    <a:srgbClr val="1E4E79"/>
                  </a:solidFill>
                  <a:latin typeface="Arial"/>
                  <a:ea typeface="Arial"/>
                  <a:cs typeface="Arial"/>
                  <a:sym typeface="Arial"/>
                </a:rPr>
                <a:t>スケジュール</a:t>
              </a:r>
              <a:endParaRPr/>
            </a:p>
          </p:txBody>
        </p:sp>
        <p:sp>
          <p:nvSpPr>
            <p:cNvPr id="379" name="Google Shape;379;p5"/>
            <p:cNvSpPr txBox="1"/>
            <p:nvPr/>
          </p:nvSpPr>
          <p:spPr>
            <a:xfrm>
              <a:off x="144000" y="2808000"/>
              <a:ext cx="2160000" cy="1584000"/>
            </a:xfrm>
            <a:prstGeom prst="rect">
              <a:avLst/>
            </a:prstGeom>
            <a:solidFill>
              <a:srgbClr val="EDEDE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プロジェクトの完了は、本稼働後の初期流動管理も含め、2022年10月末を期日とし、周辺システムを含めた全体ロードマップに沿ったスケジュールとします。</a:t>
              </a:r>
              <a:endParaRPr sz="1400">
                <a:solidFill>
                  <a:schemeClr val="dk1"/>
                </a:solidFill>
                <a:latin typeface="Arial"/>
                <a:ea typeface="Arial"/>
                <a:cs typeface="Arial"/>
                <a:sym typeface="Arial"/>
              </a:endParaRPr>
            </a:p>
          </p:txBody>
        </p:sp>
        <p:sp>
          <p:nvSpPr>
            <p:cNvPr id="380" name="Google Shape;380;p5"/>
            <p:cNvSpPr txBox="1"/>
            <p:nvPr/>
          </p:nvSpPr>
          <p:spPr>
            <a:xfrm>
              <a:off x="2376000" y="2376000"/>
              <a:ext cx="2160000" cy="288000"/>
            </a:xfrm>
            <a:prstGeom prst="rect">
              <a:avLst/>
            </a:prstGeom>
            <a:solidFill>
              <a:srgbClr val="EDEDE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600">
                  <a:solidFill>
                    <a:srgbClr val="1E4E79"/>
                  </a:solidFill>
                  <a:latin typeface="Arial"/>
                  <a:ea typeface="Arial"/>
                  <a:cs typeface="Arial"/>
                  <a:sym typeface="Arial"/>
                </a:rPr>
                <a:t>VisualBasicの.NET化</a:t>
              </a:r>
              <a:endParaRPr b="1" sz="1600">
                <a:solidFill>
                  <a:srgbClr val="1E4E79"/>
                </a:solidFill>
                <a:latin typeface="Arial"/>
                <a:ea typeface="Arial"/>
                <a:cs typeface="Arial"/>
                <a:sym typeface="Arial"/>
              </a:endParaRPr>
            </a:p>
          </p:txBody>
        </p:sp>
        <p:sp>
          <p:nvSpPr>
            <p:cNvPr id="381" name="Google Shape;381;p5"/>
            <p:cNvSpPr txBox="1"/>
            <p:nvPr/>
          </p:nvSpPr>
          <p:spPr>
            <a:xfrm>
              <a:off x="2376000" y="2808000"/>
              <a:ext cx="2160000" cy="1584000"/>
            </a:xfrm>
            <a:prstGeom prst="rect">
              <a:avLst/>
            </a:prstGeom>
            <a:solidFill>
              <a:srgbClr val="EDEDE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VBで構築されているプログラムをVB.NETで再構築する。アプリケーションは可能な限り統合し、ClickOnceを活用した自動バージョンアップの仕組みを導入します。</a:t>
              </a:r>
              <a:endParaRPr sz="1400">
                <a:solidFill>
                  <a:schemeClr val="dk1"/>
                </a:solidFill>
                <a:latin typeface="Arial"/>
                <a:ea typeface="Arial"/>
                <a:cs typeface="Arial"/>
                <a:sym typeface="Arial"/>
              </a:endParaRPr>
            </a:p>
          </p:txBody>
        </p:sp>
        <p:sp>
          <p:nvSpPr>
            <p:cNvPr id="382" name="Google Shape;382;p5"/>
            <p:cNvSpPr txBox="1"/>
            <p:nvPr/>
          </p:nvSpPr>
          <p:spPr>
            <a:xfrm>
              <a:off x="4608000" y="2376000"/>
              <a:ext cx="2160000" cy="288000"/>
            </a:xfrm>
            <a:prstGeom prst="rect">
              <a:avLst/>
            </a:prstGeom>
            <a:solidFill>
              <a:srgbClr val="EDEDE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600">
                  <a:solidFill>
                    <a:srgbClr val="1E4E79"/>
                  </a:solidFill>
                  <a:latin typeface="Arial"/>
                  <a:ea typeface="Arial"/>
                  <a:cs typeface="Arial"/>
                  <a:sym typeface="Arial"/>
                </a:rPr>
                <a:t>単純更新</a:t>
              </a:r>
              <a:endParaRPr b="1" sz="1600">
                <a:solidFill>
                  <a:srgbClr val="1E4E79"/>
                </a:solidFill>
                <a:latin typeface="Arial"/>
                <a:ea typeface="Arial"/>
                <a:cs typeface="Arial"/>
                <a:sym typeface="Arial"/>
              </a:endParaRPr>
            </a:p>
          </p:txBody>
        </p:sp>
        <p:sp>
          <p:nvSpPr>
            <p:cNvPr id="383" name="Google Shape;383;p5"/>
            <p:cNvSpPr txBox="1"/>
            <p:nvPr/>
          </p:nvSpPr>
          <p:spPr>
            <a:xfrm>
              <a:off x="4608000" y="2808000"/>
              <a:ext cx="2160000" cy="1584000"/>
            </a:xfrm>
            <a:prstGeom prst="rect">
              <a:avLst/>
            </a:prstGeom>
            <a:solidFill>
              <a:srgbClr val="EDEDE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アプリケーションの機能配置、変更、追加は行わず、単純更新とします。また、現行の画面レイアウトを極力踏襲し、利用者にシステムの変更を意識させません。</a:t>
              </a:r>
              <a:endParaRPr sz="1400">
                <a:solidFill>
                  <a:schemeClr val="dk1"/>
                </a:solidFill>
                <a:latin typeface="Arial"/>
                <a:ea typeface="Arial"/>
                <a:cs typeface="Arial"/>
                <a:sym typeface="Arial"/>
              </a:endParaRPr>
            </a:p>
          </p:txBody>
        </p:sp>
        <p:sp>
          <p:nvSpPr>
            <p:cNvPr id="384" name="Google Shape;384;p5"/>
            <p:cNvSpPr txBox="1"/>
            <p:nvPr/>
          </p:nvSpPr>
          <p:spPr>
            <a:xfrm>
              <a:off x="6840000" y="2376000"/>
              <a:ext cx="2160000" cy="288000"/>
            </a:xfrm>
            <a:prstGeom prst="rect">
              <a:avLst/>
            </a:prstGeom>
            <a:solidFill>
              <a:srgbClr val="EDEDE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600">
                  <a:solidFill>
                    <a:srgbClr val="1E4E79"/>
                  </a:solidFill>
                  <a:latin typeface="Arial"/>
                  <a:ea typeface="Arial"/>
                  <a:cs typeface="Arial"/>
                  <a:sym typeface="Arial"/>
                </a:rPr>
                <a:t>インフラの最適化</a:t>
              </a:r>
              <a:endParaRPr b="1" sz="1600">
                <a:solidFill>
                  <a:srgbClr val="1E4E79"/>
                </a:solidFill>
                <a:latin typeface="Arial"/>
                <a:ea typeface="Arial"/>
                <a:cs typeface="Arial"/>
                <a:sym typeface="Arial"/>
              </a:endParaRPr>
            </a:p>
          </p:txBody>
        </p:sp>
        <p:sp>
          <p:nvSpPr>
            <p:cNvPr id="385" name="Google Shape;385;p5"/>
            <p:cNvSpPr txBox="1"/>
            <p:nvPr/>
          </p:nvSpPr>
          <p:spPr>
            <a:xfrm>
              <a:off x="6840000" y="2808000"/>
              <a:ext cx="2160000" cy="1584000"/>
            </a:xfrm>
            <a:prstGeom prst="rect">
              <a:avLst/>
            </a:prstGeom>
            <a:solidFill>
              <a:srgbClr val="EDEDE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ミドルウェアを含めたインフラの最適化を行い、その環境にて稼働するシステムを構築します。但し、ハードウェア関連の設計、導入、運用は出光興産様にてお願いします。</a:t>
              </a:r>
              <a:endParaRPr sz="1400">
                <a:solidFill>
                  <a:schemeClr val="dk1"/>
                </a:solidFill>
                <a:latin typeface="Arial"/>
                <a:ea typeface="Arial"/>
                <a:cs typeface="Arial"/>
                <a:sym typeface="Arial"/>
              </a:endParaRPr>
            </a:p>
          </p:txBody>
        </p:sp>
      </p:grpSp>
      <p:sp>
        <p:nvSpPr>
          <p:cNvPr id="386" name="Google Shape;386;p5"/>
          <p:cNvSpPr txBox="1"/>
          <p:nvPr/>
        </p:nvSpPr>
        <p:spPr>
          <a:xfrm>
            <a:off x="144000" y="5904000"/>
            <a:ext cx="8856000" cy="468520"/>
          </a:xfrm>
          <a:prstGeom prst="rect">
            <a:avLst/>
          </a:prstGeom>
          <a:noFill/>
          <a:ln>
            <a:noFill/>
          </a:ln>
        </p:spPr>
        <p:txBody>
          <a:bodyPr anchorCtr="0" anchor="t" bIns="45700" lIns="91425" spcFirstLastPara="1" rIns="91425" wrap="square" tIns="45700">
            <a:noAutofit/>
          </a:bodyPr>
          <a:lstStyle/>
          <a:p>
            <a:pPr indent="-171450" lvl="0" marL="171450" marR="0" rtl="0" algn="l">
              <a:spcBef>
                <a:spcPts val="0"/>
              </a:spcBef>
              <a:spcAft>
                <a:spcPts val="0"/>
              </a:spcAft>
              <a:buClr>
                <a:schemeClr val="dk1"/>
              </a:buClr>
              <a:buSzPts val="1200"/>
              <a:buFont typeface="Arial"/>
              <a:buChar char="※"/>
            </a:pPr>
            <a:r>
              <a:rPr lang="ja-JP" sz="1200">
                <a:solidFill>
                  <a:schemeClr val="dk1"/>
                </a:solidFill>
                <a:latin typeface="Arial"/>
                <a:ea typeface="Arial"/>
                <a:cs typeface="Arial"/>
                <a:sym typeface="Arial"/>
              </a:rPr>
              <a:t>プロジェクト方針は、プロジェクト開始時に改めて策定します。</a:t>
            </a:r>
            <a:endParaRPr sz="1200">
              <a:solidFill>
                <a:schemeClr val="dk1"/>
              </a:solidFill>
              <a:latin typeface="Arial"/>
              <a:ea typeface="Arial"/>
              <a:cs typeface="Arial"/>
              <a:sym typeface="Arial"/>
            </a:endParaRPr>
          </a:p>
          <a:p>
            <a:pPr indent="-171450" lvl="0" marL="171450" marR="0" rtl="0" algn="l">
              <a:spcBef>
                <a:spcPts val="0"/>
              </a:spcBef>
              <a:spcAft>
                <a:spcPts val="0"/>
              </a:spcAft>
              <a:buClr>
                <a:schemeClr val="dk1"/>
              </a:buClr>
              <a:buSzPts val="1200"/>
              <a:buFont typeface="Arial"/>
              <a:buChar char="※"/>
            </a:pPr>
            <a:r>
              <a:rPr lang="ja-JP" sz="1200">
                <a:solidFill>
                  <a:schemeClr val="dk1"/>
                </a:solidFill>
                <a:latin typeface="Arial"/>
                <a:ea typeface="Arial"/>
                <a:cs typeface="Arial"/>
                <a:sym typeface="Arial"/>
              </a:rPr>
              <a:t>単純更新を原則としますが、ロット採番ルールが変更になった場合には対応いたします。</a:t>
            </a:r>
            <a:endParaRPr sz="1200">
              <a:solidFill>
                <a:schemeClr val="dk1"/>
              </a:solidFill>
              <a:latin typeface="Arial"/>
              <a:ea typeface="Arial"/>
              <a:cs typeface="Arial"/>
              <a:sym typeface="Arial"/>
            </a:endParaRPr>
          </a:p>
        </p:txBody>
      </p:sp>
      <p:sp>
        <p:nvSpPr>
          <p:cNvPr id="387" name="Google Shape;387;p5"/>
          <p:cNvSpPr txBox="1"/>
          <p:nvPr>
            <p:ph idx="12" type="sldNum"/>
          </p:nvPr>
        </p:nvSpPr>
        <p:spPr>
          <a:xfrm>
            <a:off x="4212000" y="6500068"/>
            <a:ext cx="720000" cy="288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ja-JP"/>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6"/>
          <p:cNvSpPr/>
          <p:nvPr/>
        </p:nvSpPr>
        <p:spPr>
          <a:xfrm>
            <a:off x="396000" y="1872000"/>
            <a:ext cx="2448000" cy="792000"/>
          </a:xfrm>
          <a:prstGeom prst="roundRect">
            <a:avLst>
              <a:gd fmla="val 8018" name="adj"/>
            </a:avLst>
          </a:prstGeom>
          <a:solidFill>
            <a:srgbClr val="9CC2E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600">
              <a:solidFill>
                <a:schemeClr val="lt1"/>
              </a:solidFill>
              <a:latin typeface="Arial"/>
              <a:ea typeface="Arial"/>
              <a:cs typeface="Arial"/>
              <a:sym typeface="Arial"/>
            </a:endParaRPr>
          </a:p>
        </p:txBody>
      </p:sp>
      <p:sp>
        <p:nvSpPr>
          <p:cNvPr id="393" name="Google Shape;393;p6"/>
          <p:cNvSpPr txBox="1"/>
          <p:nvPr>
            <p:ph type="title"/>
          </p:nvPr>
        </p:nvSpPr>
        <p:spPr>
          <a:xfrm>
            <a:off x="144000" y="36000"/>
            <a:ext cx="8856000" cy="5760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3000"/>
              <a:buFont typeface="Arial"/>
              <a:buNone/>
            </a:pPr>
            <a:r>
              <a:rPr lang="ja-JP"/>
              <a:t>実績・経験を活かした高品質・高生産性</a:t>
            </a:r>
            <a:endParaRPr/>
          </a:p>
        </p:txBody>
      </p:sp>
      <p:sp>
        <p:nvSpPr>
          <p:cNvPr id="394" name="Google Shape;394;p6"/>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ja-JP"/>
              <a:t>Copyright© 2020 SystemEXE,Inc. all rights reserved.</a:t>
            </a:r>
            <a:endParaRPr/>
          </a:p>
        </p:txBody>
      </p:sp>
      <p:sp>
        <p:nvSpPr>
          <p:cNvPr id="395" name="Google Shape;395;p6"/>
          <p:cNvSpPr txBox="1"/>
          <p:nvPr/>
        </p:nvSpPr>
        <p:spPr>
          <a:xfrm>
            <a:off x="144000" y="1080000"/>
            <a:ext cx="8856000" cy="540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弊社は、出光興産様の開発標準適用実績、類似案件の実績、MES領域での実績が多数ございます。</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これらの実績・経験を活かし、高品質で生産性の高いシステム更新を実現します。</a:t>
            </a:r>
            <a:endParaRPr sz="1400">
              <a:solidFill>
                <a:schemeClr val="dk1"/>
              </a:solidFill>
              <a:latin typeface="Arial"/>
              <a:ea typeface="Arial"/>
              <a:cs typeface="Arial"/>
              <a:sym typeface="Arial"/>
            </a:endParaRPr>
          </a:p>
        </p:txBody>
      </p:sp>
      <p:sp>
        <p:nvSpPr>
          <p:cNvPr id="396" name="Google Shape;396;p6"/>
          <p:cNvSpPr txBox="1"/>
          <p:nvPr>
            <p:ph idx="12" type="sldNum"/>
          </p:nvPr>
        </p:nvSpPr>
        <p:spPr>
          <a:xfrm>
            <a:off x="4212000" y="6500068"/>
            <a:ext cx="720000" cy="288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ja-JP"/>
              <a:t>‹#›</a:t>
            </a:fld>
            <a:endParaRPr/>
          </a:p>
        </p:txBody>
      </p:sp>
      <p:sp>
        <p:nvSpPr>
          <p:cNvPr id="397" name="Google Shape;397;p6"/>
          <p:cNvSpPr/>
          <p:nvPr/>
        </p:nvSpPr>
        <p:spPr>
          <a:xfrm>
            <a:off x="3348000" y="1872000"/>
            <a:ext cx="2448000" cy="792000"/>
          </a:xfrm>
          <a:prstGeom prst="roundRect">
            <a:avLst>
              <a:gd fmla="val 8018" name="adj"/>
            </a:avLst>
          </a:prstGeom>
          <a:solidFill>
            <a:srgbClr val="9CC2E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600">
              <a:solidFill>
                <a:schemeClr val="lt1"/>
              </a:solidFill>
              <a:latin typeface="Arial"/>
              <a:ea typeface="Arial"/>
              <a:cs typeface="Arial"/>
              <a:sym typeface="Arial"/>
            </a:endParaRPr>
          </a:p>
        </p:txBody>
      </p:sp>
      <p:pic>
        <p:nvPicPr>
          <p:cNvPr id="398" name="Google Shape;398;p6"/>
          <p:cNvPicPr preferRelativeResize="0"/>
          <p:nvPr/>
        </p:nvPicPr>
        <p:blipFill rotWithShape="1">
          <a:blip r:embed="rId3">
            <a:alphaModFix/>
          </a:blip>
          <a:srcRect b="0" l="0" r="0" t="0"/>
          <a:stretch/>
        </p:blipFill>
        <p:spPr>
          <a:xfrm>
            <a:off x="1296727" y="2016000"/>
            <a:ext cx="502545" cy="504000"/>
          </a:xfrm>
          <a:prstGeom prst="rect">
            <a:avLst/>
          </a:prstGeom>
          <a:noFill/>
          <a:ln>
            <a:noFill/>
          </a:ln>
        </p:spPr>
      </p:pic>
      <p:sp>
        <p:nvSpPr>
          <p:cNvPr id="399" name="Google Shape;399;p6"/>
          <p:cNvSpPr txBox="1"/>
          <p:nvPr/>
        </p:nvSpPr>
        <p:spPr>
          <a:xfrm>
            <a:off x="216000" y="3445966"/>
            <a:ext cx="2808000" cy="291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弊社は、貴社</a:t>
            </a:r>
            <a:r>
              <a:rPr b="1" lang="ja-JP" sz="1400">
                <a:solidFill>
                  <a:schemeClr val="accent1"/>
                </a:solidFill>
                <a:latin typeface="Arial"/>
                <a:ea typeface="Arial"/>
                <a:cs typeface="Arial"/>
                <a:sym typeface="Arial"/>
              </a:rPr>
              <a:t>「出光開発標準」の適用実績が多数</a:t>
            </a:r>
            <a:r>
              <a:rPr lang="ja-JP" sz="1400">
                <a:solidFill>
                  <a:schemeClr val="dk1"/>
                </a:solidFill>
                <a:latin typeface="Arial"/>
                <a:ea typeface="Arial"/>
                <a:cs typeface="Arial"/>
                <a:sym typeface="Arial"/>
              </a:rPr>
              <a:t>ございます。今回の千葉運転管理システム更新につきましては、.NETでの再構築を想定しますので、出光開発標準の内、プロセスおよびドキュメントについてを適用対象として取り組みます。また、</a:t>
            </a:r>
            <a:r>
              <a:rPr b="1" lang="ja-JP" sz="1400">
                <a:solidFill>
                  <a:schemeClr val="accent1"/>
                </a:solidFill>
                <a:latin typeface="Arial"/>
                <a:ea typeface="Arial"/>
                <a:cs typeface="Arial"/>
                <a:sym typeface="Arial"/>
              </a:rPr>
              <a:t>弊社千葉オフィスでは、QMSを取得</a:t>
            </a:r>
            <a:r>
              <a:rPr lang="ja-JP" sz="1400">
                <a:solidFill>
                  <a:schemeClr val="dk1"/>
                </a:solidFill>
                <a:latin typeface="Arial"/>
                <a:ea typeface="Arial"/>
                <a:cs typeface="Arial"/>
                <a:sym typeface="Arial"/>
              </a:rPr>
              <a:t>しており、QMSを合わせて取り組むことでより品質の高いシステムの構築を実現します。</a:t>
            </a:r>
            <a:endParaRPr/>
          </a:p>
        </p:txBody>
      </p:sp>
      <p:sp>
        <p:nvSpPr>
          <p:cNvPr id="400" name="Google Shape;400;p6"/>
          <p:cNvSpPr txBox="1"/>
          <p:nvPr/>
        </p:nvSpPr>
        <p:spPr>
          <a:xfrm>
            <a:off x="216000" y="2941966"/>
            <a:ext cx="2808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600">
                <a:solidFill>
                  <a:srgbClr val="1E4E79"/>
                </a:solidFill>
                <a:latin typeface="Arial"/>
                <a:ea typeface="Arial"/>
                <a:cs typeface="Arial"/>
                <a:sym typeface="Arial"/>
              </a:rPr>
              <a:t>出光開発標準 ＋ QMS</a:t>
            </a:r>
            <a:endParaRPr b="1" sz="1600">
              <a:solidFill>
                <a:srgbClr val="1E4E79"/>
              </a:solidFill>
              <a:latin typeface="Arial"/>
              <a:ea typeface="Arial"/>
              <a:cs typeface="Arial"/>
              <a:sym typeface="Arial"/>
            </a:endParaRPr>
          </a:p>
        </p:txBody>
      </p:sp>
      <p:sp>
        <p:nvSpPr>
          <p:cNvPr id="401" name="Google Shape;401;p6"/>
          <p:cNvSpPr txBox="1"/>
          <p:nvPr/>
        </p:nvSpPr>
        <p:spPr>
          <a:xfrm>
            <a:off x="3168000" y="3445966"/>
            <a:ext cx="2808000" cy="291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弊社は、VB、レガシーASP、Excel、Accessなどから、</a:t>
            </a:r>
            <a:r>
              <a:rPr b="1" lang="ja-JP" sz="1400">
                <a:solidFill>
                  <a:schemeClr val="accent1"/>
                </a:solidFill>
                <a:latin typeface="Arial"/>
                <a:ea typeface="Arial"/>
                <a:cs typeface="Arial"/>
                <a:sym typeface="Arial"/>
              </a:rPr>
              <a:t>.NETやJAVAなどで再構築する案件を担当した実績が多数</a:t>
            </a:r>
            <a:r>
              <a:rPr lang="ja-JP" sz="1400">
                <a:solidFill>
                  <a:schemeClr val="dk1"/>
                </a:solidFill>
                <a:latin typeface="Arial"/>
                <a:ea typeface="Arial"/>
                <a:cs typeface="Arial"/>
                <a:sym typeface="Arial"/>
              </a:rPr>
              <a:t>ございます。</a:t>
            </a:r>
            <a:endParaRPr sz="1400">
              <a:solidFill>
                <a:schemeClr val="dk1"/>
              </a:solidFill>
              <a:latin typeface="Arial"/>
              <a:ea typeface="Arial"/>
              <a:cs typeface="Arial"/>
              <a:sym typeface="Arial"/>
            </a:endParaRPr>
          </a:p>
          <a:p>
            <a:pPr indent="0" lvl="0" marL="0" marR="0" rtl="0" algn="l">
              <a:spcBef>
                <a:spcPts val="0"/>
              </a:spcBef>
              <a:spcAft>
                <a:spcPts val="0"/>
              </a:spcAft>
              <a:buNone/>
            </a:pPr>
            <a:r>
              <a:rPr lang="ja-JP" sz="1400">
                <a:solidFill>
                  <a:schemeClr val="dk1"/>
                </a:solidFill>
                <a:latin typeface="Arial"/>
                <a:ea typeface="Arial"/>
                <a:cs typeface="Arial"/>
                <a:sym typeface="Arial"/>
              </a:rPr>
              <a:t>再構築（ .NET化）する際の勘所を持ち合わせているだけでなく、貴社共通基盤とのやりとりなどにつきましても知見がございます。</a:t>
            </a:r>
            <a:endParaRPr sz="1400">
              <a:solidFill>
                <a:schemeClr val="dk1"/>
              </a:solidFill>
              <a:latin typeface="Arial"/>
              <a:ea typeface="Arial"/>
              <a:cs typeface="Arial"/>
              <a:sym typeface="Arial"/>
            </a:endParaRPr>
          </a:p>
          <a:p>
            <a:pPr indent="0" lvl="0" marL="0" marR="0" rtl="0" algn="l">
              <a:spcBef>
                <a:spcPts val="0"/>
              </a:spcBef>
              <a:spcAft>
                <a:spcPts val="0"/>
              </a:spcAft>
              <a:buNone/>
            </a:pPr>
            <a:r>
              <a:rPr lang="ja-JP" sz="1400">
                <a:solidFill>
                  <a:schemeClr val="dk1"/>
                </a:solidFill>
                <a:latin typeface="Arial"/>
                <a:ea typeface="Arial"/>
                <a:cs typeface="Arial"/>
                <a:sym typeface="Arial"/>
              </a:rPr>
              <a:t>詳しくは、後述の「類似案件の実績」にて一覧化しておりますのでご参照ください。</a:t>
            </a:r>
            <a:endParaRPr/>
          </a:p>
        </p:txBody>
      </p:sp>
      <p:sp>
        <p:nvSpPr>
          <p:cNvPr id="402" name="Google Shape;402;p6"/>
          <p:cNvSpPr txBox="1"/>
          <p:nvPr/>
        </p:nvSpPr>
        <p:spPr>
          <a:xfrm>
            <a:off x="3168000" y="2941966"/>
            <a:ext cx="2808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600">
                <a:solidFill>
                  <a:srgbClr val="1E4E79"/>
                </a:solidFill>
                <a:latin typeface="Arial"/>
                <a:ea typeface="Arial"/>
                <a:cs typeface="Arial"/>
                <a:sym typeface="Arial"/>
              </a:rPr>
              <a:t>類似案件の実績</a:t>
            </a:r>
            <a:endParaRPr b="1" sz="1600">
              <a:solidFill>
                <a:srgbClr val="1E4E79"/>
              </a:solidFill>
              <a:latin typeface="Arial"/>
              <a:ea typeface="Arial"/>
              <a:cs typeface="Arial"/>
              <a:sym typeface="Arial"/>
            </a:endParaRPr>
          </a:p>
        </p:txBody>
      </p:sp>
      <p:grpSp>
        <p:nvGrpSpPr>
          <p:cNvPr id="403" name="Google Shape;403;p6"/>
          <p:cNvGrpSpPr/>
          <p:nvPr/>
        </p:nvGrpSpPr>
        <p:grpSpPr>
          <a:xfrm>
            <a:off x="6120000" y="1872000"/>
            <a:ext cx="2808000" cy="4489966"/>
            <a:chOff x="6192000" y="1872000"/>
            <a:chExt cx="2808000" cy="4489966"/>
          </a:xfrm>
        </p:grpSpPr>
        <p:sp>
          <p:nvSpPr>
            <p:cNvPr id="404" name="Google Shape;404;p6"/>
            <p:cNvSpPr/>
            <p:nvPr/>
          </p:nvSpPr>
          <p:spPr>
            <a:xfrm>
              <a:off x="6408000" y="1872000"/>
              <a:ext cx="2448000" cy="792000"/>
            </a:xfrm>
            <a:prstGeom prst="roundRect">
              <a:avLst>
                <a:gd fmla="val 8018" name="adj"/>
              </a:avLst>
            </a:prstGeom>
            <a:solidFill>
              <a:srgbClr val="9CC2E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600">
                <a:solidFill>
                  <a:schemeClr val="lt1"/>
                </a:solidFill>
                <a:latin typeface="Arial"/>
                <a:ea typeface="Arial"/>
                <a:cs typeface="Arial"/>
                <a:sym typeface="Arial"/>
              </a:endParaRPr>
            </a:p>
          </p:txBody>
        </p:sp>
        <p:sp>
          <p:nvSpPr>
            <p:cNvPr id="405" name="Google Shape;405;p6"/>
            <p:cNvSpPr txBox="1"/>
            <p:nvPr/>
          </p:nvSpPr>
          <p:spPr>
            <a:xfrm>
              <a:off x="6192000" y="3445966"/>
              <a:ext cx="2808000" cy="291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貴社の化学事業における品質管理および製造工程管理の領域におきまして、開発・保守を担当させて頂いております。</a:t>
              </a:r>
              <a:endParaRPr sz="1400">
                <a:solidFill>
                  <a:schemeClr val="dk1"/>
                </a:solidFill>
                <a:latin typeface="Arial"/>
                <a:ea typeface="Arial"/>
                <a:cs typeface="Arial"/>
                <a:sym typeface="Arial"/>
              </a:endParaRPr>
            </a:p>
            <a:p>
              <a:pPr indent="0" lvl="0" marL="0" marR="0" rtl="0" algn="l">
                <a:spcBef>
                  <a:spcPts val="0"/>
                </a:spcBef>
                <a:spcAft>
                  <a:spcPts val="0"/>
                </a:spcAft>
                <a:buNone/>
              </a:pPr>
              <a:r>
                <a:rPr lang="ja-JP" sz="1400">
                  <a:solidFill>
                    <a:schemeClr val="dk1"/>
                  </a:solidFill>
                  <a:latin typeface="Arial"/>
                  <a:ea typeface="Arial"/>
                  <a:cs typeface="Arial"/>
                  <a:sym typeface="Arial"/>
                </a:rPr>
                <a:t>これまでの担当実績により習得したMESの業務知識やノウハウを活かし、周辺システムとも密に連携したテスト方法をご提案します。</a:t>
              </a:r>
              <a:endParaRPr sz="1400">
                <a:solidFill>
                  <a:schemeClr val="dk1"/>
                </a:solidFill>
                <a:latin typeface="Arial"/>
                <a:ea typeface="Arial"/>
                <a:cs typeface="Arial"/>
                <a:sym typeface="Arial"/>
              </a:endParaRPr>
            </a:p>
            <a:p>
              <a:pPr indent="0" lvl="0" marL="0" marR="0" rtl="0" algn="l">
                <a:spcBef>
                  <a:spcPts val="0"/>
                </a:spcBef>
                <a:spcAft>
                  <a:spcPts val="0"/>
                </a:spcAft>
                <a:buNone/>
              </a:pPr>
              <a:r>
                <a:rPr lang="ja-JP" sz="1400">
                  <a:solidFill>
                    <a:schemeClr val="dk1"/>
                  </a:solidFill>
                  <a:latin typeface="Arial"/>
                  <a:ea typeface="Arial"/>
                  <a:cs typeface="Arial"/>
                  <a:sym typeface="Arial"/>
                </a:rPr>
                <a:t>後述の「千葉運転管理システムの位置づけ」にて弊社担当システムを表記しておりますのでご確認ください。</a:t>
              </a:r>
              <a:endParaRPr sz="1400">
                <a:solidFill>
                  <a:schemeClr val="dk1"/>
                </a:solidFill>
                <a:latin typeface="Arial"/>
                <a:ea typeface="Arial"/>
                <a:cs typeface="Arial"/>
                <a:sym typeface="Arial"/>
              </a:endParaRPr>
            </a:p>
          </p:txBody>
        </p:sp>
        <p:sp>
          <p:nvSpPr>
            <p:cNvPr id="406" name="Google Shape;406;p6"/>
            <p:cNvSpPr txBox="1"/>
            <p:nvPr/>
          </p:nvSpPr>
          <p:spPr>
            <a:xfrm>
              <a:off x="6192000" y="2941966"/>
              <a:ext cx="2808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600">
                  <a:solidFill>
                    <a:srgbClr val="1E4E79"/>
                  </a:solidFill>
                  <a:latin typeface="Arial"/>
                  <a:ea typeface="Arial"/>
                  <a:cs typeface="Arial"/>
                  <a:sym typeface="Arial"/>
                </a:rPr>
                <a:t>MES領域の実績</a:t>
              </a:r>
              <a:endParaRPr b="1" sz="1600">
                <a:solidFill>
                  <a:srgbClr val="1E4E79"/>
                </a:solidFill>
                <a:latin typeface="Arial"/>
                <a:ea typeface="Arial"/>
                <a:cs typeface="Arial"/>
                <a:sym typeface="Arial"/>
              </a:endParaRPr>
            </a:p>
          </p:txBody>
        </p:sp>
      </p:grpSp>
      <p:pic>
        <p:nvPicPr>
          <p:cNvPr id="407" name="Google Shape;407;p6"/>
          <p:cNvPicPr preferRelativeResize="0"/>
          <p:nvPr/>
        </p:nvPicPr>
        <p:blipFill rotWithShape="1">
          <a:blip r:embed="rId4">
            <a:alphaModFix/>
          </a:blip>
          <a:srcRect b="0" l="0" r="0" t="0"/>
          <a:stretch/>
        </p:blipFill>
        <p:spPr>
          <a:xfrm>
            <a:off x="7380000" y="2016000"/>
            <a:ext cx="504000" cy="504000"/>
          </a:xfrm>
          <a:prstGeom prst="rect">
            <a:avLst/>
          </a:prstGeom>
          <a:noFill/>
          <a:ln>
            <a:noFill/>
          </a:ln>
        </p:spPr>
      </p:pic>
      <p:pic>
        <p:nvPicPr>
          <p:cNvPr id="408" name="Google Shape;408;p6"/>
          <p:cNvPicPr preferRelativeResize="0"/>
          <p:nvPr/>
        </p:nvPicPr>
        <p:blipFill rotWithShape="1">
          <a:blip r:embed="rId5">
            <a:alphaModFix/>
          </a:blip>
          <a:srcRect b="0" l="0" r="0" t="0"/>
          <a:stretch/>
        </p:blipFill>
        <p:spPr>
          <a:xfrm>
            <a:off x="4338552" y="2016000"/>
            <a:ext cx="466896" cy="504000"/>
          </a:xfrm>
          <a:prstGeom prst="rect">
            <a:avLst/>
          </a:prstGeom>
          <a:noFill/>
          <a:ln>
            <a:noFill/>
          </a:ln>
        </p:spPr>
      </p:pic>
      <p:sp>
        <p:nvSpPr>
          <p:cNvPr id="409" name="Google Shape;409;p6"/>
          <p:cNvSpPr txBox="1"/>
          <p:nvPr/>
        </p:nvSpPr>
        <p:spPr>
          <a:xfrm>
            <a:off x="3931248" y="2039600"/>
            <a:ext cx="434734"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ja-JP" sz="1400">
                <a:solidFill>
                  <a:schemeClr val="lt1"/>
                </a:solidFill>
                <a:latin typeface="Arial"/>
                <a:ea typeface="Arial"/>
                <a:cs typeface="Arial"/>
                <a:sym typeface="Arial"/>
              </a:rPr>
              <a:t>VB</a:t>
            </a:r>
            <a:endParaRPr b="1" sz="1400">
              <a:solidFill>
                <a:schemeClr val="lt1"/>
              </a:solidFill>
              <a:latin typeface="Arial"/>
              <a:ea typeface="Arial"/>
              <a:cs typeface="Arial"/>
              <a:sym typeface="Arial"/>
            </a:endParaRPr>
          </a:p>
        </p:txBody>
      </p:sp>
      <p:sp>
        <p:nvSpPr>
          <p:cNvPr id="410" name="Google Shape;410;p6"/>
          <p:cNvSpPr txBox="1"/>
          <p:nvPr/>
        </p:nvSpPr>
        <p:spPr>
          <a:xfrm>
            <a:off x="4770280" y="2229396"/>
            <a:ext cx="609462"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ja-JP" sz="1400">
                <a:solidFill>
                  <a:schemeClr val="lt1"/>
                </a:solidFill>
                <a:latin typeface="Arial"/>
                <a:ea typeface="Arial"/>
                <a:cs typeface="Arial"/>
                <a:sym typeface="Arial"/>
              </a:rPr>
              <a:t>.NET</a:t>
            </a:r>
            <a:endParaRPr b="1" sz="1400">
              <a:solidFill>
                <a:schemeClr val="lt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7"/>
          <p:cNvSpPr txBox="1"/>
          <p:nvPr>
            <p:ph type="title"/>
          </p:nvPr>
        </p:nvSpPr>
        <p:spPr>
          <a:xfrm>
            <a:off x="144000" y="36000"/>
            <a:ext cx="8856000" cy="5760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3000"/>
              <a:buFont typeface="Arial"/>
              <a:buNone/>
            </a:pPr>
            <a:r>
              <a:rPr lang="ja-JP"/>
              <a:t>貴社開発標準に則った開発プロセス</a:t>
            </a:r>
            <a:endParaRPr/>
          </a:p>
        </p:txBody>
      </p:sp>
      <p:sp>
        <p:nvSpPr>
          <p:cNvPr id="416" name="Google Shape;416;p7"/>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ja-JP"/>
              <a:t>Copyright© 2020 SystemEXE,Inc. all rights reserved.</a:t>
            </a:r>
            <a:endParaRPr/>
          </a:p>
        </p:txBody>
      </p:sp>
      <p:sp>
        <p:nvSpPr>
          <p:cNvPr id="417" name="Google Shape;417;p7"/>
          <p:cNvSpPr txBox="1"/>
          <p:nvPr>
            <p:ph idx="12" type="sldNum"/>
          </p:nvPr>
        </p:nvSpPr>
        <p:spPr>
          <a:xfrm>
            <a:off x="4212000" y="6500068"/>
            <a:ext cx="720000" cy="288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ja-JP"/>
              <a:t>‹#›</a:t>
            </a:fld>
            <a:endParaRPr/>
          </a:p>
        </p:txBody>
      </p:sp>
      <p:sp>
        <p:nvSpPr>
          <p:cNvPr id="418" name="Google Shape;418;p7"/>
          <p:cNvSpPr txBox="1"/>
          <p:nvPr/>
        </p:nvSpPr>
        <p:spPr>
          <a:xfrm>
            <a:off x="144000" y="1080000"/>
            <a:ext cx="8856000" cy="576000"/>
          </a:xfrm>
          <a:prstGeom prst="rect">
            <a:avLst/>
          </a:prstGeom>
          <a:noFill/>
          <a:ln>
            <a:noFill/>
          </a:ln>
        </p:spPr>
        <p:txBody>
          <a:bodyPr anchorCtr="0" anchor="t" bIns="45700" lIns="91425" spcFirstLastPara="1" rIns="91425" wrap="square" tIns="45700">
            <a:noAutofit/>
          </a:bodyPr>
          <a:lstStyle/>
          <a:p>
            <a:pPr indent="0" lvl="0" marL="0" marR="0" rtl="0" algn="ctr">
              <a:lnSpc>
                <a:spcPct val="150000"/>
              </a:lnSpc>
              <a:spcBef>
                <a:spcPts val="0"/>
              </a:spcBef>
              <a:spcAft>
                <a:spcPts val="0"/>
              </a:spcAft>
              <a:buNone/>
            </a:pPr>
            <a:r>
              <a:rPr lang="ja-JP" sz="1400">
                <a:solidFill>
                  <a:schemeClr val="dk1"/>
                </a:solidFill>
                <a:latin typeface="Arial"/>
                <a:ea typeface="Arial"/>
                <a:cs typeface="Arial"/>
                <a:sym typeface="Arial"/>
              </a:rPr>
              <a:t>貴社「出光開発標準」に即してプロジェクトを進めてまいります。</a:t>
            </a:r>
            <a:endParaRPr sz="1400">
              <a:solidFill>
                <a:schemeClr val="dk1"/>
              </a:solidFill>
              <a:latin typeface="Arial"/>
              <a:ea typeface="Arial"/>
              <a:cs typeface="Arial"/>
              <a:sym typeface="Arial"/>
            </a:endParaRPr>
          </a:p>
          <a:p>
            <a:pPr indent="0" lvl="0" marL="0" marR="0" rtl="0" algn="ctr">
              <a:lnSpc>
                <a:spcPct val="150000"/>
              </a:lnSpc>
              <a:spcBef>
                <a:spcPts val="0"/>
              </a:spcBef>
              <a:spcAft>
                <a:spcPts val="0"/>
              </a:spcAft>
              <a:buNone/>
            </a:pPr>
            <a:r>
              <a:rPr lang="ja-JP" sz="1400">
                <a:solidFill>
                  <a:srgbClr val="000000"/>
                </a:solidFill>
                <a:latin typeface="Arial"/>
                <a:ea typeface="Arial"/>
                <a:cs typeface="Arial"/>
                <a:sym typeface="Arial"/>
              </a:rPr>
              <a:t>それにより、貴社・弊社の両社において開発の最終目的とそこに至るまでの確認内容を明確にします。</a:t>
            </a:r>
            <a:endParaRPr/>
          </a:p>
        </p:txBody>
      </p:sp>
      <p:sp>
        <p:nvSpPr>
          <p:cNvPr id="419" name="Google Shape;419;p7"/>
          <p:cNvSpPr/>
          <p:nvPr/>
        </p:nvSpPr>
        <p:spPr>
          <a:xfrm>
            <a:off x="144000" y="5724000"/>
            <a:ext cx="8856644" cy="648000"/>
          </a:xfrm>
          <a:prstGeom prst="rect">
            <a:avLst/>
          </a:prstGeom>
          <a:noFill/>
          <a:ln>
            <a:noFill/>
          </a:ln>
        </p:spPr>
        <p:txBody>
          <a:bodyPr anchorCtr="0" anchor="b" bIns="0" lIns="36000" spcFirstLastPara="1" rIns="36000" wrap="square" tIns="0">
            <a:noAutofit/>
          </a:bodyPr>
          <a:lstStyle/>
          <a:p>
            <a:pPr indent="-285750" lvl="0" marL="285750" marR="0" rtl="0" algn="l">
              <a:spcBef>
                <a:spcPts val="0"/>
              </a:spcBef>
              <a:spcAft>
                <a:spcPts val="0"/>
              </a:spcAft>
              <a:buClr>
                <a:schemeClr val="dk1"/>
              </a:buClr>
              <a:buSzPts val="1200"/>
              <a:buFont typeface="Arial"/>
              <a:buChar char="※"/>
            </a:pPr>
            <a:r>
              <a:rPr lang="ja-JP" sz="1200">
                <a:solidFill>
                  <a:schemeClr val="dk1"/>
                </a:solidFill>
                <a:latin typeface="Arial"/>
                <a:ea typeface="Arial"/>
                <a:cs typeface="Arial"/>
                <a:sym typeface="Arial"/>
              </a:rPr>
              <a:t>上記は、「出光開発標準」から抜粋させて頂き記載しております。</a:t>
            </a:r>
            <a:endParaRPr/>
          </a:p>
          <a:p>
            <a:pPr indent="-285750" lvl="0" marL="285750" marR="0" rtl="0" algn="l">
              <a:spcBef>
                <a:spcPts val="0"/>
              </a:spcBef>
              <a:spcAft>
                <a:spcPts val="0"/>
              </a:spcAft>
              <a:buClr>
                <a:schemeClr val="dk1"/>
              </a:buClr>
              <a:buSzPts val="1200"/>
              <a:buFont typeface="Arial"/>
              <a:buChar char="※"/>
            </a:pPr>
            <a:r>
              <a:rPr lang="ja-JP" sz="1200">
                <a:solidFill>
                  <a:schemeClr val="dk1"/>
                </a:solidFill>
                <a:latin typeface="Arial"/>
                <a:ea typeface="Arial"/>
                <a:cs typeface="Arial"/>
                <a:sym typeface="Arial"/>
              </a:rPr>
              <a:t>プログラム構造設計(PS)・プログラミング(PG)・プログラムテスト(PT)につきまして、本書では、以降、３つのプロセスを総称してプログラミング(PS/PG/PT)と記載します。</a:t>
            </a:r>
            <a:endParaRPr sz="1200">
              <a:solidFill>
                <a:schemeClr val="dk1"/>
              </a:solidFill>
              <a:latin typeface="Arial"/>
              <a:ea typeface="Arial"/>
              <a:cs typeface="Arial"/>
              <a:sym typeface="Arial"/>
            </a:endParaRPr>
          </a:p>
        </p:txBody>
      </p:sp>
      <p:sp>
        <p:nvSpPr>
          <p:cNvPr id="420" name="Google Shape;420;p7"/>
          <p:cNvSpPr/>
          <p:nvPr/>
        </p:nvSpPr>
        <p:spPr>
          <a:xfrm>
            <a:off x="216000" y="1980000"/>
            <a:ext cx="2088000" cy="576000"/>
          </a:xfrm>
          <a:prstGeom prst="roundRect">
            <a:avLst>
              <a:gd fmla="val 11024" name="adj"/>
            </a:avLst>
          </a:prstGeom>
          <a:solidFill>
            <a:srgbClr val="9CC2E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600">
                <a:solidFill>
                  <a:schemeClr val="lt1"/>
                </a:solidFill>
                <a:latin typeface="Arial"/>
                <a:ea typeface="Arial"/>
                <a:cs typeface="Arial"/>
                <a:sym typeface="Arial"/>
              </a:rPr>
              <a:t>目的の明確化</a:t>
            </a:r>
            <a:endParaRPr b="1" sz="1600">
              <a:solidFill>
                <a:schemeClr val="lt1"/>
              </a:solidFill>
              <a:latin typeface="Arial"/>
              <a:ea typeface="Arial"/>
              <a:cs typeface="Arial"/>
              <a:sym typeface="Arial"/>
            </a:endParaRPr>
          </a:p>
        </p:txBody>
      </p:sp>
      <p:sp>
        <p:nvSpPr>
          <p:cNvPr id="421" name="Google Shape;421;p7"/>
          <p:cNvSpPr/>
          <p:nvPr/>
        </p:nvSpPr>
        <p:spPr>
          <a:xfrm>
            <a:off x="6840000" y="1980000"/>
            <a:ext cx="2088000" cy="576000"/>
          </a:xfrm>
          <a:prstGeom prst="roundRect">
            <a:avLst>
              <a:gd fmla="val 11024" name="adj"/>
            </a:avLst>
          </a:prstGeom>
          <a:solidFill>
            <a:srgbClr val="9CC2E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600">
                <a:solidFill>
                  <a:schemeClr val="lt1"/>
                </a:solidFill>
                <a:latin typeface="Arial"/>
                <a:ea typeface="Arial"/>
                <a:cs typeface="Arial"/>
                <a:sym typeface="Arial"/>
              </a:rPr>
              <a:t>工程完了基準の統一</a:t>
            </a:r>
            <a:endParaRPr b="1" sz="1600">
              <a:solidFill>
                <a:schemeClr val="lt1"/>
              </a:solidFill>
              <a:latin typeface="Arial"/>
              <a:ea typeface="Arial"/>
              <a:cs typeface="Arial"/>
              <a:sym typeface="Arial"/>
            </a:endParaRPr>
          </a:p>
        </p:txBody>
      </p:sp>
      <p:sp>
        <p:nvSpPr>
          <p:cNvPr id="422" name="Google Shape;422;p7"/>
          <p:cNvSpPr/>
          <p:nvPr/>
        </p:nvSpPr>
        <p:spPr>
          <a:xfrm>
            <a:off x="2424000" y="1980000"/>
            <a:ext cx="2088000" cy="576000"/>
          </a:xfrm>
          <a:prstGeom prst="roundRect">
            <a:avLst>
              <a:gd fmla="val 11024" name="adj"/>
            </a:avLst>
          </a:prstGeom>
          <a:solidFill>
            <a:srgbClr val="9CC2E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600">
                <a:solidFill>
                  <a:schemeClr val="lt1"/>
                </a:solidFill>
                <a:latin typeface="Arial"/>
                <a:ea typeface="Arial"/>
                <a:cs typeface="Arial"/>
                <a:sym typeface="Arial"/>
              </a:rPr>
              <a:t>作業漏れの防止</a:t>
            </a:r>
            <a:endParaRPr b="1" sz="1600">
              <a:solidFill>
                <a:schemeClr val="lt1"/>
              </a:solidFill>
              <a:latin typeface="Arial"/>
              <a:ea typeface="Arial"/>
              <a:cs typeface="Arial"/>
              <a:sym typeface="Arial"/>
            </a:endParaRPr>
          </a:p>
        </p:txBody>
      </p:sp>
      <p:sp>
        <p:nvSpPr>
          <p:cNvPr id="423" name="Google Shape;423;p7"/>
          <p:cNvSpPr/>
          <p:nvPr/>
        </p:nvSpPr>
        <p:spPr>
          <a:xfrm>
            <a:off x="4632000" y="1980000"/>
            <a:ext cx="2088000" cy="576000"/>
          </a:xfrm>
          <a:prstGeom prst="roundRect">
            <a:avLst>
              <a:gd fmla="val 11024" name="adj"/>
            </a:avLst>
          </a:prstGeom>
          <a:solidFill>
            <a:srgbClr val="9CC2E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600">
                <a:solidFill>
                  <a:schemeClr val="lt1"/>
                </a:solidFill>
                <a:latin typeface="Arial"/>
                <a:ea typeface="Arial"/>
                <a:cs typeface="Arial"/>
                <a:sym typeface="Arial"/>
              </a:rPr>
              <a:t>役割分担の明確化</a:t>
            </a:r>
            <a:endParaRPr b="1" sz="1600">
              <a:solidFill>
                <a:schemeClr val="lt1"/>
              </a:solidFill>
              <a:latin typeface="Arial"/>
              <a:ea typeface="Arial"/>
              <a:cs typeface="Arial"/>
              <a:sym typeface="Arial"/>
            </a:endParaRPr>
          </a:p>
        </p:txBody>
      </p:sp>
      <p:grpSp>
        <p:nvGrpSpPr>
          <p:cNvPr id="424" name="Google Shape;424;p7"/>
          <p:cNvGrpSpPr/>
          <p:nvPr/>
        </p:nvGrpSpPr>
        <p:grpSpPr>
          <a:xfrm>
            <a:off x="215999" y="2700000"/>
            <a:ext cx="8712000" cy="2880000"/>
            <a:chOff x="215999" y="2700000"/>
            <a:chExt cx="8712000" cy="2880000"/>
          </a:xfrm>
        </p:grpSpPr>
        <p:sp>
          <p:nvSpPr>
            <p:cNvPr id="425" name="Google Shape;425;p7"/>
            <p:cNvSpPr/>
            <p:nvPr/>
          </p:nvSpPr>
          <p:spPr>
            <a:xfrm>
              <a:off x="215999" y="2700000"/>
              <a:ext cx="8712000" cy="2880000"/>
            </a:xfrm>
            <a:prstGeom prst="rect">
              <a:avLst/>
            </a:prstGeom>
            <a:solidFill>
              <a:srgbClr val="FBE4D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600">
                <a:solidFill>
                  <a:schemeClr val="lt1"/>
                </a:solidFill>
                <a:latin typeface="Arial"/>
                <a:ea typeface="Arial"/>
                <a:cs typeface="Arial"/>
                <a:sym typeface="Arial"/>
              </a:endParaRPr>
            </a:p>
          </p:txBody>
        </p:sp>
        <p:cxnSp>
          <p:nvCxnSpPr>
            <p:cNvPr id="426" name="Google Shape;426;p7"/>
            <p:cNvCxnSpPr/>
            <p:nvPr/>
          </p:nvCxnSpPr>
          <p:spPr>
            <a:xfrm>
              <a:off x="2958862" y="3168001"/>
              <a:ext cx="2376000" cy="2088000"/>
            </a:xfrm>
            <a:prstGeom prst="straightConnector1">
              <a:avLst/>
            </a:prstGeom>
            <a:noFill/>
            <a:ln cap="rnd" cmpd="sng" w="317500">
              <a:solidFill>
                <a:srgbClr val="F7CAAC"/>
              </a:solidFill>
              <a:prstDash val="solid"/>
              <a:round/>
              <a:headEnd len="sm" w="sm" type="none"/>
              <a:tailEnd len="sm" w="sm" type="none"/>
            </a:ln>
          </p:spPr>
        </p:cxnSp>
        <p:cxnSp>
          <p:nvCxnSpPr>
            <p:cNvPr id="427" name="Google Shape;427;p7"/>
            <p:cNvCxnSpPr/>
            <p:nvPr/>
          </p:nvCxnSpPr>
          <p:spPr>
            <a:xfrm flipH="1">
              <a:off x="5334862" y="3168001"/>
              <a:ext cx="2376000" cy="2088000"/>
            </a:xfrm>
            <a:prstGeom prst="straightConnector1">
              <a:avLst/>
            </a:prstGeom>
            <a:noFill/>
            <a:ln cap="rnd" cmpd="sng" w="317500">
              <a:solidFill>
                <a:srgbClr val="F7CAAC"/>
              </a:solidFill>
              <a:prstDash val="solid"/>
              <a:round/>
              <a:headEnd len="sm" w="sm" type="none"/>
              <a:tailEnd len="sm" w="sm" type="none"/>
            </a:ln>
          </p:spPr>
        </p:cxnSp>
        <p:sp>
          <p:nvSpPr>
            <p:cNvPr id="428" name="Google Shape;428;p7"/>
            <p:cNvSpPr txBox="1"/>
            <p:nvPr/>
          </p:nvSpPr>
          <p:spPr>
            <a:xfrm>
              <a:off x="2520000" y="3600001"/>
              <a:ext cx="1476000" cy="3600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rPr b="1" lang="ja-JP" sz="1400">
                  <a:solidFill>
                    <a:schemeClr val="dk1"/>
                  </a:solidFill>
                  <a:latin typeface="Arial"/>
                  <a:ea typeface="Arial"/>
                  <a:cs typeface="Arial"/>
                  <a:sym typeface="Arial"/>
                </a:rPr>
                <a:t>ユーザインタフェース設計(UI)</a:t>
              </a:r>
              <a:endParaRPr b="1" sz="1400">
                <a:solidFill>
                  <a:schemeClr val="dk1"/>
                </a:solidFill>
                <a:latin typeface="Arial"/>
                <a:ea typeface="Arial"/>
                <a:cs typeface="Arial"/>
                <a:sym typeface="Arial"/>
              </a:endParaRPr>
            </a:p>
          </p:txBody>
        </p:sp>
        <p:sp>
          <p:nvSpPr>
            <p:cNvPr id="429" name="Google Shape;429;p7"/>
            <p:cNvSpPr txBox="1"/>
            <p:nvPr/>
          </p:nvSpPr>
          <p:spPr>
            <a:xfrm>
              <a:off x="3132000" y="4176000"/>
              <a:ext cx="1476000" cy="3600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rPr b="1" lang="ja-JP" sz="1400">
                  <a:solidFill>
                    <a:schemeClr val="dk1"/>
                  </a:solidFill>
                  <a:latin typeface="Arial"/>
                  <a:ea typeface="Arial"/>
                  <a:cs typeface="Arial"/>
                  <a:sym typeface="Arial"/>
                </a:rPr>
                <a:t>システム構造設計(SS)</a:t>
              </a:r>
              <a:endParaRPr b="1" sz="1400">
                <a:solidFill>
                  <a:schemeClr val="dk1"/>
                </a:solidFill>
                <a:latin typeface="Arial"/>
                <a:ea typeface="Arial"/>
                <a:cs typeface="Arial"/>
                <a:sym typeface="Arial"/>
              </a:endParaRPr>
            </a:p>
          </p:txBody>
        </p:sp>
        <p:sp>
          <p:nvSpPr>
            <p:cNvPr id="430" name="Google Shape;430;p7"/>
            <p:cNvSpPr txBox="1"/>
            <p:nvPr/>
          </p:nvSpPr>
          <p:spPr>
            <a:xfrm>
              <a:off x="3708000" y="4752000"/>
              <a:ext cx="1476000" cy="3600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rPr b="1" lang="ja-JP" sz="1400">
                  <a:solidFill>
                    <a:schemeClr val="dk1"/>
                  </a:solidFill>
                  <a:latin typeface="Arial"/>
                  <a:ea typeface="Arial"/>
                  <a:cs typeface="Arial"/>
                  <a:sym typeface="Arial"/>
                </a:rPr>
                <a:t>プログラム構造設計(PS)</a:t>
              </a:r>
              <a:endParaRPr b="1" sz="1400">
                <a:solidFill>
                  <a:schemeClr val="dk1"/>
                </a:solidFill>
                <a:latin typeface="Arial"/>
                <a:ea typeface="Arial"/>
                <a:cs typeface="Arial"/>
                <a:sym typeface="Arial"/>
              </a:endParaRPr>
            </a:p>
          </p:txBody>
        </p:sp>
        <p:sp>
          <p:nvSpPr>
            <p:cNvPr id="431" name="Google Shape;431;p7"/>
            <p:cNvSpPr txBox="1"/>
            <p:nvPr/>
          </p:nvSpPr>
          <p:spPr>
            <a:xfrm>
              <a:off x="5508000" y="4752000"/>
              <a:ext cx="1476000" cy="360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ja-JP" sz="1400">
                  <a:solidFill>
                    <a:schemeClr val="dk1"/>
                  </a:solidFill>
                  <a:latin typeface="Arial"/>
                  <a:ea typeface="Arial"/>
                  <a:cs typeface="Arial"/>
                  <a:sym typeface="Arial"/>
                </a:rPr>
                <a:t>プログラムテスト(PT)</a:t>
              </a:r>
              <a:endParaRPr b="1" sz="1400">
                <a:solidFill>
                  <a:schemeClr val="dk1"/>
                </a:solidFill>
                <a:latin typeface="Arial"/>
                <a:ea typeface="Arial"/>
                <a:cs typeface="Arial"/>
                <a:sym typeface="Arial"/>
              </a:endParaRPr>
            </a:p>
          </p:txBody>
        </p:sp>
        <p:sp>
          <p:nvSpPr>
            <p:cNvPr id="432" name="Google Shape;432;p7"/>
            <p:cNvSpPr txBox="1"/>
            <p:nvPr/>
          </p:nvSpPr>
          <p:spPr>
            <a:xfrm>
              <a:off x="6084000" y="4176000"/>
              <a:ext cx="1476000" cy="360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ja-JP" sz="1400">
                  <a:solidFill>
                    <a:schemeClr val="dk1"/>
                  </a:solidFill>
                  <a:latin typeface="Arial"/>
                  <a:ea typeface="Arial"/>
                  <a:cs typeface="Arial"/>
                  <a:sym typeface="Arial"/>
                </a:rPr>
                <a:t>結合テスト(IT)</a:t>
              </a:r>
              <a:endParaRPr b="1" sz="1400">
                <a:solidFill>
                  <a:schemeClr val="dk1"/>
                </a:solidFill>
                <a:latin typeface="Arial"/>
                <a:ea typeface="Arial"/>
                <a:cs typeface="Arial"/>
                <a:sym typeface="Arial"/>
              </a:endParaRPr>
            </a:p>
          </p:txBody>
        </p:sp>
        <p:sp>
          <p:nvSpPr>
            <p:cNvPr id="433" name="Google Shape;433;p7"/>
            <p:cNvSpPr txBox="1"/>
            <p:nvPr/>
          </p:nvSpPr>
          <p:spPr>
            <a:xfrm>
              <a:off x="6660000" y="3600001"/>
              <a:ext cx="1476000" cy="360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ja-JP" sz="1400">
                  <a:solidFill>
                    <a:schemeClr val="dk1"/>
                  </a:solidFill>
                  <a:latin typeface="Arial"/>
                  <a:ea typeface="Arial"/>
                  <a:cs typeface="Arial"/>
                  <a:sym typeface="Arial"/>
                </a:rPr>
                <a:t>システムテスト(ST)</a:t>
              </a:r>
              <a:endParaRPr b="1" sz="1400">
                <a:solidFill>
                  <a:schemeClr val="dk1"/>
                </a:solidFill>
                <a:latin typeface="Arial"/>
                <a:ea typeface="Arial"/>
                <a:cs typeface="Arial"/>
                <a:sym typeface="Arial"/>
              </a:endParaRPr>
            </a:p>
          </p:txBody>
        </p:sp>
        <p:sp>
          <p:nvSpPr>
            <p:cNvPr id="434" name="Google Shape;434;p7"/>
            <p:cNvSpPr txBox="1"/>
            <p:nvPr/>
          </p:nvSpPr>
          <p:spPr>
            <a:xfrm>
              <a:off x="432000" y="2808000"/>
              <a:ext cx="1080000" cy="360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ja-JP" sz="1600">
                  <a:solidFill>
                    <a:srgbClr val="1E4E79"/>
                  </a:solidFill>
                  <a:latin typeface="Arial"/>
                  <a:ea typeface="Arial"/>
                  <a:cs typeface="Arial"/>
                  <a:sym typeface="Arial"/>
                </a:rPr>
                <a:t>業務</a:t>
              </a:r>
              <a:endParaRPr b="1" sz="1600">
                <a:solidFill>
                  <a:srgbClr val="1E4E79"/>
                </a:solidFill>
                <a:latin typeface="Arial"/>
                <a:ea typeface="Arial"/>
                <a:cs typeface="Arial"/>
                <a:sym typeface="Arial"/>
              </a:endParaRPr>
            </a:p>
          </p:txBody>
        </p:sp>
        <p:sp>
          <p:nvSpPr>
            <p:cNvPr id="435" name="Google Shape;435;p7"/>
            <p:cNvSpPr txBox="1"/>
            <p:nvPr/>
          </p:nvSpPr>
          <p:spPr>
            <a:xfrm>
              <a:off x="432000" y="3384000"/>
              <a:ext cx="1080000" cy="360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ja-JP" sz="1600">
                  <a:solidFill>
                    <a:srgbClr val="1E4E79"/>
                  </a:solidFill>
                  <a:latin typeface="Arial"/>
                  <a:ea typeface="Arial"/>
                  <a:cs typeface="Arial"/>
                  <a:sym typeface="Arial"/>
                </a:rPr>
                <a:t>システム</a:t>
              </a:r>
              <a:endParaRPr b="1" sz="1600">
                <a:solidFill>
                  <a:srgbClr val="1E4E79"/>
                </a:solidFill>
                <a:latin typeface="Arial"/>
                <a:ea typeface="Arial"/>
                <a:cs typeface="Arial"/>
                <a:sym typeface="Arial"/>
              </a:endParaRPr>
            </a:p>
          </p:txBody>
        </p:sp>
        <p:sp>
          <p:nvSpPr>
            <p:cNvPr id="436" name="Google Shape;436;p7"/>
            <p:cNvSpPr txBox="1"/>
            <p:nvPr/>
          </p:nvSpPr>
          <p:spPr>
            <a:xfrm>
              <a:off x="432000" y="3960000"/>
              <a:ext cx="1080000" cy="360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ja-JP" sz="1600">
                  <a:solidFill>
                    <a:srgbClr val="1E4E79"/>
                  </a:solidFill>
                  <a:latin typeface="Arial"/>
                  <a:ea typeface="Arial"/>
                  <a:cs typeface="Arial"/>
                  <a:sym typeface="Arial"/>
                </a:rPr>
                <a:t>プロセス</a:t>
              </a:r>
              <a:endParaRPr b="1" sz="1600">
                <a:solidFill>
                  <a:srgbClr val="1E4E79"/>
                </a:solidFill>
                <a:latin typeface="Arial"/>
                <a:ea typeface="Arial"/>
                <a:cs typeface="Arial"/>
                <a:sym typeface="Arial"/>
              </a:endParaRPr>
            </a:p>
          </p:txBody>
        </p:sp>
        <p:cxnSp>
          <p:nvCxnSpPr>
            <p:cNvPr id="437" name="Google Shape;437;p7"/>
            <p:cNvCxnSpPr/>
            <p:nvPr/>
          </p:nvCxnSpPr>
          <p:spPr>
            <a:xfrm>
              <a:off x="431999" y="3384000"/>
              <a:ext cx="8280000" cy="0"/>
            </a:xfrm>
            <a:prstGeom prst="straightConnector1">
              <a:avLst/>
            </a:prstGeom>
            <a:noFill/>
            <a:ln cap="flat" cmpd="sng" w="19050">
              <a:solidFill>
                <a:schemeClr val="accent3"/>
              </a:solidFill>
              <a:prstDash val="dash"/>
              <a:miter lim="800000"/>
              <a:headEnd len="sm" w="sm" type="none"/>
              <a:tailEnd len="sm" w="sm" type="none"/>
            </a:ln>
          </p:spPr>
        </p:cxnSp>
        <p:cxnSp>
          <p:nvCxnSpPr>
            <p:cNvPr id="438" name="Google Shape;438;p7"/>
            <p:cNvCxnSpPr/>
            <p:nvPr/>
          </p:nvCxnSpPr>
          <p:spPr>
            <a:xfrm>
              <a:off x="432000" y="3960001"/>
              <a:ext cx="8280000" cy="0"/>
            </a:xfrm>
            <a:prstGeom prst="straightConnector1">
              <a:avLst/>
            </a:prstGeom>
            <a:noFill/>
            <a:ln cap="flat" cmpd="sng" w="19050">
              <a:solidFill>
                <a:schemeClr val="accent3"/>
              </a:solidFill>
              <a:prstDash val="dash"/>
              <a:miter lim="800000"/>
              <a:headEnd len="sm" w="sm" type="none"/>
              <a:tailEnd len="sm" w="sm" type="none"/>
            </a:ln>
          </p:spPr>
        </p:cxnSp>
        <p:cxnSp>
          <p:nvCxnSpPr>
            <p:cNvPr id="439" name="Google Shape;439;p7"/>
            <p:cNvCxnSpPr/>
            <p:nvPr/>
          </p:nvCxnSpPr>
          <p:spPr>
            <a:xfrm>
              <a:off x="432000" y="4536000"/>
              <a:ext cx="8280000" cy="0"/>
            </a:xfrm>
            <a:prstGeom prst="straightConnector1">
              <a:avLst/>
            </a:prstGeom>
            <a:noFill/>
            <a:ln cap="flat" cmpd="sng" w="19050">
              <a:solidFill>
                <a:schemeClr val="accent3"/>
              </a:solidFill>
              <a:prstDash val="dash"/>
              <a:miter lim="800000"/>
              <a:headEnd len="sm" w="sm" type="none"/>
              <a:tailEnd len="sm" w="sm" type="none"/>
            </a:ln>
          </p:spPr>
        </p:cxnSp>
        <p:sp>
          <p:nvSpPr>
            <p:cNvPr id="440" name="Google Shape;440;p7"/>
            <p:cNvSpPr txBox="1"/>
            <p:nvPr/>
          </p:nvSpPr>
          <p:spPr>
            <a:xfrm>
              <a:off x="1944000" y="3024000"/>
              <a:ext cx="1476000" cy="3600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rPr b="1" lang="ja-JP" sz="1400">
                  <a:solidFill>
                    <a:schemeClr val="dk1"/>
                  </a:solidFill>
                  <a:latin typeface="Arial"/>
                  <a:ea typeface="Arial"/>
                  <a:cs typeface="Arial"/>
                  <a:sym typeface="Arial"/>
                </a:rPr>
                <a:t>システム方式設計(SA)</a:t>
              </a:r>
              <a:endParaRPr b="1" sz="1400">
                <a:solidFill>
                  <a:schemeClr val="dk1"/>
                </a:solidFill>
                <a:latin typeface="Arial"/>
                <a:ea typeface="Arial"/>
                <a:cs typeface="Arial"/>
                <a:sym typeface="Arial"/>
              </a:endParaRPr>
            </a:p>
          </p:txBody>
        </p:sp>
        <p:sp>
          <p:nvSpPr>
            <p:cNvPr id="441" name="Google Shape;441;p7"/>
            <p:cNvSpPr txBox="1"/>
            <p:nvPr/>
          </p:nvSpPr>
          <p:spPr>
            <a:xfrm>
              <a:off x="7236000" y="3024000"/>
              <a:ext cx="1476000" cy="360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ja-JP" sz="1400">
                  <a:solidFill>
                    <a:schemeClr val="dk1"/>
                  </a:solidFill>
                  <a:latin typeface="Arial"/>
                  <a:ea typeface="Arial"/>
                  <a:cs typeface="Arial"/>
                  <a:sym typeface="Arial"/>
                </a:rPr>
                <a:t>運用テスト(OT)</a:t>
              </a:r>
              <a:endParaRPr b="1" sz="1400">
                <a:solidFill>
                  <a:schemeClr val="dk1"/>
                </a:solidFill>
                <a:latin typeface="Arial"/>
                <a:ea typeface="Arial"/>
                <a:cs typeface="Arial"/>
                <a:sym typeface="Arial"/>
              </a:endParaRPr>
            </a:p>
          </p:txBody>
        </p:sp>
        <p:sp>
          <p:nvSpPr>
            <p:cNvPr id="442" name="Google Shape;442;p7"/>
            <p:cNvSpPr txBox="1"/>
            <p:nvPr/>
          </p:nvSpPr>
          <p:spPr>
            <a:xfrm>
              <a:off x="4320000" y="5040000"/>
              <a:ext cx="1476000" cy="360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ja-JP" sz="1400">
                  <a:solidFill>
                    <a:schemeClr val="dk1"/>
                  </a:solidFill>
                  <a:latin typeface="Arial"/>
                  <a:ea typeface="Arial"/>
                  <a:cs typeface="Arial"/>
                  <a:sym typeface="Arial"/>
                </a:rPr>
                <a:t>プログラミング(PG)</a:t>
              </a:r>
              <a:endParaRPr b="1" sz="1400">
                <a:solidFill>
                  <a:schemeClr val="dk1"/>
                </a:solidFill>
                <a:latin typeface="Arial"/>
                <a:ea typeface="Arial"/>
                <a:cs typeface="Arial"/>
                <a:sym typeface="Arial"/>
              </a:endParaRPr>
            </a:p>
          </p:txBody>
        </p:sp>
        <p:cxnSp>
          <p:nvCxnSpPr>
            <p:cNvPr id="443" name="Google Shape;443;p7"/>
            <p:cNvCxnSpPr/>
            <p:nvPr/>
          </p:nvCxnSpPr>
          <p:spPr>
            <a:xfrm>
              <a:off x="3562885" y="3204000"/>
              <a:ext cx="3528000" cy="0"/>
            </a:xfrm>
            <a:prstGeom prst="straightConnector1">
              <a:avLst/>
            </a:prstGeom>
            <a:noFill/>
            <a:ln cap="flat" cmpd="sng" w="9525">
              <a:solidFill>
                <a:srgbClr val="525252"/>
              </a:solidFill>
              <a:prstDash val="solid"/>
              <a:miter lim="800000"/>
              <a:headEnd len="med" w="med" type="triangle"/>
              <a:tailEnd len="med" w="med" type="triangle"/>
            </a:ln>
          </p:spPr>
        </p:cxnSp>
        <p:cxnSp>
          <p:nvCxnSpPr>
            <p:cNvPr id="444" name="Google Shape;444;p7"/>
            <p:cNvCxnSpPr/>
            <p:nvPr/>
          </p:nvCxnSpPr>
          <p:spPr>
            <a:xfrm>
              <a:off x="4176000" y="3780474"/>
              <a:ext cx="2268000" cy="0"/>
            </a:xfrm>
            <a:prstGeom prst="straightConnector1">
              <a:avLst/>
            </a:prstGeom>
            <a:noFill/>
            <a:ln cap="flat" cmpd="sng" w="9525">
              <a:solidFill>
                <a:srgbClr val="525252"/>
              </a:solidFill>
              <a:prstDash val="solid"/>
              <a:miter lim="800000"/>
              <a:headEnd len="med" w="med" type="triangle"/>
              <a:tailEnd len="med" w="med" type="triangle"/>
            </a:ln>
          </p:spPr>
        </p:cxnSp>
        <p:cxnSp>
          <p:nvCxnSpPr>
            <p:cNvPr id="445" name="Google Shape;445;p7"/>
            <p:cNvCxnSpPr/>
            <p:nvPr/>
          </p:nvCxnSpPr>
          <p:spPr>
            <a:xfrm>
              <a:off x="4824000" y="4356000"/>
              <a:ext cx="1008000" cy="0"/>
            </a:xfrm>
            <a:prstGeom prst="straightConnector1">
              <a:avLst/>
            </a:prstGeom>
            <a:noFill/>
            <a:ln cap="flat" cmpd="sng" w="9525">
              <a:solidFill>
                <a:srgbClr val="525252"/>
              </a:solidFill>
              <a:prstDash val="solid"/>
              <a:miter lim="800000"/>
              <a:headEnd len="med" w="med" type="triangle"/>
              <a:tailEnd len="med" w="med" type="triangle"/>
            </a:ln>
          </p:spPr>
        </p:cxnSp>
        <p:sp>
          <p:nvSpPr>
            <p:cNvPr id="446" name="Google Shape;446;p7"/>
            <p:cNvSpPr txBox="1"/>
            <p:nvPr/>
          </p:nvSpPr>
          <p:spPr>
            <a:xfrm>
              <a:off x="4255078" y="2880000"/>
              <a:ext cx="2159566"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ja-JP" sz="1400">
                  <a:solidFill>
                    <a:srgbClr val="525252"/>
                  </a:solidFill>
                  <a:latin typeface="Arial"/>
                  <a:ea typeface="Arial"/>
                  <a:cs typeface="Arial"/>
                  <a:sym typeface="Arial"/>
                </a:rPr>
                <a:t>利用者による妥当性確認</a:t>
              </a:r>
              <a:endParaRPr/>
            </a:p>
          </p:txBody>
        </p:sp>
        <p:sp>
          <p:nvSpPr>
            <p:cNvPr id="447" name="Google Shape;447;p7"/>
            <p:cNvSpPr txBox="1"/>
            <p:nvPr/>
          </p:nvSpPr>
          <p:spPr>
            <a:xfrm>
              <a:off x="4521724" y="3456000"/>
              <a:ext cx="1620957"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ja-JP" sz="1400">
                  <a:solidFill>
                    <a:srgbClr val="525252"/>
                  </a:solidFill>
                  <a:latin typeface="Arial"/>
                  <a:ea typeface="Arial"/>
                  <a:cs typeface="Arial"/>
                  <a:sym typeface="Arial"/>
                </a:rPr>
                <a:t>設計者による検証</a:t>
              </a:r>
              <a:endParaRPr/>
            </a:p>
          </p:txBody>
        </p:sp>
        <p:sp>
          <p:nvSpPr>
            <p:cNvPr id="448" name="Google Shape;448;p7"/>
            <p:cNvSpPr txBox="1"/>
            <p:nvPr/>
          </p:nvSpPr>
          <p:spPr>
            <a:xfrm>
              <a:off x="4516406" y="4032000"/>
              <a:ext cx="1620957"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ja-JP" sz="1400">
                  <a:solidFill>
                    <a:srgbClr val="525252"/>
                  </a:solidFill>
                  <a:latin typeface="Arial"/>
                  <a:ea typeface="Arial"/>
                  <a:cs typeface="Arial"/>
                  <a:sym typeface="Arial"/>
                </a:rPr>
                <a:t>開発者による検証</a:t>
              </a:r>
              <a:endParaRPr/>
            </a:p>
          </p:txBody>
        </p:sp>
        <p:sp>
          <p:nvSpPr>
            <p:cNvPr id="449" name="Google Shape;449;p7"/>
            <p:cNvSpPr txBox="1"/>
            <p:nvPr/>
          </p:nvSpPr>
          <p:spPr>
            <a:xfrm>
              <a:off x="431999" y="4536000"/>
              <a:ext cx="1080000" cy="360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ja-JP" sz="1600">
                  <a:solidFill>
                    <a:srgbClr val="1E4E79"/>
                  </a:solidFill>
                  <a:latin typeface="Arial"/>
                  <a:ea typeface="Arial"/>
                  <a:cs typeface="Arial"/>
                  <a:sym typeface="Arial"/>
                </a:rPr>
                <a:t>機能</a:t>
              </a:r>
              <a:endParaRPr b="1" sz="1600">
                <a:solidFill>
                  <a:srgbClr val="1E4E79"/>
                </a:solidFill>
                <a:latin typeface="Arial"/>
                <a:ea typeface="Arial"/>
                <a:cs typeface="Arial"/>
                <a:sym typeface="Arial"/>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8"/>
          <p:cNvSpPr txBox="1"/>
          <p:nvPr>
            <p:ph type="title"/>
          </p:nvPr>
        </p:nvSpPr>
        <p:spPr>
          <a:xfrm>
            <a:off x="144000" y="36000"/>
            <a:ext cx="8856000" cy="5760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3000"/>
              <a:buFont typeface="Arial"/>
              <a:buNone/>
            </a:pPr>
            <a:r>
              <a:rPr lang="ja-JP"/>
              <a:t>情報共有を重視したプロジェクト管理</a:t>
            </a:r>
            <a:endParaRPr/>
          </a:p>
        </p:txBody>
      </p:sp>
      <p:sp>
        <p:nvSpPr>
          <p:cNvPr id="456" name="Google Shape;456;p8"/>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ja-JP"/>
              <a:t>Copyright© 2020 SystemEXE,Inc. all rights reserved.</a:t>
            </a:r>
            <a:endParaRPr/>
          </a:p>
        </p:txBody>
      </p:sp>
      <p:sp>
        <p:nvSpPr>
          <p:cNvPr id="457" name="Google Shape;457;p8"/>
          <p:cNvSpPr txBox="1"/>
          <p:nvPr>
            <p:ph idx="12" type="sldNum"/>
          </p:nvPr>
        </p:nvSpPr>
        <p:spPr>
          <a:xfrm>
            <a:off x="4212000" y="6500068"/>
            <a:ext cx="720000" cy="288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ja-JP"/>
              <a:t>‹#›</a:t>
            </a:fld>
            <a:endParaRPr/>
          </a:p>
        </p:txBody>
      </p:sp>
      <p:sp>
        <p:nvSpPr>
          <p:cNvPr id="458" name="Google Shape;458;p8"/>
          <p:cNvSpPr/>
          <p:nvPr/>
        </p:nvSpPr>
        <p:spPr>
          <a:xfrm>
            <a:off x="216000" y="1399266"/>
            <a:ext cx="3465214" cy="3465233"/>
          </a:xfrm>
          <a:prstGeom prst="ellipse">
            <a:avLst/>
          </a:prstGeom>
          <a:gradFill>
            <a:gsLst>
              <a:gs pos="0">
                <a:schemeClr val="lt1"/>
              </a:gs>
              <a:gs pos="50000">
                <a:srgbClr val="BFD7F7">
                  <a:alpha val="13725"/>
                </a:srgbClr>
              </a:gs>
              <a:gs pos="100000">
                <a:srgbClr val="98C2F5">
                  <a:alpha val="14901"/>
                </a:srgbClr>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59" name="Google Shape;459;p8"/>
          <p:cNvSpPr/>
          <p:nvPr/>
        </p:nvSpPr>
        <p:spPr>
          <a:xfrm>
            <a:off x="742934" y="1926203"/>
            <a:ext cx="2411349" cy="2411362"/>
          </a:xfrm>
          <a:prstGeom prst="ellipse">
            <a:avLst/>
          </a:prstGeom>
          <a:gradFill>
            <a:gsLst>
              <a:gs pos="0">
                <a:schemeClr val="lt1"/>
              </a:gs>
              <a:gs pos="42000">
                <a:srgbClr val="BFD7F7">
                  <a:alpha val="23921"/>
                </a:srgbClr>
              </a:gs>
              <a:gs pos="100000">
                <a:srgbClr val="98C2F5">
                  <a:alpha val="37647"/>
                </a:srgbClr>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60" name="Google Shape;460;p8"/>
          <p:cNvSpPr/>
          <p:nvPr/>
        </p:nvSpPr>
        <p:spPr>
          <a:xfrm rot="4322625">
            <a:off x="298316" y="1460538"/>
            <a:ext cx="3444081" cy="3361872"/>
          </a:xfrm>
          <a:prstGeom prst="blockArc">
            <a:avLst>
              <a:gd fmla="val 12892196" name="adj1"/>
              <a:gd fmla="val 12320" name="adj2"/>
              <a:gd fmla="val 887" name="adj3"/>
            </a:avLst>
          </a:prstGeom>
          <a:solidFill>
            <a:srgbClr val="DBDB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61" name="Google Shape;461;p8"/>
          <p:cNvSpPr/>
          <p:nvPr/>
        </p:nvSpPr>
        <p:spPr>
          <a:xfrm>
            <a:off x="3591841" y="3073090"/>
            <a:ext cx="216000" cy="216000"/>
          </a:xfrm>
          <a:prstGeom prst="ellipse">
            <a:avLst/>
          </a:prstGeom>
          <a:solidFill>
            <a:schemeClr val="accent2"/>
          </a:solidFill>
          <a:ln cap="flat" cmpd="sng" w="762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62" name="Google Shape;462;p8"/>
          <p:cNvSpPr/>
          <p:nvPr/>
        </p:nvSpPr>
        <p:spPr>
          <a:xfrm>
            <a:off x="3269483" y="2029090"/>
            <a:ext cx="216000" cy="216000"/>
          </a:xfrm>
          <a:prstGeom prst="ellipse">
            <a:avLst/>
          </a:prstGeom>
          <a:solidFill>
            <a:schemeClr val="accent1"/>
          </a:solidFill>
          <a:ln cap="flat" cmpd="sng" w="762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63" name="Google Shape;463;p8"/>
          <p:cNvSpPr/>
          <p:nvPr/>
        </p:nvSpPr>
        <p:spPr>
          <a:xfrm>
            <a:off x="2429211" y="1424044"/>
            <a:ext cx="216000" cy="216000"/>
          </a:xfrm>
          <a:prstGeom prst="ellipse">
            <a:avLst/>
          </a:prstGeom>
          <a:solidFill>
            <a:schemeClr val="dk2"/>
          </a:solidFill>
          <a:ln cap="flat" cmpd="sng" w="762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64" name="Google Shape;464;p8"/>
          <p:cNvSpPr/>
          <p:nvPr/>
        </p:nvSpPr>
        <p:spPr>
          <a:xfrm>
            <a:off x="3269483" y="4057197"/>
            <a:ext cx="216000" cy="216000"/>
          </a:xfrm>
          <a:prstGeom prst="ellipse">
            <a:avLst/>
          </a:prstGeom>
          <a:solidFill>
            <a:schemeClr val="accent4"/>
          </a:solidFill>
          <a:ln cap="flat" cmpd="sng" w="762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465" name="Google Shape;465;p8"/>
          <p:cNvCxnSpPr>
            <a:stCxn id="463" idx="6"/>
          </p:cNvCxnSpPr>
          <p:nvPr/>
        </p:nvCxnSpPr>
        <p:spPr>
          <a:xfrm>
            <a:off x="2645211" y="1532044"/>
            <a:ext cx="2040600" cy="0"/>
          </a:xfrm>
          <a:prstGeom prst="straightConnector1">
            <a:avLst/>
          </a:prstGeom>
          <a:noFill/>
          <a:ln cap="flat" cmpd="sng" w="12700">
            <a:solidFill>
              <a:schemeClr val="accent3"/>
            </a:solidFill>
            <a:prstDash val="dash"/>
            <a:miter lim="800000"/>
            <a:headEnd len="sm" w="sm" type="none"/>
            <a:tailEnd len="sm" w="sm" type="none"/>
          </a:ln>
        </p:spPr>
      </p:cxnSp>
      <p:cxnSp>
        <p:nvCxnSpPr>
          <p:cNvPr id="466" name="Google Shape;466;p8"/>
          <p:cNvCxnSpPr>
            <a:stCxn id="462" idx="6"/>
          </p:cNvCxnSpPr>
          <p:nvPr/>
        </p:nvCxnSpPr>
        <p:spPr>
          <a:xfrm>
            <a:off x="3485483" y="2137090"/>
            <a:ext cx="1318800" cy="0"/>
          </a:xfrm>
          <a:prstGeom prst="straightConnector1">
            <a:avLst/>
          </a:prstGeom>
          <a:noFill/>
          <a:ln cap="flat" cmpd="sng" w="12700">
            <a:solidFill>
              <a:schemeClr val="accent3"/>
            </a:solidFill>
            <a:prstDash val="dash"/>
            <a:miter lim="800000"/>
            <a:headEnd len="sm" w="sm" type="none"/>
            <a:tailEnd len="sm" w="sm" type="none"/>
          </a:ln>
        </p:spPr>
      </p:cxnSp>
      <p:cxnSp>
        <p:nvCxnSpPr>
          <p:cNvPr id="467" name="Google Shape;467;p8"/>
          <p:cNvCxnSpPr>
            <a:stCxn id="461" idx="6"/>
          </p:cNvCxnSpPr>
          <p:nvPr/>
        </p:nvCxnSpPr>
        <p:spPr>
          <a:xfrm>
            <a:off x="3807841" y="3181090"/>
            <a:ext cx="954300" cy="0"/>
          </a:xfrm>
          <a:prstGeom prst="straightConnector1">
            <a:avLst/>
          </a:prstGeom>
          <a:noFill/>
          <a:ln cap="flat" cmpd="sng" w="12700">
            <a:solidFill>
              <a:schemeClr val="accent3"/>
            </a:solidFill>
            <a:prstDash val="dash"/>
            <a:miter lim="800000"/>
            <a:headEnd len="sm" w="sm" type="none"/>
            <a:tailEnd len="sm" w="sm" type="none"/>
          </a:ln>
        </p:spPr>
      </p:cxnSp>
      <p:cxnSp>
        <p:nvCxnSpPr>
          <p:cNvPr id="468" name="Google Shape;468;p8"/>
          <p:cNvCxnSpPr>
            <a:stCxn id="464" idx="6"/>
          </p:cNvCxnSpPr>
          <p:nvPr/>
        </p:nvCxnSpPr>
        <p:spPr>
          <a:xfrm>
            <a:off x="3485483" y="4165197"/>
            <a:ext cx="1276800" cy="0"/>
          </a:xfrm>
          <a:prstGeom prst="straightConnector1">
            <a:avLst/>
          </a:prstGeom>
          <a:noFill/>
          <a:ln cap="flat" cmpd="sng" w="12700">
            <a:solidFill>
              <a:schemeClr val="accent3"/>
            </a:solidFill>
            <a:prstDash val="dash"/>
            <a:miter lim="800000"/>
            <a:headEnd len="sm" w="sm" type="none"/>
            <a:tailEnd len="sm" w="sm" type="none"/>
          </a:ln>
        </p:spPr>
      </p:cxnSp>
      <p:cxnSp>
        <p:nvCxnSpPr>
          <p:cNvPr id="469" name="Google Shape;469;p8"/>
          <p:cNvCxnSpPr/>
          <p:nvPr/>
        </p:nvCxnSpPr>
        <p:spPr>
          <a:xfrm>
            <a:off x="2524121" y="4769591"/>
            <a:ext cx="2211909" cy="0"/>
          </a:xfrm>
          <a:prstGeom prst="straightConnector1">
            <a:avLst/>
          </a:prstGeom>
          <a:noFill/>
          <a:ln cap="flat" cmpd="sng" w="12700">
            <a:solidFill>
              <a:schemeClr val="accent3"/>
            </a:solidFill>
            <a:prstDash val="dash"/>
            <a:miter lim="800000"/>
            <a:headEnd len="sm" w="sm" type="none"/>
            <a:tailEnd len="sm" w="sm" type="none"/>
          </a:ln>
        </p:spPr>
      </p:cxnSp>
      <p:sp>
        <p:nvSpPr>
          <p:cNvPr id="470" name="Google Shape;470;p8"/>
          <p:cNvSpPr txBox="1"/>
          <p:nvPr/>
        </p:nvSpPr>
        <p:spPr>
          <a:xfrm>
            <a:off x="741600" y="2016000"/>
            <a:ext cx="2412000" cy="36000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rgbClr val="1E4E79"/>
              </a:buClr>
              <a:buSzPts val="2000"/>
              <a:buFont typeface="Arial"/>
              <a:buNone/>
            </a:pPr>
            <a:r>
              <a:rPr b="1" lang="ja-JP" sz="2000">
                <a:solidFill>
                  <a:srgbClr val="1E4E79"/>
                </a:solidFill>
                <a:latin typeface="Arial"/>
                <a:ea typeface="Arial"/>
                <a:cs typeface="Arial"/>
                <a:sym typeface="Arial"/>
              </a:rPr>
              <a:t>プロジェクト管理</a:t>
            </a:r>
            <a:endParaRPr b="1" sz="2000">
              <a:solidFill>
                <a:srgbClr val="1E4E79"/>
              </a:solidFill>
              <a:latin typeface="Arial"/>
              <a:ea typeface="Arial"/>
              <a:cs typeface="Arial"/>
              <a:sym typeface="Arial"/>
            </a:endParaRPr>
          </a:p>
        </p:txBody>
      </p:sp>
      <p:sp>
        <p:nvSpPr>
          <p:cNvPr id="471" name="Google Shape;471;p8"/>
          <p:cNvSpPr/>
          <p:nvPr/>
        </p:nvSpPr>
        <p:spPr>
          <a:xfrm rot="6540000">
            <a:off x="270567" y="1496299"/>
            <a:ext cx="3444081" cy="3361872"/>
          </a:xfrm>
          <a:prstGeom prst="blockArc">
            <a:avLst>
              <a:gd fmla="val 19421893" name="adj1"/>
              <a:gd fmla="val 12320" name="adj2"/>
              <a:gd fmla="val 887" name="adj3"/>
            </a:avLst>
          </a:prstGeom>
          <a:solidFill>
            <a:srgbClr val="DBDB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72" name="Google Shape;472;p8"/>
          <p:cNvSpPr/>
          <p:nvPr/>
        </p:nvSpPr>
        <p:spPr>
          <a:xfrm>
            <a:off x="2429211" y="4674680"/>
            <a:ext cx="216000" cy="216000"/>
          </a:xfrm>
          <a:prstGeom prst="ellipse">
            <a:avLst/>
          </a:prstGeom>
          <a:solidFill>
            <a:schemeClr val="accent5"/>
          </a:solidFill>
          <a:ln cap="flat" cmpd="sng" w="762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73" name="Google Shape;473;p8"/>
          <p:cNvSpPr/>
          <p:nvPr/>
        </p:nvSpPr>
        <p:spPr>
          <a:xfrm>
            <a:off x="1295999" y="4674680"/>
            <a:ext cx="216000" cy="216000"/>
          </a:xfrm>
          <a:prstGeom prst="ellipse">
            <a:avLst/>
          </a:prstGeom>
          <a:solidFill>
            <a:schemeClr val="accent6"/>
          </a:solidFill>
          <a:ln cap="flat" cmpd="sng" w="762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474" name="Google Shape;474;p8"/>
          <p:cNvCxnSpPr/>
          <p:nvPr/>
        </p:nvCxnSpPr>
        <p:spPr>
          <a:xfrm>
            <a:off x="2520000" y="5760000"/>
            <a:ext cx="2211909" cy="0"/>
          </a:xfrm>
          <a:prstGeom prst="straightConnector1">
            <a:avLst/>
          </a:prstGeom>
          <a:noFill/>
          <a:ln cap="flat" cmpd="sng" w="12700">
            <a:solidFill>
              <a:schemeClr val="accent3"/>
            </a:solidFill>
            <a:prstDash val="dash"/>
            <a:miter lim="800000"/>
            <a:headEnd len="sm" w="sm" type="none"/>
            <a:tailEnd len="sm" w="sm" type="none"/>
          </a:ln>
        </p:spPr>
      </p:cxnSp>
      <p:cxnSp>
        <p:nvCxnSpPr>
          <p:cNvPr id="475" name="Google Shape;475;p8"/>
          <p:cNvCxnSpPr>
            <a:stCxn id="473" idx="5"/>
          </p:cNvCxnSpPr>
          <p:nvPr/>
        </p:nvCxnSpPr>
        <p:spPr>
          <a:xfrm>
            <a:off x="1480367" y="4859048"/>
            <a:ext cx="1062000" cy="918000"/>
          </a:xfrm>
          <a:prstGeom prst="straightConnector1">
            <a:avLst/>
          </a:prstGeom>
          <a:noFill/>
          <a:ln cap="flat" cmpd="sng" w="12700">
            <a:solidFill>
              <a:schemeClr val="accent3"/>
            </a:solidFill>
            <a:prstDash val="dash"/>
            <a:miter lim="800000"/>
            <a:headEnd len="sm" w="sm" type="none"/>
            <a:tailEnd len="sm" w="sm" type="none"/>
          </a:ln>
        </p:spPr>
      </p:cxnSp>
      <p:sp>
        <p:nvSpPr>
          <p:cNvPr id="476" name="Google Shape;476;p8"/>
          <p:cNvSpPr txBox="1"/>
          <p:nvPr/>
        </p:nvSpPr>
        <p:spPr>
          <a:xfrm>
            <a:off x="5184000" y="1008000"/>
            <a:ext cx="3744000" cy="3600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1E4E79"/>
              </a:buClr>
              <a:buSzPts val="1600"/>
              <a:buFont typeface="Arial"/>
              <a:buNone/>
            </a:pPr>
            <a:r>
              <a:rPr b="1" lang="ja-JP" sz="1600">
                <a:solidFill>
                  <a:srgbClr val="1E4E79"/>
                </a:solidFill>
                <a:latin typeface="Arial"/>
                <a:ea typeface="Arial"/>
                <a:cs typeface="Arial"/>
                <a:sym typeface="Arial"/>
              </a:rPr>
              <a:t>進捗管理</a:t>
            </a:r>
            <a:endParaRPr b="1" sz="1600">
              <a:solidFill>
                <a:srgbClr val="1E4E79"/>
              </a:solidFill>
              <a:latin typeface="Arial"/>
              <a:ea typeface="Arial"/>
              <a:cs typeface="Arial"/>
              <a:sym typeface="Arial"/>
            </a:endParaRPr>
          </a:p>
        </p:txBody>
      </p:sp>
      <p:sp>
        <p:nvSpPr>
          <p:cNvPr id="477" name="Google Shape;477;p8"/>
          <p:cNvSpPr txBox="1"/>
          <p:nvPr/>
        </p:nvSpPr>
        <p:spPr>
          <a:xfrm>
            <a:off x="5184000" y="1296000"/>
            <a:ext cx="3744000" cy="5760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プロジェクトの作業計画と作業実績の差異を把握し適切な対処を図ります。</a:t>
            </a:r>
            <a:endParaRPr sz="1400">
              <a:solidFill>
                <a:schemeClr val="dk1"/>
              </a:solidFill>
              <a:latin typeface="Arial"/>
              <a:ea typeface="Arial"/>
              <a:cs typeface="Arial"/>
              <a:sym typeface="Arial"/>
            </a:endParaRPr>
          </a:p>
        </p:txBody>
      </p:sp>
      <p:sp>
        <p:nvSpPr>
          <p:cNvPr id="478" name="Google Shape;478;p8"/>
          <p:cNvSpPr txBox="1"/>
          <p:nvPr/>
        </p:nvSpPr>
        <p:spPr>
          <a:xfrm>
            <a:off x="5184000" y="4464000"/>
            <a:ext cx="3744000" cy="3600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1E4E79"/>
              </a:buClr>
              <a:buSzPts val="1600"/>
              <a:buFont typeface="Arial"/>
              <a:buNone/>
            </a:pPr>
            <a:r>
              <a:rPr b="1" lang="ja-JP" sz="1600">
                <a:solidFill>
                  <a:srgbClr val="1E4E79"/>
                </a:solidFill>
                <a:latin typeface="Arial"/>
                <a:ea typeface="Arial"/>
                <a:cs typeface="Arial"/>
                <a:sym typeface="Arial"/>
              </a:rPr>
              <a:t>資源管理</a:t>
            </a:r>
            <a:endParaRPr b="1" sz="1600">
              <a:solidFill>
                <a:srgbClr val="1E4E79"/>
              </a:solidFill>
              <a:latin typeface="Arial"/>
              <a:ea typeface="Arial"/>
              <a:cs typeface="Arial"/>
              <a:sym typeface="Arial"/>
            </a:endParaRPr>
          </a:p>
        </p:txBody>
      </p:sp>
      <p:sp>
        <p:nvSpPr>
          <p:cNvPr id="479" name="Google Shape;479;p8"/>
          <p:cNvSpPr txBox="1"/>
          <p:nvPr/>
        </p:nvSpPr>
        <p:spPr>
          <a:xfrm>
            <a:off x="5184000" y="4752000"/>
            <a:ext cx="3744000" cy="5760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主にプログラムソースおよびドキュメントのバージョン管理を実施します。</a:t>
            </a:r>
            <a:endParaRPr sz="1400">
              <a:solidFill>
                <a:schemeClr val="dk1"/>
              </a:solidFill>
              <a:latin typeface="Arial"/>
              <a:ea typeface="Arial"/>
              <a:cs typeface="Arial"/>
              <a:sym typeface="Arial"/>
            </a:endParaRPr>
          </a:p>
        </p:txBody>
      </p:sp>
      <p:sp>
        <p:nvSpPr>
          <p:cNvPr id="480" name="Google Shape;480;p8"/>
          <p:cNvSpPr txBox="1"/>
          <p:nvPr/>
        </p:nvSpPr>
        <p:spPr>
          <a:xfrm>
            <a:off x="5184000" y="2736000"/>
            <a:ext cx="3744000" cy="3600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1E4E79"/>
              </a:buClr>
              <a:buSzPts val="1600"/>
              <a:buFont typeface="Arial"/>
              <a:buNone/>
            </a:pPr>
            <a:r>
              <a:rPr b="1" lang="ja-JP" sz="1600">
                <a:solidFill>
                  <a:srgbClr val="1E4E79"/>
                </a:solidFill>
                <a:latin typeface="Arial"/>
                <a:ea typeface="Arial"/>
                <a:cs typeface="Arial"/>
                <a:sym typeface="Arial"/>
              </a:rPr>
              <a:t>リスク管理</a:t>
            </a:r>
            <a:endParaRPr b="1" sz="1600">
              <a:solidFill>
                <a:srgbClr val="1E4E79"/>
              </a:solidFill>
              <a:latin typeface="Arial"/>
              <a:ea typeface="Arial"/>
              <a:cs typeface="Arial"/>
              <a:sym typeface="Arial"/>
            </a:endParaRPr>
          </a:p>
        </p:txBody>
      </p:sp>
      <p:sp>
        <p:nvSpPr>
          <p:cNvPr id="481" name="Google Shape;481;p8"/>
          <p:cNvSpPr txBox="1"/>
          <p:nvPr/>
        </p:nvSpPr>
        <p:spPr>
          <a:xfrm>
            <a:off x="5184000" y="3024000"/>
            <a:ext cx="3744000" cy="5760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プロジェクトのリスクを洗い出した上で対策を講じ、顕在化しないかを監視します。</a:t>
            </a:r>
            <a:endParaRPr sz="1400">
              <a:solidFill>
                <a:schemeClr val="dk1"/>
              </a:solidFill>
              <a:latin typeface="Arial"/>
              <a:ea typeface="Arial"/>
              <a:cs typeface="Arial"/>
              <a:sym typeface="Arial"/>
            </a:endParaRPr>
          </a:p>
        </p:txBody>
      </p:sp>
      <p:sp>
        <p:nvSpPr>
          <p:cNvPr id="482" name="Google Shape;482;p8"/>
          <p:cNvSpPr txBox="1"/>
          <p:nvPr/>
        </p:nvSpPr>
        <p:spPr>
          <a:xfrm>
            <a:off x="5184000" y="3600000"/>
            <a:ext cx="3744000" cy="3600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1E4E79"/>
              </a:buClr>
              <a:buSzPts val="1600"/>
              <a:buFont typeface="Arial"/>
              <a:buNone/>
            </a:pPr>
            <a:r>
              <a:rPr b="1" lang="ja-JP" sz="1600">
                <a:solidFill>
                  <a:srgbClr val="1E4E79"/>
                </a:solidFill>
                <a:latin typeface="Arial"/>
                <a:ea typeface="Arial"/>
                <a:cs typeface="Arial"/>
                <a:sym typeface="Arial"/>
              </a:rPr>
              <a:t>品質管理</a:t>
            </a:r>
            <a:endParaRPr b="1" sz="1600">
              <a:solidFill>
                <a:srgbClr val="1E4E79"/>
              </a:solidFill>
              <a:latin typeface="Arial"/>
              <a:ea typeface="Arial"/>
              <a:cs typeface="Arial"/>
              <a:sym typeface="Arial"/>
            </a:endParaRPr>
          </a:p>
        </p:txBody>
      </p:sp>
      <p:sp>
        <p:nvSpPr>
          <p:cNvPr id="483" name="Google Shape;483;p8"/>
          <p:cNvSpPr txBox="1"/>
          <p:nvPr/>
        </p:nvSpPr>
        <p:spPr>
          <a:xfrm>
            <a:off x="5184000" y="3888000"/>
            <a:ext cx="3744000" cy="5760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期待される品質（要件・仕様・サービス）を実現するための活動を実施します。</a:t>
            </a:r>
            <a:endParaRPr sz="1400">
              <a:solidFill>
                <a:schemeClr val="dk1"/>
              </a:solidFill>
              <a:latin typeface="Arial"/>
              <a:ea typeface="Arial"/>
              <a:cs typeface="Arial"/>
              <a:sym typeface="Arial"/>
            </a:endParaRPr>
          </a:p>
        </p:txBody>
      </p:sp>
      <p:sp>
        <p:nvSpPr>
          <p:cNvPr id="484" name="Google Shape;484;p8"/>
          <p:cNvSpPr txBox="1"/>
          <p:nvPr/>
        </p:nvSpPr>
        <p:spPr>
          <a:xfrm>
            <a:off x="5184000" y="1872000"/>
            <a:ext cx="3744000" cy="3600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1E4E79"/>
              </a:buClr>
              <a:buSzPts val="1600"/>
              <a:buFont typeface="Arial"/>
              <a:buNone/>
            </a:pPr>
            <a:r>
              <a:rPr b="1" lang="ja-JP" sz="1600">
                <a:solidFill>
                  <a:srgbClr val="1E4E79"/>
                </a:solidFill>
                <a:latin typeface="Arial"/>
                <a:ea typeface="Arial"/>
                <a:cs typeface="Arial"/>
                <a:sym typeface="Arial"/>
              </a:rPr>
              <a:t>課題管理</a:t>
            </a:r>
            <a:endParaRPr b="1" sz="1600">
              <a:solidFill>
                <a:srgbClr val="1E4E79"/>
              </a:solidFill>
              <a:latin typeface="Arial"/>
              <a:ea typeface="Arial"/>
              <a:cs typeface="Arial"/>
              <a:sym typeface="Arial"/>
            </a:endParaRPr>
          </a:p>
        </p:txBody>
      </p:sp>
      <p:sp>
        <p:nvSpPr>
          <p:cNvPr id="485" name="Google Shape;485;p8"/>
          <p:cNvSpPr txBox="1"/>
          <p:nvPr/>
        </p:nvSpPr>
        <p:spPr>
          <a:xfrm>
            <a:off x="5184000" y="2160000"/>
            <a:ext cx="3744000" cy="5760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プロジェクトにて顕在化した課題を解決するための具体的な取り組みや対応を管理します。</a:t>
            </a:r>
            <a:endParaRPr sz="1400">
              <a:solidFill>
                <a:schemeClr val="dk1"/>
              </a:solidFill>
              <a:latin typeface="Arial"/>
              <a:ea typeface="Arial"/>
              <a:cs typeface="Arial"/>
              <a:sym typeface="Arial"/>
            </a:endParaRPr>
          </a:p>
        </p:txBody>
      </p:sp>
      <p:grpSp>
        <p:nvGrpSpPr>
          <p:cNvPr id="486" name="Google Shape;486;p8"/>
          <p:cNvGrpSpPr/>
          <p:nvPr/>
        </p:nvGrpSpPr>
        <p:grpSpPr>
          <a:xfrm>
            <a:off x="4428000" y="1111797"/>
            <a:ext cx="664360" cy="664364"/>
            <a:chOff x="4428000" y="1111797"/>
            <a:chExt cx="664360" cy="664364"/>
          </a:xfrm>
        </p:grpSpPr>
        <p:sp>
          <p:nvSpPr>
            <p:cNvPr id="487" name="Google Shape;487;p8"/>
            <p:cNvSpPr/>
            <p:nvPr/>
          </p:nvSpPr>
          <p:spPr>
            <a:xfrm>
              <a:off x="4428000" y="1111797"/>
              <a:ext cx="664360" cy="664364"/>
            </a:xfrm>
            <a:prstGeom prst="ellipse">
              <a:avLst/>
            </a:prstGeom>
            <a:solidFill>
              <a:schemeClr val="dk2"/>
            </a:solidFill>
            <a:ln cap="flat" cmpd="sng" w="76200">
              <a:solidFill>
                <a:srgbClr val="EDEDE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488" name="Google Shape;488;p8"/>
            <p:cNvPicPr preferRelativeResize="0"/>
            <p:nvPr/>
          </p:nvPicPr>
          <p:blipFill rotWithShape="1">
            <a:blip r:embed="rId3">
              <a:alphaModFix/>
            </a:blip>
            <a:srcRect b="0" l="0" r="0" t="0"/>
            <a:stretch/>
          </p:blipFill>
          <p:spPr>
            <a:xfrm>
              <a:off x="4572000" y="1260000"/>
              <a:ext cx="424673" cy="360000"/>
            </a:xfrm>
            <a:prstGeom prst="rect">
              <a:avLst/>
            </a:prstGeom>
            <a:noFill/>
            <a:ln>
              <a:noFill/>
            </a:ln>
          </p:spPr>
        </p:pic>
      </p:grpSp>
      <p:grpSp>
        <p:nvGrpSpPr>
          <p:cNvPr id="489" name="Google Shape;489;p8"/>
          <p:cNvGrpSpPr/>
          <p:nvPr/>
        </p:nvGrpSpPr>
        <p:grpSpPr>
          <a:xfrm>
            <a:off x="4428000" y="1968514"/>
            <a:ext cx="664360" cy="664364"/>
            <a:chOff x="4428000" y="1968514"/>
            <a:chExt cx="664360" cy="664364"/>
          </a:xfrm>
        </p:grpSpPr>
        <p:sp>
          <p:nvSpPr>
            <p:cNvPr id="490" name="Google Shape;490;p8"/>
            <p:cNvSpPr/>
            <p:nvPr/>
          </p:nvSpPr>
          <p:spPr>
            <a:xfrm>
              <a:off x="4428000" y="1968514"/>
              <a:ext cx="664360" cy="664364"/>
            </a:xfrm>
            <a:prstGeom prst="ellipse">
              <a:avLst/>
            </a:prstGeom>
            <a:solidFill>
              <a:schemeClr val="accent1"/>
            </a:solidFill>
            <a:ln cap="flat" cmpd="sng" w="76200">
              <a:solidFill>
                <a:srgbClr val="EDEDE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491" name="Google Shape;491;p8"/>
            <p:cNvPicPr preferRelativeResize="0"/>
            <p:nvPr/>
          </p:nvPicPr>
          <p:blipFill rotWithShape="1">
            <a:blip r:embed="rId4">
              <a:alphaModFix/>
            </a:blip>
            <a:srcRect b="0" l="0" r="0" t="0"/>
            <a:stretch/>
          </p:blipFill>
          <p:spPr>
            <a:xfrm>
              <a:off x="4608000" y="2124000"/>
              <a:ext cx="324000" cy="324469"/>
            </a:xfrm>
            <a:prstGeom prst="rect">
              <a:avLst/>
            </a:prstGeom>
            <a:noFill/>
            <a:ln>
              <a:noFill/>
            </a:ln>
          </p:spPr>
        </p:pic>
      </p:grpSp>
      <p:grpSp>
        <p:nvGrpSpPr>
          <p:cNvPr id="492" name="Google Shape;492;p8"/>
          <p:cNvGrpSpPr/>
          <p:nvPr/>
        </p:nvGrpSpPr>
        <p:grpSpPr>
          <a:xfrm>
            <a:off x="4428000" y="2835819"/>
            <a:ext cx="664360" cy="664364"/>
            <a:chOff x="4428000" y="2835819"/>
            <a:chExt cx="664360" cy="664364"/>
          </a:xfrm>
        </p:grpSpPr>
        <p:sp>
          <p:nvSpPr>
            <p:cNvPr id="493" name="Google Shape;493;p8"/>
            <p:cNvSpPr/>
            <p:nvPr/>
          </p:nvSpPr>
          <p:spPr>
            <a:xfrm>
              <a:off x="4428000" y="2835819"/>
              <a:ext cx="664360" cy="664364"/>
            </a:xfrm>
            <a:prstGeom prst="ellipse">
              <a:avLst/>
            </a:prstGeom>
            <a:solidFill>
              <a:schemeClr val="accent2"/>
            </a:solidFill>
            <a:ln cap="flat" cmpd="sng" w="76200">
              <a:solidFill>
                <a:srgbClr val="EDEDE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494" name="Google Shape;494;p8"/>
            <p:cNvPicPr preferRelativeResize="0"/>
            <p:nvPr/>
          </p:nvPicPr>
          <p:blipFill rotWithShape="1">
            <a:blip r:embed="rId5">
              <a:alphaModFix/>
            </a:blip>
            <a:srcRect b="0" l="0" r="0" t="0"/>
            <a:stretch/>
          </p:blipFill>
          <p:spPr>
            <a:xfrm>
              <a:off x="4572095" y="3046244"/>
              <a:ext cx="396000" cy="226153"/>
            </a:xfrm>
            <a:prstGeom prst="rect">
              <a:avLst/>
            </a:prstGeom>
            <a:noFill/>
            <a:ln>
              <a:noFill/>
            </a:ln>
          </p:spPr>
        </p:pic>
      </p:grpSp>
      <p:grpSp>
        <p:nvGrpSpPr>
          <p:cNvPr id="495" name="Google Shape;495;p8"/>
          <p:cNvGrpSpPr/>
          <p:nvPr/>
        </p:nvGrpSpPr>
        <p:grpSpPr>
          <a:xfrm>
            <a:off x="4428000" y="4561971"/>
            <a:ext cx="664360" cy="664364"/>
            <a:chOff x="4428000" y="4561971"/>
            <a:chExt cx="664360" cy="664364"/>
          </a:xfrm>
        </p:grpSpPr>
        <p:sp>
          <p:nvSpPr>
            <p:cNvPr id="496" name="Google Shape;496;p8"/>
            <p:cNvSpPr/>
            <p:nvPr/>
          </p:nvSpPr>
          <p:spPr>
            <a:xfrm>
              <a:off x="4428000" y="4561971"/>
              <a:ext cx="664360" cy="664364"/>
            </a:xfrm>
            <a:prstGeom prst="ellipse">
              <a:avLst/>
            </a:prstGeom>
            <a:solidFill>
              <a:schemeClr val="accent5"/>
            </a:solidFill>
            <a:ln cap="flat" cmpd="sng" w="76200">
              <a:solidFill>
                <a:srgbClr val="EDEDE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497" name="Google Shape;497;p8"/>
            <p:cNvPicPr preferRelativeResize="0"/>
            <p:nvPr/>
          </p:nvPicPr>
          <p:blipFill rotWithShape="1">
            <a:blip r:embed="rId6">
              <a:alphaModFix/>
            </a:blip>
            <a:srcRect b="0" l="0" r="0" t="0"/>
            <a:stretch/>
          </p:blipFill>
          <p:spPr>
            <a:xfrm>
              <a:off x="4554000" y="4714163"/>
              <a:ext cx="396000" cy="350840"/>
            </a:xfrm>
            <a:prstGeom prst="rect">
              <a:avLst/>
            </a:prstGeom>
            <a:noFill/>
            <a:ln>
              <a:noFill/>
            </a:ln>
          </p:spPr>
        </p:pic>
      </p:grpSp>
      <p:sp>
        <p:nvSpPr>
          <p:cNvPr id="498" name="Google Shape;498;p8"/>
          <p:cNvSpPr txBox="1"/>
          <p:nvPr/>
        </p:nvSpPr>
        <p:spPr>
          <a:xfrm>
            <a:off x="5184000" y="5328000"/>
            <a:ext cx="3744000" cy="3600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1E4E79"/>
              </a:buClr>
              <a:buSzPts val="1600"/>
              <a:buFont typeface="Arial"/>
              <a:buNone/>
            </a:pPr>
            <a:r>
              <a:rPr b="1" lang="ja-JP" sz="1600">
                <a:solidFill>
                  <a:srgbClr val="1E4E79"/>
                </a:solidFill>
                <a:latin typeface="Arial"/>
                <a:ea typeface="Arial"/>
                <a:cs typeface="Arial"/>
                <a:sym typeface="Arial"/>
              </a:rPr>
              <a:t>コミュニケーション管理</a:t>
            </a:r>
            <a:endParaRPr b="1" sz="1600">
              <a:solidFill>
                <a:srgbClr val="1E4E79"/>
              </a:solidFill>
              <a:latin typeface="Arial"/>
              <a:ea typeface="Arial"/>
              <a:cs typeface="Arial"/>
              <a:sym typeface="Arial"/>
            </a:endParaRPr>
          </a:p>
        </p:txBody>
      </p:sp>
      <p:sp>
        <p:nvSpPr>
          <p:cNvPr id="499" name="Google Shape;499;p8"/>
          <p:cNvSpPr txBox="1"/>
          <p:nvPr/>
        </p:nvSpPr>
        <p:spPr>
          <a:xfrm>
            <a:off x="5184000" y="5616000"/>
            <a:ext cx="3744000" cy="5760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プロジェクトメンバーおよびステークホルダーとのコミュニケーションを管理します。</a:t>
            </a:r>
            <a:endParaRPr sz="1400">
              <a:solidFill>
                <a:schemeClr val="dk1"/>
              </a:solidFill>
              <a:latin typeface="Arial"/>
              <a:ea typeface="Arial"/>
              <a:cs typeface="Arial"/>
              <a:sym typeface="Arial"/>
            </a:endParaRPr>
          </a:p>
        </p:txBody>
      </p:sp>
      <p:grpSp>
        <p:nvGrpSpPr>
          <p:cNvPr id="500" name="Google Shape;500;p8"/>
          <p:cNvGrpSpPr/>
          <p:nvPr/>
        </p:nvGrpSpPr>
        <p:grpSpPr>
          <a:xfrm>
            <a:off x="4428000" y="5425971"/>
            <a:ext cx="664360" cy="664364"/>
            <a:chOff x="4428000" y="5425971"/>
            <a:chExt cx="664360" cy="664364"/>
          </a:xfrm>
        </p:grpSpPr>
        <p:sp>
          <p:nvSpPr>
            <p:cNvPr id="501" name="Google Shape;501;p8"/>
            <p:cNvSpPr/>
            <p:nvPr/>
          </p:nvSpPr>
          <p:spPr>
            <a:xfrm>
              <a:off x="4428000" y="5425971"/>
              <a:ext cx="664360" cy="664364"/>
            </a:xfrm>
            <a:prstGeom prst="ellipse">
              <a:avLst/>
            </a:prstGeom>
            <a:solidFill>
              <a:schemeClr val="accent6"/>
            </a:solidFill>
            <a:ln cap="flat" cmpd="sng" w="76200">
              <a:solidFill>
                <a:srgbClr val="EDEDE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502" name="Google Shape;502;p8"/>
            <p:cNvPicPr preferRelativeResize="0"/>
            <p:nvPr/>
          </p:nvPicPr>
          <p:blipFill rotWithShape="1">
            <a:blip r:embed="rId7">
              <a:alphaModFix/>
            </a:blip>
            <a:srcRect b="0" l="0" r="0" t="0"/>
            <a:stretch/>
          </p:blipFill>
          <p:spPr>
            <a:xfrm>
              <a:off x="4572000" y="5580000"/>
              <a:ext cx="396000" cy="315423"/>
            </a:xfrm>
            <a:prstGeom prst="rect">
              <a:avLst/>
            </a:prstGeom>
            <a:noFill/>
            <a:ln>
              <a:noFill/>
            </a:ln>
          </p:spPr>
        </p:pic>
      </p:grpSp>
      <p:sp>
        <p:nvSpPr>
          <p:cNvPr id="503" name="Google Shape;503;p8"/>
          <p:cNvSpPr txBox="1"/>
          <p:nvPr/>
        </p:nvSpPr>
        <p:spPr>
          <a:xfrm>
            <a:off x="432000" y="2376000"/>
            <a:ext cx="3132000" cy="1944000"/>
          </a:xfrm>
          <a:prstGeom prst="rect">
            <a:avLst/>
          </a:prstGeom>
          <a:noFill/>
          <a:ln>
            <a:noFill/>
          </a:ln>
        </p:spPr>
        <p:txBody>
          <a:bodyPr anchorCtr="0" anchor="t" bIns="45700" lIns="72000" spcFirstLastPara="1" rIns="72000" wrap="square" tIns="45700">
            <a:noAutofit/>
          </a:bodyPr>
          <a:lstStyle/>
          <a:p>
            <a:pPr indent="0" lvl="0" marL="0" marR="0" rtl="0" algn="l">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PMおよびPMOにより統合的なプロジェクト管理を実施します。特に右記の６つの管理項目は貴社との情報共有が重要と認識しております。また、日常的なモニタリングにより計画との差異が発生した場合には速やかに是正処置を検討・実施します。</a:t>
            </a:r>
            <a:endParaRPr sz="1400">
              <a:solidFill>
                <a:schemeClr val="dk1"/>
              </a:solidFill>
              <a:latin typeface="Arial"/>
              <a:ea typeface="Arial"/>
              <a:cs typeface="Arial"/>
              <a:sym typeface="Arial"/>
            </a:endParaRPr>
          </a:p>
        </p:txBody>
      </p:sp>
      <p:grpSp>
        <p:nvGrpSpPr>
          <p:cNvPr id="504" name="Google Shape;504;p8"/>
          <p:cNvGrpSpPr/>
          <p:nvPr/>
        </p:nvGrpSpPr>
        <p:grpSpPr>
          <a:xfrm>
            <a:off x="4428000" y="3703128"/>
            <a:ext cx="664360" cy="664364"/>
            <a:chOff x="4428000" y="3703128"/>
            <a:chExt cx="664360" cy="664364"/>
          </a:xfrm>
        </p:grpSpPr>
        <p:sp>
          <p:nvSpPr>
            <p:cNvPr id="505" name="Google Shape;505;p8"/>
            <p:cNvSpPr/>
            <p:nvPr/>
          </p:nvSpPr>
          <p:spPr>
            <a:xfrm>
              <a:off x="4428000" y="3703128"/>
              <a:ext cx="664360" cy="664364"/>
            </a:xfrm>
            <a:prstGeom prst="ellipse">
              <a:avLst/>
            </a:prstGeom>
            <a:solidFill>
              <a:schemeClr val="accent4"/>
            </a:solidFill>
            <a:ln cap="flat" cmpd="sng" w="76200">
              <a:solidFill>
                <a:srgbClr val="EDEDE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506" name="Google Shape;506;p8"/>
            <p:cNvPicPr preferRelativeResize="0"/>
            <p:nvPr/>
          </p:nvPicPr>
          <p:blipFill rotWithShape="1">
            <a:blip r:embed="rId8">
              <a:alphaModFix/>
            </a:blip>
            <a:srcRect b="0" l="0" r="0" t="0"/>
            <a:stretch/>
          </p:blipFill>
          <p:spPr>
            <a:xfrm>
              <a:off x="4616764" y="3852000"/>
              <a:ext cx="360000" cy="348582"/>
            </a:xfrm>
            <a:prstGeom prst="rect">
              <a:avLst/>
            </a:prstGeom>
            <a:noFill/>
            <a:ln>
              <a:noFill/>
            </a:ln>
          </p:spPr>
        </p:pic>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9"/>
          <p:cNvSpPr txBox="1"/>
          <p:nvPr>
            <p:ph type="title"/>
          </p:nvPr>
        </p:nvSpPr>
        <p:spPr>
          <a:xfrm>
            <a:off x="144000" y="36000"/>
            <a:ext cx="8856000" cy="5760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3000"/>
              <a:buFont typeface="Arial"/>
              <a:buNone/>
            </a:pPr>
            <a:r>
              <a:rPr lang="ja-JP"/>
              <a:t>オフショア開発によるコスト削減</a:t>
            </a:r>
            <a:endParaRPr/>
          </a:p>
        </p:txBody>
      </p:sp>
      <p:sp>
        <p:nvSpPr>
          <p:cNvPr id="513" name="Google Shape;513;p9"/>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ja-JP"/>
              <a:t>Copyright© 2020 SystemEXE,Inc. all rights reserved.</a:t>
            </a:r>
            <a:endParaRPr/>
          </a:p>
        </p:txBody>
      </p:sp>
      <p:sp>
        <p:nvSpPr>
          <p:cNvPr id="514" name="Google Shape;514;p9"/>
          <p:cNvSpPr txBox="1"/>
          <p:nvPr>
            <p:ph idx="12" type="sldNum"/>
          </p:nvPr>
        </p:nvSpPr>
        <p:spPr>
          <a:xfrm>
            <a:off x="4212000" y="6500068"/>
            <a:ext cx="720000" cy="288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ja-JP"/>
              <a:t>‹#›</a:t>
            </a:fld>
            <a:endParaRPr/>
          </a:p>
        </p:txBody>
      </p:sp>
      <p:pic>
        <p:nvPicPr>
          <p:cNvPr id="515" name="Google Shape;515;p9"/>
          <p:cNvPicPr preferRelativeResize="0"/>
          <p:nvPr/>
        </p:nvPicPr>
        <p:blipFill rotWithShape="1">
          <a:blip r:embed="rId3">
            <a:alphaModFix/>
          </a:blip>
          <a:srcRect b="0" l="23725" r="22038" t="0"/>
          <a:stretch/>
        </p:blipFill>
        <p:spPr>
          <a:xfrm>
            <a:off x="144000" y="864000"/>
            <a:ext cx="1366775" cy="2520000"/>
          </a:xfrm>
          <a:prstGeom prst="rect">
            <a:avLst/>
          </a:prstGeom>
          <a:noFill/>
          <a:ln>
            <a:noFill/>
          </a:ln>
        </p:spPr>
      </p:pic>
      <p:sp>
        <p:nvSpPr>
          <p:cNvPr id="516" name="Google Shape;516;p9"/>
          <p:cNvSpPr txBox="1"/>
          <p:nvPr/>
        </p:nvSpPr>
        <p:spPr>
          <a:xfrm>
            <a:off x="144000" y="1080000"/>
            <a:ext cx="8856000" cy="720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弊社のグループ会社であるシステムエグゼベトナムは、</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オフショア開発における生産拠点として活動しています。</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本提案におきましても</a:t>
            </a:r>
            <a:r>
              <a:rPr b="1" lang="ja-JP" sz="1400">
                <a:solidFill>
                  <a:schemeClr val="accent1"/>
                </a:solidFill>
                <a:latin typeface="Arial"/>
                <a:ea typeface="Arial"/>
                <a:cs typeface="Arial"/>
                <a:sym typeface="Arial"/>
              </a:rPr>
              <a:t>オフショア開発を実施することでコストの削減</a:t>
            </a:r>
            <a:r>
              <a:rPr lang="ja-JP" sz="1400">
                <a:solidFill>
                  <a:schemeClr val="dk1"/>
                </a:solidFill>
                <a:latin typeface="Arial"/>
                <a:ea typeface="Arial"/>
                <a:cs typeface="Arial"/>
                <a:sym typeface="Arial"/>
              </a:rPr>
              <a:t>を図ります。</a:t>
            </a:r>
            <a:endParaRPr/>
          </a:p>
        </p:txBody>
      </p:sp>
      <p:sp>
        <p:nvSpPr>
          <p:cNvPr id="517" name="Google Shape;517;p9"/>
          <p:cNvSpPr txBox="1"/>
          <p:nvPr/>
        </p:nvSpPr>
        <p:spPr>
          <a:xfrm>
            <a:off x="1584000" y="1944000"/>
            <a:ext cx="7200000" cy="1224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ja-JP" sz="1600">
                <a:solidFill>
                  <a:srgbClr val="1E4E79"/>
                </a:solidFill>
                <a:latin typeface="Arial"/>
                <a:ea typeface="Arial"/>
                <a:cs typeface="Arial"/>
                <a:sym typeface="Arial"/>
              </a:rPr>
              <a:t>システムエグゼベトナム</a:t>
            </a:r>
            <a:endParaRPr b="1" sz="1600">
              <a:solidFill>
                <a:srgbClr val="1E4E79"/>
              </a:solidFill>
              <a:latin typeface="Arial"/>
              <a:ea typeface="Arial"/>
              <a:cs typeface="Arial"/>
              <a:sym typeface="Arial"/>
            </a:endParaRPr>
          </a:p>
          <a:p>
            <a:pPr indent="0" lvl="0" marL="0" marR="0" rtl="0" algn="l">
              <a:spcBef>
                <a:spcPts val="0"/>
              </a:spcBef>
              <a:spcAft>
                <a:spcPts val="0"/>
              </a:spcAft>
              <a:buNone/>
            </a:pPr>
            <a:r>
              <a:rPr b="1" lang="ja-JP" sz="1400">
                <a:solidFill>
                  <a:schemeClr val="dk1"/>
                </a:solidFill>
                <a:latin typeface="Arial"/>
                <a:ea typeface="Arial"/>
                <a:cs typeface="Arial"/>
                <a:sym typeface="Arial"/>
              </a:rPr>
              <a:t>社名</a:t>
            </a:r>
            <a:r>
              <a:rPr lang="ja-JP" sz="1400">
                <a:solidFill>
                  <a:schemeClr val="dk1"/>
                </a:solidFill>
                <a:latin typeface="Arial"/>
                <a:ea typeface="Arial"/>
                <a:cs typeface="Arial"/>
                <a:sym typeface="Arial"/>
              </a:rPr>
              <a:t>：SYSTEMEXE VIETNAM COMPANY LIMITED</a:t>
            </a:r>
            <a:endParaRPr/>
          </a:p>
          <a:p>
            <a:pPr indent="0" lvl="0" marL="0" marR="0" rtl="0" algn="l">
              <a:spcBef>
                <a:spcPts val="0"/>
              </a:spcBef>
              <a:spcAft>
                <a:spcPts val="0"/>
              </a:spcAft>
              <a:buNone/>
            </a:pPr>
            <a:r>
              <a:rPr b="1" lang="ja-JP" sz="1400">
                <a:solidFill>
                  <a:schemeClr val="dk1"/>
                </a:solidFill>
                <a:latin typeface="Arial"/>
                <a:ea typeface="Arial"/>
                <a:cs typeface="Arial"/>
                <a:sym typeface="Arial"/>
              </a:rPr>
              <a:t>出資</a:t>
            </a:r>
            <a:r>
              <a:rPr lang="ja-JP" sz="1400">
                <a:solidFill>
                  <a:schemeClr val="dk1"/>
                </a:solidFill>
                <a:latin typeface="Arial"/>
                <a:ea typeface="Arial"/>
                <a:cs typeface="Arial"/>
                <a:sym typeface="Arial"/>
              </a:rPr>
              <a:t>：株式会社システムエグゼ　100%出資　</a:t>
            </a:r>
            <a:r>
              <a:rPr b="1" lang="ja-JP" sz="1400">
                <a:solidFill>
                  <a:schemeClr val="dk1"/>
                </a:solidFill>
                <a:latin typeface="Arial"/>
                <a:ea typeface="Arial"/>
                <a:cs typeface="Arial"/>
                <a:sym typeface="Arial"/>
              </a:rPr>
              <a:t>設立</a:t>
            </a:r>
            <a:r>
              <a:rPr lang="ja-JP" sz="1400">
                <a:solidFill>
                  <a:schemeClr val="dk1"/>
                </a:solidFill>
                <a:latin typeface="Arial"/>
                <a:ea typeface="Arial"/>
                <a:cs typeface="Arial"/>
                <a:sym typeface="Arial"/>
              </a:rPr>
              <a:t>：2010年10月20日</a:t>
            </a:r>
            <a:endParaRPr/>
          </a:p>
          <a:p>
            <a:pPr indent="0" lvl="0" marL="0" marR="0" rtl="0" algn="l">
              <a:spcBef>
                <a:spcPts val="0"/>
              </a:spcBef>
              <a:spcAft>
                <a:spcPts val="0"/>
              </a:spcAft>
              <a:buNone/>
            </a:pPr>
            <a:r>
              <a:rPr b="1" lang="ja-JP" sz="1400">
                <a:solidFill>
                  <a:schemeClr val="dk1"/>
                </a:solidFill>
                <a:latin typeface="Arial"/>
                <a:ea typeface="Arial"/>
                <a:cs typeface="Arial"/>
                <a:sym typeface="Arial"/>
              </a:rPr>
              <a:t>所在地</a:t>
            </a:r>
            <a:r>
              <a:rPr lang="ja-JP" sz="1400">
                <a:solidFill>
                  <a:schemeClr val="dk1"/>
                </a:solidFill>
                <a:latin typeface="Arial"/>
                <a:ea typeface="Arial"/>
                <a:cs typeface="Arial"/>
                <a:sym typeface="Arial"/>
              </a:rPr>
              <a:t>：2F, E-Town 1, 364 Cong Hoa ST., Tan Binh Dist., Ho Chi Minh City, VIETNAM</a:t>
            </a:r>
            <a:endParaRPr/>
          </a:p>
          <a:p>
            <a:pPr indent="0" lvl="0" marL="0" marR="0" rtl="0" algn="l">
              <a:spcBef>
                <a:spcPts val="0"/>
              </a:spcBef>
              <a:spcAft>
                <a:spcPts val="0"/>
              </a:spcAft>
              <a:buNone/>
            </a:pPr>
            <a:r>
              <a:rPr b="1" lang="ja-JP" sz="1400">
                <a:solidFill>
                  <a:schemeClr val="dk1"/>
                </a:solidFill>
                <a:latin typeface="Arial"/>
                <a:ea typeface="Arial"/>
                <a:cs typeface="Arial"/>
                <a:sym typeface="Arial"/>
              </a:rPr>
              <a:t>TEL</a:t>
            </a:r>
            <a:r>
              <a:rPr lang="ja-JP" sz="1400">
                <a:solidFill>
                  <a:schemeClr val="dk1"/>
                </a:solidFill>
                <a:latin typeface="Arial"/>
                <a:ea typeface="Arial"/>
                <a:cs typeface="Arial"/>
                <a:sym typeface="Arial"/>
              </a:rPr>
              <a:t>：+84-28-3810-3385　</a:t>
            </a:r>
            <a:r>
              <a:rPr b="1" lang="ja-JP" sz="1400">
                <a:solidFill>
                  <a:schemeClr val="dk1"/>
                </a:solidFill>
                <a:latin typeface="Arial"/>
                <a:ea typeface="Arial"/>
                <a:cs typeface="Arial"/>
                <a:sym typeface="Arial"/>
              </a:rPr>
              <a:t>Webサイト</a:t>
            </a:r>
            <a:r>
              <a:rPr lang="ja-JP" sz="1400">
                <a:solidFill>
                  <a:schemeClr val="dk1"/>
                </a:solidFill>
                <a:latin typeface="Arial"/>
                <a:ea typeface="Arial"/>
                <a:cs typeface="Arial"/>
                <a:sym typeface="Arial"/>
              </a:rPr>
              <a:t>：</a:t>
            </a:r>
            <a:r>
              <a:rPr lang="ja-JP" sz="1400" u="sng">
                <a:solidFill>
                  <a:schemeClr val="dk1"/>
                </a:solidFill>
                <a:latin typeface="Arial"/>
                <a:ea typeface="Arial"/>
                <a:cs typeface="Arial"/>
                <a:sym typeface="Arial"/>
                <a:hlinkClick r:id="rId4">
                  <a:extLst>
                    <a:ext uri="{A12FA001-AC4F-418D-AE19-62706E023703}">
                      <ahyp:hlinkClr val="tx"/>
                    </a:ext>
                  </a:extLst>
                </a:hlinkClick>
              </a:rPr>
              <a:t>http://www.system-exe.com.vn/</a:t>
            </a:r>
            <a:endParaRPr sz="1400">
              <a:solidFill>
                <a:schemeClr val="dk1"/>
              </a:solidFill>
              <a:latin typeface="Arial"/>
              <a:ea typeface="Arial"/>
              <a:cs typeface="Arial"/>
              <a:sym typeface="Arial"/>
            </a:endParaRPr>
          </a:p>
        </p:txBody>
      </p:sp>
      <p:grpSp>
        <p:nvGrpSpPr>
          <p:cNvPr id="518" name="Google Shape;518;p9"/>
          <p:cNvGrpSpPr/>
          <p:nvPr/>
        </p:nvGrpSpPr>
        <p:grpSpPr>
          <a:xfrm>
            <a:off x="143999" y="3456000"/>
            <a:ext cx="8856001" cy="2880000"/>
            <a:chOff x="143999" y="3240000"/>
            <a:chExt cx="8856001" cy="2880000"/>
          </a:xfrm>
        </p:grpSpPr>
        <p:sp>
          <p:nvSpPr>
            <p:cNvPr id="519" name="Google Shape;519;p9"/>
            <p:cNvSpPr/>
            <p:nvPr/>
          </p:nvSpPr>
          <p:spPr>
            <a:xfrm>
              <a:off x="143999" y="3600000"/>
              <a:ext cx="4356000" cy="1224000"/>
            </a:xfrm>
            <a:prstGeom prst="rect">
              <a:avLst/>
            </a:prstGeom>
            <a:noFill/>
            <a:ln>
              <a:noFill/>
            </a:ln>
          </p:spPr>
          <p:txBody>
            <a:bodyPr anchorCtr="0" anchor="t" bIns="72000" lIns="72000" spcFirstLastPara="1" rIns="72000" wrap="square" tIns="72000">
              <a:no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2012年4月、現地では希少な</a:t>
              </a:r>
              <a:r>
                <a:rPr b="1" lang="ja-JP" sz="1400">
                  <a:solidFill>
                    <a:schemeClr val="accent1"/>
                  </a:solidFill>
                  <a:latin typeface="Arial"/>
                  <a:ea typeface="Arial"/>
                  <a:cs typeface="Arial"/>
                  <a:sym typeface="Arial"/>
                </a:rPr>
                <a:t>ISMS（ISO/IEC27001）</a:t>
              </a:r>
              <a:r>
                <a:rPr lang="ja-JP" sz="1400">
                  <a:solidFill>
                    <a:schemeClr val="dk1"/>
                  </a:solidFill>
                  <a:latin typeface="Arial"/>
                  <a:ea typeface="Arial"/>
                  <a:cs typeface="Arial"/>
                  <a:sym typeface="Arial"/>
                </a:rPr>
                <a:t>を取得しました。IDカードによる入退室管理はもちろん、開発室への私物持ち込みもなし。日本の大手保険会社様のセキュリティ要件もクリアした現地トップクラスのセキュアな環境です。</a:t>
              </a:r>
              <a:endParaRPr b="1" sz="1400">
                <a:solidFill>
                  <a:schemeClr val="dk1"/>
                </a:solidFill>
                <a:latin typeface="Arial"/>
                <a:ea typeface="Arial"/>
                <a:cs typeface="Arial"/>
                <a:sym typeface="Arial"/>
              </a:endParaRPr>
            </a:p>
          </p:txBody>
        </p:sp>
        <p:sp>
          <p:nvSpPr>
            <p:cNvPr id="520" name="Google Shape;520;p9"/>
            <p:cNvSpPr/>
            <p:nvPr/>
          </p:nvSpPr>
          <p:spPr>
            <a:xfrm>
              <a:off x="4680000" y="3600000"/>
              <a:ext cx="4320000" cy="2484000"/>
            </a:xfrm>
            <a:prstGeom prst="rect">
              <a:avLst/>
            </a:prstGeom>
            <a:noFill/>
            <a:ln>
              <a:noFill/>
            </a:ln>
          </p:spPr>
          <p:txBody>
            <a:bodyPr anchorCtr="0" anchor="t" bIns="72000" lIns="72000" spcFirstLastPara="1" rIns="72000" wrap="square" tIns="72000">
              <a:no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システムエグゼベトナムでは、 ISO9001の認証を取得している</a:t>
              </a:r>
              <a:r>
                <a:rPr b="1" lang="ja-JP" sz="1400">
                  <a:solidFill>
                    <a:schemeClr val="accent1"/>
                  </a:solidFill>
                  <a:latin typeface="Arial"/>
                  <a:ea typeface="Arial"/>
                  <a:cs typeface="Arial"/>
                  <a:sym typeface="Arial"/>
                </a:rPr>
                <a:t>システムエグゼの開発プロセスに準拠した開発</a:t>
              </a:r>
              <a:r>
                <a:rPr lang="ja-JP" sz="1400">
                  <a:solidFill>
                    <a:schemeClr val="dk1"/>
                  </a:solidFill>
                  <a:latin typeface="Arial"/>
                  <a:ea typeface="Arial"/>
                  <a:cs typeface="Arial"/>
                  <a:sym typeface="Arial"/>
                </a:rPr>
                <a:t>を行っております。</a:t>
              </a:r>
              <a:endParaRPr sz="1400">
                <a:solidFill>
                  <a:schemeClr val="dk1"/>
                </a:solidFill>
                <a:latin typeface="Arial"/>
                <a:ea typeface="Arial"/>
                <a:cs typeface="Arial"/>
                <a:sym typeface="Arial"/>
              </a:endParaRPr>
            </a:p>
            <a:p>
              <a:pPr indent="0" lvl="0" marL="0" marR="0" rtl="0" algn="l">
                <a:spcBef>
                  <a:spcPts val="600"/>
                </a:spcBef>
                <a:spcAft>
                  <a:spcPts val="0"/>
                </a:spcAft>
                <a:buNone/>
              </a:pPr>
              <a:r>
                <a:rPr lang="ja-JP" sz="1400">
                  <a:solidFill>
                    <a:schemeClr val="dk1"/>
                  </a:solidFill>
                  <a:latin typeface="Arial"/>
                  <a:ea typeface="Arial"/>
                  <a:cs typeface="Arial"/>
                  <a:sym typeface="Arial"/>
                </a:rPr>
                <a:t>また、システムエグゼベトナムでは</a:t>
              </a:r>
              <a:r>
                <a:rPr b="1" lang="ja-JP" sz="1400">
                  <a:solidFill>
                    <a:schemeClr val="accent1"/>
                  </a:solidFill>
                  <a:latin typeface="Arial"/>
                  <a:ea typeface="Arial"/>
                  <a:cs typeface="Arial"/>
                  <a:sym typeface="Arial"/>
                </a:rPr>
                <a:t>年間5,000時間以上の日本語学習</a:t>
              </a:r>
              <a:r>
                <a:rPr lang="ja-JP" sz="1400">
                  <a:solidFill>
                    <a:schemeClr val="dk1"/>
                  </a:solidFill>
                  <a:latin typeface="Arial"/>
                  <a:ea typeface="Arial"/>
                  <a:cs typeface="Arial"/>
                  <a:sym typeface="Arial"/>
                </a:rPr>
                <a:t>を実施し、社員の半数近くがJLPT日本語能力試験の資格を保有しております。毎年日本に半年～1年留学させての研修も行っており、日本の業務の進め方の理解や品質への意識向上に努めています。さらに、日本のシステムエグゼで経験を積んだメンバーがベトナムに転籍しており、日本の文化が浸透しています。</a:t>
              </a:r>
              <a:endParaRPr sz="1400">
                <a:solidFill>
                  <a:schemeClr val="dk1"/>
                </a:solidFill>
                <a:latin typeface="Arial"/>
                <a:ea typeface="Arial"/>
                <a:cs typeface="Arial"/>
                <a:sym typeface="Arial"/>
              </a:endParaRPr>
            </a:p>
          </p:txBody>
        </p:sp>
        <p:grpSp>
          <p:nvGrpSpPr>
            <p:cNvPr id="521" name="Google Shape;521;p9"/>
            <p:cNvGrpSpPr/>
            <p:nvPr/>
          </p:nvGrpSpPr>
          <p:grpSpPr>
            <a:xfrm>
              <a:off x="144000" y="3240000"/>
              <a:ext cx="4356000" cy="288000"/>
              <a:chOff x="144000" y="4288216"/>
              <a:chExt cx="4356000" cy="288000"/>
            </a:xfrm>
          </p:grpSpPr>
          <p:sp>
            <p:nvSpPr>
              <p:cNvPr id="522" name="Google Shape;522;p9"/>
              <p:cNvSpPr/>
              <p:nvPr/>
            </p:nvSpPr>
            <p:spPr>
              <a:xfrm>
                <a:off x="144000" y="4288216"/>
                <a:ext cx="4356000" cy="28800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23" name="Google Shape;523;p9"/>
              <p:cNvSpPr/>
              <p:nvPr/>
            </p:nvSpPr>
            <p:spPr>
              <a:xfrm>
                <a:off x="144000" y="4288216"/>
                <a:ext cx="360000" cy="288000"/>
              </a:xfrm>
              <a:prstGeom prst="homePlate">
                <a:avLst>
                  <a:gd fmla="val 50000" name="adj"/>
                </a:avLst>
              </a:prstGeom>
              <a:solidFill>
                <a:srgbClr val="9CC2E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24" name="Google Shape;524;p9"/>
              <p:cNvSpPr txBox="1"/>
              <p:nvPr/>
            </p:nvSpPr>
            <p:spPr>
              <a:xfrm>
                <a:off x="504000" y="4288216"/>
                <a:ext cx="2736000" cy="288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4E79"/>
                  </a:buClr>
                  <a:buSzPts val="1600"/>
                  <a:buFont typeface="Arial"/>
                  <a:buNone/>
                </a:pPr>
                <a:r>
                  <a:rPr b="1" lang="ja-JP" sz="1600">
                    <a:solidFill>
                      <a:srgbClr val="1E4E79"/>
                    </a:solidFill>
                    <a:latin typeface="Arial"/>
                    <a:ea typeface="Arial"/>
                    <a:cs typeface="Arial"/>
                    <a:sym typeface="Arial"/>
                  </a:rPr>
                  <a:t>強固なセキュリティ</a:t>
                </a:r>
                <a:endParaRPr b="1" sz="1600">
                  <a:solidFill>
                    <a:srgbClr val="1E4E79"/>
                  </a:solidFill>
                  <a:latin typeface="Arial"/>
                  <a:ea typeface="Arial"/>
                  <a:cs typeface="Arial"/>
                  <a:sym typeface="Arial"/>
                </a:endParaRPr>
              </a:p>
            </p:txBody>
          </p:sp>
        </p:grpSp>
        <p:grpSp>
          <p:nvGrpSpPr>
            <p:cNvPr id="525" name="Google Shape;525;p9"/>
            <p:cNvGrpSpPr/>
            <p:nvPr/>
          </p:nvGrpSpPr>
          <p:grpSpPr>
            <a:xfrm>
              <a:off x="4644000" y="3240000"/>
              <a:ext cx="4356000" cy="288000"/>
              <a:chOff x="144000" y="4288216"/>
              <a:chExt cx="4356000" cy="288000"/>
            </a:xfrm>
          </p:grpSpPr>
          <p:sp>
            <p:nvSpPr>
              <p:cNvPr id="526" name="Google Shape;526;p9"/>
              <p:cNvSpPr/>
              <p:nvPr/>
            </p:nvSpPr>
            <p:spPr>
              <a:xfrm>
                <a:off x="144000" y="4288216"/>
                <a:ext cx="4356000" cy="28800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27" name="Google Shape;527;p9"/>
              <p:cNvSpPr/>
              <p:nvPr/>
            </p:nvSpPr>
            <p:spPr>
              <a:xfrm>
                <a:off x="144000" y="4288216"/>
                <a:ext cx="360000" cy="288000"/>
              </a:xfrm>
              <a:prstGeom prst="homePlate">
                <a:avLst>
                  <a:gd fmla="val 50000" name="adj"/>
                </a:avLst>
              </a:prstGeom>
              <a:solidFill>
                <a:srgbClr val="9CC2E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28" name="Google Shape;528;p9"/>
              <p:cNvSpPr txBox="1"/>
              <p:nvPr/>
            </p:nvSpPr>
            <p:spPr>
              <a:xfrm>
                <a:off x="504000" y="4288216"/>
                <a:ext cx="2736000" cy="288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4E79"/>
                  </a:buClr>
                  <a:buSzPts val="1600"/>
                  <a:buFont typeface="Arial"/>
                  <a:buNone/>
                </a:pPr>
                <a:r>
                  <a:rPr b="1" lang="ja-JP" sz="1600">
                    <a:solidFill>
                      <a:srgbClr val="1E4E79"/>
                    </a:solidFill>
                    <a:latin typeface="Arial"/>
                    <a:ea typeface="Arial"/>
                    <a:cs typeface="Arial"/>
                    <a:sym typeface="Arial"/>
                  </a:rPr>
                  <a:t>日本文化の理解</a:t>
                </a:r>
                <a:endParaRPr b="1" sz="1600">
                  <a:solidFill>
                    <a:srgbClr val="1E4E79"/>
                  </a:solidFill>
                  <a:latin typeface="Arial"/>
                  <a:ea typeface="Arial"/>
                  <a:cs typeface="Arial"/>
                  <a:sym typeface="Arial"/>
                </a:endParaRPr>
              </a:p>
            </p:txBody>
          </p:sp>
        </p:grpSp>
        <p:grpSp>
          <p:nvGrpSpPr>
            <p:cNvPr id="529" name="Google Shape;529;p9"/>
            <p:cNvGrpSpPr/>
            <p:nvPr/>
          </p:nvGrpSpPr>
          <p:grpSpPr>
            <a:xfrm>
              <a:off x="144000" y="4968000"/>
              <a:ext cx="4356001" cy="1152000"/>
              <a:chOff x="324000" y="4896000"/>
              <a:chExt cx="4356001" cy="1152000"/>
            </a:xfrm>
          </p:grpSpPr>
          <p:sp>
            <p:nvSpPr>
              <p:cNvPr id="530" name="Google Shape;530;p9"/>
              <p:cNvSpPr/>
              <p:nvPr/>
            </p:nvSpPr>
            <p:spPr>
              <a:xfrm>
                <a:off x="324000" y="5256000"/>
                <a:ext cx="4356000" cy="792000"/>
              </a:xfrm>
              <a:prstGeom prst="rect">
                <a:avLst/>
              </a:prstGeom>
              <a:noFill/>
              <a:ln>
                <a:noFill/>
              </a:ln>
            </p:spPr>
            <p:txBody>
              <a:bodyPr anchorCtr="0" anchor="t" bIns="72000" lIns="72000" spcFirstLastPara="1" rIns="72000" wrap="square" tIns="72000">
                <a:no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システムエグゼとの連携により、保険（生損保）、製造（生産管理）、医療といった</a:t>
                </a:r>
                <a:r>
                  <a:rPr b="1" lang="ja-JP" sz="1400">
                    <a:solidFill>
                      <a:schemeClr val="accent1"/>
                    </a:solidFill>
                    <a:latin typeface="Arial"/>
                    <a:ea typeface="Arial"/>
                    <a:cs typeface="Arial"/>
                    <a:sym typeface="Arial"/>
                  </a:rPr>
                  <a:t>専門業務に強いオフショア開発サービス</a:t>
                </a:r>
                <a:r>
                  <a:rPr lang="ja-JP" sz="1400">
                    <a:solidFill>
                      <a:schemeClr val="dk1"/>
                    </a:solidFill>
                    <a:latin typeface="Arial"/>
                    <a:ea typeface="Arial"/>
                    <a:cs typeface="Arial"/>
                    <a:sym typeface="Arial"/>
                  </a:rPr>
                  <a:t>をご提供いたしております。</a:t>
                </a:r>
                <a:endParaRPr sz="1400">
                  <a:solidFill>
                    <a:schemeClr val="dk1"/>
                  </a:solidFill>
                  <a:latin typeface="Arial"/>
                  <a:ea typeface="Arial"/>
                  <a:cs typeface="Arial"/>
                  <a:sym typeface="Arial"/>
                </a:endParaRPr>
              </a:p>
            </p:txBody>
          </p:sp>
          <p:grpSp>
            <p:nvGrpSpPr>
              <p:cNvPr id="531" name="Google Shape;531;p9"/>
              <p:cNvGrpSpPr/>
              <p:nvPr/>
            </p:nvGrpSpPr>
            <p:grpSpPr>
              <a:xfrm>
                <a:off x="324001" y="4896000"/>
                <a:ext cx="4356000" cy="288000"/>
                <a:chOff x="144000" y="4288216"/>
                <a:chExt cx="4356000" cy="288000"/>
              </a:xfrm>
            </p:grpSpPr>
            <p:sp>
              <p:nvSpPr>
                <p:cNvPr id="532" name="Google Shape;532;p9"/>
                <p:cNvSpPr/>
                <p:nvPr/>
              </p:nvSpPr>
              <p:spPr>
                <a:xfrm>
                  <a:off x="144000" y="4288216"/>
                  <a:ext cx="4356000" cy="28800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33" name="Google Shape;533;p9"/>
                <p:cNvSpPr/>
                <p:nvPr/>
              </p:nvSpPr>
              <p:spPr>
                <a:xfrm>
                  <a:off x="144000" y="4288216"/>
                  <a:ext cx="360000" cy="288000"/>
                </a:xfrm>
                <a:prstGeom prst="homePlate">
                  <a:avLst>
                    <a:gd fmla="val 50000" name="adj"/>
                  </a:avLst>
                </a:prstGeom>
                <a:solidFill>
                  <a:srgbClr val="9CC2E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34" name="Google Shape;534;p9"/>
                <p:cNvSpPr txBox="1"/>
                <p:nvPr/>
              </p:nvSpPr>
              <p:spPr>
                <a:xfrm>
                  <a:off x="504000" y="4288216"/>
                  <a:ext cx="2736000" cy="288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4E79"/>
                    </a:buClr>
                    <a:buSzPts val="1600"/>
                    <a:buFont typeface="Arial"/>
                    <a:buNone/>
                  </a:pPr>
                  <a:r>
                    <a:rPr b="1" lang="ja-JP" sz="1600">
                      <a:solidFill>
                        <a:srgbClr val="1E4E79"/>
                      </a:solidFill>
                      <a:latin typeface="Arial"/>
                      <a:ea typeface="Arial"/>
                      <a:cs typeface="Arial"/>
                      <a:sym typeface="Arial"/>
                    </a:rPr>
                    <a:t>専門業務システムの開発にも対応</a:t>
                  </a:r>
                  <a:endParaRPr b="1" sz="1600">
                    <a:solidFill>
                      <a:srgbClr val="1E4E79"/>
                    </a:solidFill>
                    <a:latin typeface="Arial"/>
                    <a:ea typeface="Arial"/>
                    <a:cs typeface="Arial"/>
                    <a:sym typeface="Arial"/>
                  </a:endParaRPr>
                </a:p>
              </p:txBody>
            </p:sp>
          </p:grpSp>
        </p:gr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10"/>
          <p:cNvSpPr txBox="1"/>
          <p:nvPr>
            <p:ph type="title"/>
          </p:nvPr>
        </p:nvSpPr>
        <p:spPr>
          <a:xfrm>
            <a:off x="144000" y="36000"/>
            <a:ext cx="8856000" cy="5760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3000"/>
              <a:buFont typeface="Arial"/>
              <a:buNone/>
            </a:pPr>
            <a:r>
              <a:rPr lang="ja-JP"/>
              <a:t>柔軟な対応で安定稼働をサポートする保守</a:t>
            </a:r>
            <a:endParaRPr/>
          </a:p>
        </p:txBody>
      </p:sp>
      <p:sp>
        <p:nvSpPr>
          <p:cNvPr id="540" name="Google Shape;540;p10"/>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ja-JP"/>
              <a:t>Copyright© 2020 SystemEXE,Inc. all rights reserved.</a:t>
            </a:r>
            <a:endParaRPr/>
          </a:p>
        </p:txBody>
      </p:sp>
      <p:sp>
        <p:nvSpPr>
          <p:cNvPr id="541" name="Google Shape;541;p10"/>
          <p:cNvSpPr txBox="1"/>
          <p:nvPr>
            <p:ph idx="12" type="sldNum"/>
          </p:nvPr>
        </p:nvSpPr>
        <p:spPr>
          <a:xfrm>
            <a:off x="4212000" y="6500068"/>
            <a:ext cx="720000" cy="288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ja-JP"/>
              <a:t>‹#›</a:t>
            </a:fld>
            <a:endParaRPr/>
          </a:p>
        </p:txBody>
      </p:sp>
      <p:grpSp>
        <p:nvGrpSpPr>
          <p:cNvPr id="542" name="Google Shape;542;p10"/>
          <p:cNvGrpSpPr/>
          <p:nvPr/>
        </p:nvGrpSpPr>
        <p:grpSpPr>
          <a:xfrm>
            <a:off x="4716000" y="1368000"/>
            <a:ext cx="3888000" cy="2232000"/>
            <a:chOff x="4788000" y="1152000"/>
            <a:chExt cx="3888000" cy="2232000"/>
          </a:xfrm>
        </p:grpSpPr>
        <p:sp>
          <p:nvSpPr>
            <p:cNvPr id="543" name="Google Shape;543;p10"/>
            <p:cNvSpPr/>
            <p:nvPr/>
          </p:nvSpPr>
          <p:spPr>
            <a:xfrm>
              <a:off x="4788000" y="1152000"/>
              <a:ext cx="3888000" cy="2232000"/>
            </a:xfrm>
            <a:prstGeom prst="roundRect">
              <a:avLst>
                <a:gd fmla="val 2940" name="adj"/>
              </a:avLst>
            </a:prstGeom>
            <a:solidFill>
              <a:srgbClr val="FBE4D4"/>
            </a:solidFill>
            <a:ln>
              <a:noFill/>
            </a:ln>
          </p:spPr>
          <p:txBody>
            <a:bodyPr anchorCtr="0" anchor="t" bIns="36000" lIns="144000" spcFirstLastPara="1" rIns="144000" wrap="square" tIns="504000">
              <a:noAutofit/>
            </a:bodyPr>
            <a:lstStyle/>
            <a:p>
              <a:pPr indent="0" lvl="0" marL="0" marR="0" rtl="0" algn="l">
                <a:lnSpc>
                  <a:spcPct val="10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保守作業としての工数を予め確保いたします。これにより、迅速な対応を実現します。</a:t>
              </a:r>
              <a:br>
                <a:rPr lang="ja-JP" sz="1400">
                  <a:solidFill>
                    <a:schemeClr val="dk1"/>
                  </a:solidFill>
                  <a:latin typeface="Arial"/>
                  <a:ea typeface="Arial"/>
                  <a:cs typeface="Arial"/>
                  <a:sym typeface="Arial"/>
                </a:rPr>
              </a:br>
              <a:endParaRPr sz="1400">
                <a:solidFill>
                  <a:schemeClr val="dk1"/>
                </a:solidFill>
                <a:latin typeface="Arial"/>
                <a:ea typeface="Arial"/>
                <a:cs typeface="Arial"/>
                <a:sym typeface="Arial"/>
              </a:endParaRPr>
            </a:p>
            <a:p>
              <a:pPr indent="-228600" lvl="0" marL="228600" marR="0" rtl="0" algn="l">
                <a:lnSpc>
                  <a:spcPct val="100000"/>
                </a:lnSpc>
                <a:spcBef>
                  <a:spcPts val="600"/>
                </a:spcBef>
                <a:spcAft>
                  <a:spcPts val="0"/>
                </a:spcAft>
                <a:buClr>
                  <a:schemeClr val="dk1"/>
                </a:buClr>
                <a:buSzPts val="1400"/>
                <a:buFont typeface="Arial"/>
                <a:buChar char="※"/>
              </a:pPr>
              <a:r>
                <a:rPr lang="ja-JP" sz="1400">
                  <a:solidFill>
                    <a:schemeClr val="dk1"/>
                  </a:solidFill>
                  <a:latin typeface="Arial"/>
                  <a:ea typeface="Arial"/>
                  <a:cs typeface="Arial"/>
                  <a:sym typeface="Arial"/>
                </a:rPr>
                <a:t>保守につきましては準委任契約とさせて頂き、1か月間の工数の上限時間を設けさせて頂きます。</a:t>
              </a:r>
              <a:endParaRPr sz="1400">
                <a:solidFill>
                  <a:schemeClr val="dk1"/>
                </a:solidFill>
                <a:latin typeface="Arial"/>
                <a:ea typeface="Arial"/>
                <a:cs typeface="Arial"/>
                <a:sym typeface="Arial"/>
              </a:endParaRPr>
            </a:p>
          </p:txBody>
        </p:sp>
        <p:sp>
          <p:nvSpPr>
            <p:cNvPr id="544" name="Google Shape;544;p10"/>
            <p:cNvSpPr/>
            <p:nvPr/>
          </p:nvSpPr>
          <p:spPr>
            <a:xfrm flipH="1">
              <a:off x="8172000" y="1224000"/>
              <a:ext cx="360000" cy="288000"/>
            </a:xfrm>
            <a:prstGeom prst="homePlat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45" name="Google Shape;545;p10"/>
            <p:cNvSpPr txBox="1"/>
            <p:nvPr/>
          </p:nvSpPr>
          <p:spPr>
            <a:xfrm>
              <a:off x="4788000" y="1224000"/>
              <a:ext cx="3384000" cy="2880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E4E79"/>
                </a:buClr>
                <a:buSzPts val="1600"/>
                <a:buFont typeface="Arial"/>
                <a:buNone/>
              </a:pPr>
              <a:r>
                <a:rPr b="1" lang="ja-JP" sz="1600">
                  <a:solidFill>
                    <a:srgbClr val="1E4E79"/>
                  </a:solidFill>
                  <a:latin typeface="Arial"/>
                  <a:ea typeface="Arial"/>
                  <a:cs typeface="Arial"/>
                  <a:sym typeface="Arial"/>
                </a:rPr>
                <a:t>保守工数の確保</a:t>
              </a:r>
              <a:endParaRPr b="1" sz="1600">
                <a:solidFill>
                  <a:srgbClr val="1E4E79"/>
                </a:solidFill>
                <a:latin typeface="Arial"/>
                <a:ea typeface="Arial"/>
                <a:cs typeface="Arial"/>
                <a:sym typeface="Arial"/>
              </a:endParaRPr>
            </a:p>
          </p:txBody>
        </p:sp>
      </p:grpSp>
      <p:grpSp>
        <p:nvGrpSpPr>
          <p:cNvPr id="546" name="Google Shape;546;p10"/>
          <p:cNvGrpSpPr/>
          <p:nvPr/>
        </p:nvGrpSpPr>
        <p:grpSpPr>
          <a:xfrm>
            <a:off x="4716000" y="3888000"/>
            <a:ext cx="3888000" cy="2232000"/>
            <a:chOff x="4788000" y="4176000"/>
            <a:chExt cx="3888000" cy="2232000"/>
          </a:xfrm>
        </p:grpSpPr>
        <p:sp>
          <p:nvSpPr>
            <p:cNvPr id="547" name="Google Shape;547;p10"/>
            <p:cNvSpPr/>
            <p:nvPr/>
          </p:nvSpPr>
          <p:spPr>
            <a:xfrm>
              <a:off x="4788000" y="4176000"/>
              <a:ext cx="3888000" cy="2232000"/>
            </a:xfrm>
            <a:prstGeom prst="roundRect">
              <a:avLst>
                <a:gd fmla="val 2940" name="adj"/>
              </a:avLst>
            </a:prstGeom>
            <a:solidFill>
              <a:srgbClr val="FFF2CC"/>
            </a:solidFill>
            <a:ln>
              <a:noFill/>
            </a:ln>
          </p:spPr>
          <p:txBody>
            <a:bodyPr anchorCtr="0" anchor="t" bIns="36000" lIns="144000" spcFirstLastPara="1" rIns="144000" wrap="square" tIns="504000">
              <a:noAutofit/>
            </a:bodyPr>
            <a:lstStyle/>
            <a:p>
              <a:pPr indent="0" lvl="0" marL="0" marR="0" rtl="0" algn="l">
                <a:lnSpc>
                  <a:spcPct val="10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弊社にはインフラまたはDBを専門とする組織がございます。アプリ開発担当部門にて解決が難しい場合に他本部協力を得ることが可能です。</a:t>
              </a:r>
              <a:endParaRPr sz="1400">
                <a:solidFill>
                  <a:schemeClr val="dk1"/>
                </a:solidFill>
                <a:latin typeface="Arial"/>
                <a:ea typeface="Arial"/>
                <a:cs typeface="Arial"/>
                <a:sym typeface="Arial"/>
              </a:endParaRPr>
            </a:p>
            <a:p>
              <a:pPr indent="0" lvl="0" marL="0" marR="0" rtl="0" algn="l">
                <a:lnSpc>
                  <a:spcPct val="100000"/>
                </a:lnSpc>
                <a:spcBef>
                  <a:spcPts val="600"/>
                </a:spcBef>
                <a:spcAft>
                  <a:spcPts val="0"/>
                </a:spcAft>
                <a:buClr>
                  <a:schemeClr val="dk1"/>
                </a:buClr>
                <a:buSzPts val="1400"/>
                <a:buFont typeface="Arial"/>
                <a:buNone/>
              </a:pPr>
              <a:r>
                <a:rPr lang="ja-JP" sz="1400">
                  <a:solidFill>
                    <a:schemeClr val="dk1"/>
                  </a:solidFill>
                  <a:latin typeface="Arial"/>
                  <a:ea typeface="Arial"/>
                  <a:cs typeface="Arial"/>
                  <a:sym typeface="Arial"/>
                </a:rPr>
                <a:t>インフラおよびデータベースに関して、貴社業務を担当するチームもございます。</a:t>
              </a:r>
              <a:endParaRPr sz="1400">
                <a:solidFill>
                  <a:schemeClr val="dk1"/>
                </a:solidFill>
                <a:latin typeface="Arial"/>
                <a:ea typeface="Arial"/>
                <a:cs typeface="Arial"/>
                <a:sym typeface="Arial"/>
              </a:endParaRPr>
            </a:p>
          </p:txBody>
        </p:sp>
        <p:sp>
          <p:nvSpPr>
            <p:cNvPr id="548" name="Google Shape;548;p10"/>
            <p:cNvSpPr/>
            <p:nvPr/>
          </p:nvSpPr>
          <p:spPr>
            <a:xfrm flipH="1">
              <a:off x="8172000" y="4248000"/>
              <a:ext cx="360000" cy="288000"/>
            </a:xfrm>
            <a:prstGeom prst="homePlate">
              <a:avLst>
                <a:gd fmla="val 50000" name="adj"/>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49" name="Google Shape;549;p10"/>
            <p:cNvSpPr txBox="1"/>
            <p:nvPr/>
          </p:nvSpPr>
          <p:spPr>
            <a:xfrm>
              <a:off x="4788000" y="4248000"/>
              <a:ext cx="3384000" cy="2880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E4E79"/>
                </a:buClr>
                <a:buSzPts val="1600"/>
                <a:buFont typeface="Arial"/>
                <a:buNone/>
              </a:pPr>
              <a:r>
                <a:rPr b="1" lang="ja-JP" sz="1600">
                  <a:solidFill>
                    <a:srgbClr val="1E4E79"/>
                  </a:solidFill>
                  <a:latin typeface="Arial"/>
                  <a:ea typeface="Arial"/>
                  <a:cs typeface="Arial"/>
                  <a:sym typeface="Arial"/>
                </a:rPr>
                <a:t>他本部協力が可能</a:t>
              </a:r>
              <a:endParaRPr b="1" sz="1600">
                <a:solidFill>
                  <a:srgbClr val="1E4E79"/>
                </a:solidFill>
                <a:latin typeface="Arial"/>
                <a:ea typeface="Arial"/>
                <a:cs typeface="Arial"/>
                <a:sym typeface="Arial"/>
              </a:endParaRPr>
            </a:p>
          </p:txBody>
        </p:sp>
      </p:grpSp>
      <p:grpSp>
        <p:nvGrpSpPr>
          <p:cNvPr id="550" name="Google Shape;550;p10"/>
          <p:cNvGrpSpPr/>
          <p:nvPr/>
        </p:nvGrpSpPr>
        <p:grpSpPr>
          <a:xfrm>
            <a:off x="540000" y="1368000"/>
            <a:ext cx="3888000" cy="2232000"/>
            <a:chOff x="540000" y="1152000"/>
            <a:chExt cx="3888000" cy="2232000"/>
          </a:xfrm>
        </p:grpSpPr>
        <p:sp>
          <p:nvSpPr>
            <p:cNvPr id="551" name="Google Shape;551;p10"/>
            <p:cNvSpPr/>
            <p:nvPr/>
          </p:nvSpPr>
          <p:spPr>
            <a:xfrm>
              <a:off x="540000" y="1152000"/>
              <a:ext cx="3888000" cy="2232000"/>
            </a:xfrm>
            <a:prstGeom prst="roundRect">
              <a:avLst>
                <a:gd fmla="val 2940" name="adj"/>
              </a:avLst>
            </a:prstGeom>
            <a:solidFill>
              <a:srgbClr val="DDEAF6"/>
            </a:solidFill>
            <a:ln>
              <a:noFill/>
            </a:ln>
          </p:spPr>
          <p:txBody>
            <a:bodyPr anchorCtr="0" anchor="t" bIns="36000" lIns="144000" spcFirstLastPara="1" rIns="144000" wrap="square" tIns="504000">
              <a:noAutofit/>
            </a:bodyPr>
            <a:lstStyle/>
            <a:p>
              <a:pPr indent="0" lvl="0" marL="0" marR="0" rtl="0" algn="l">
                <a:lnSpc>
                  <a:spcPct val="10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弊社千葉オフィスは、</a:t>
              </a:r>
              <a:r>
                <a:rPr b="1" lang="ja-JP" sz="1400">
                  <a:solidFill>
                    <a:schemeClr val="accent1"/>
                  </a:solidFill>
                  <a:latin typeface="Arial"/>
                  <a:ea typeface="Arial"/>
                  <a:cs typeface="Arial"/>
                  <a:sym typeface="Arial"/>
                </a:rPr>
                <a:t>貴社へリモート接続できる環境</a:t>
              </a:r>
              <a:r>
                <a:rPr lang="ja-JP" sz="1400">
                  <a:solidFill>
                    <a:schemeClr val="dk1"/>
                  </a:solidFill>
                  <a:latin typeface="Arial"/>
                  <a:ea typeface="Arial"/>
                  <a:cs typeface="Arial"/>
                  <a:sym typeface="Arial"/>
                </a:rPr>
                <a:t>が整っております。そのため、弊社内からの対応作業が可能です。</a:t>
              </a:r>
              <a:endParaRPr sz="1400">
                <a:solidFill>
                  <a:schemeClr val="dk1"/>
                </a:solidFill>
                <a:latin typeface="Arial"/>
                <a:ea typeface="Arial"/>
                <a:cs typeface="Arial"/>
                <a:sym typeface="Arial"/>
              </a:endParaRPr>
            </a:p>
            <a:p>
              <a:pPr indent="-228600" lvl="0" marL="228600" marR="0" rtl="0" algn="l">
                <a:lnSpc>
                  <a:spcPct val="100000"/>
                </a:lnSpc>
                <a:spcBef>
                  <a:spcPts val="600"/>
                </a:spcBef>
                <a:spcAft>
                  <a:spcPts val="0"/>
                </a:spcAft>
                <a:buClr>
                  <a:schemeClr val="dk1"/>
                </a:buClr>
                <a:buSzPts val="1400"/>
                <a:buFont typeface="Arial"/>
                <a:buChar char="※"/>
              </a:pPr>
              <a:r>
                <a:rPr lang="ja-JP" sz="1400">
                  <a:solidFill>
                    <a:schemeClr val="dk1"/>
                  </a:solidFill>
                  <a:latin typeface="Arial"/>
                  <a:ea typeface="Arial"/>
                  <a:cs typeface="Arial"/>
                  <a:sym typeface="Arial"/>
                </a:rPr>
                <a:t>別途、千葉運転管理システムにアクセスできるようFWの設定を実施頂く必要があります。</a:t>
              </a:r>
              <a:endParaRPr sz="1400">
                <a:solidFill>
                  <a:schemeClr val="dk1"/>
                </a:solidFill>
                <a:latin typeface="Arial"/>
                <a:ea typeface="Arial"/>
                <a:cs typeface="Arial"/>
                <a:sym typeface="Arial"/>
              </a:endParaRPr>
            </a:p>
          </p:txBody>
        </p:sp>
        <p:sp>
          <p:nvSpPr>
            <p:cNvPr id="552" name="Google Shape;552;p10"/>
            <p:cNvSpPr/>
            <p:nvPr/>
          </p:nvSpPr>
          <p:spPr>
            <a:xfrm>
              <a:off x="612000" y="1224000"/>
              <a:ext cx="360000" cy="288000"/>
            </a:xfrm>
            <a:prstGeom prst="homePlate">
              <a:avLst>
                <a:gd fmla="val 50000" name="adj"/>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53" name="Google Shape;553;p10"/>
            <p:cNvSpPr txBox="1"/>
            <p:nvPr/>
          </p:nvSpPr>
          <p:spPr>
            <a:xfrm>
              <a:off x="972000" y="1224000"/>
              <a:ext cx="3384000" cy="288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4E79"/>
                </a:buClr>
                <a:buSzPts val="1600"/>
                <a:buFont typeface="Arial"/>
                <a:buNone/>
              </a:pPr>
              <a:r>
                <a:rPr b="1" lang="ja-JP" sz="1600">
                  <a:solidFill>
                    <a:srgbClr val="1E4E79"/>
                  </a:solidFill>
                  <a:latin typeface="Arial"/>
                  <a:ea typeface="Arial"/>
                  <a:cs typeface="Arial"/>
                  <a:sym typeface="Arial"/>
                </a:rPr>
                <a:t>リモート接続による保守</a:t>
              </a:r>
              <a:endParaRPr b="1" sz="1600">
                <a:solidFill>
                  <a:srgbClr val="1E4E79"/>
                </a:solidFill>
                <a:latin typeface="Arial"/>
                <a:ea typeface="Arial"/>
                <a:cs typeface="Arial"/>
                <a:sym typeface="Arial"/>
              </a:endParaRPr>
            </a:p>
          </p:txBody>
        </p:sp>
      </p:grpSp>
      <p:grpSp>
        <p:nvGrpSpPr>
          <p:cNvPr id="554" name="Google Shape;554;p10"/>
          <p:cNvGrpSpPr/>
          <p:nvPr/>
        </p:nvGrpSpPr>
        <p:grpSpPr>
          <a:xfrm>
            <a:off x="540000" y="3888000"/>
            <a:ext cx="3888000" cy="2232000"/>
            <a:chOff x="540000" y="4104000"/>
            <a:chExt cx="3888000" cy="2232000"/>
          </a:xfrm>
        </p:grpSpPr>
        <p:sp>
          <p:nvSpPr>
            <p:cNvPr id="555" name="Google Shape;555;p10"/>
            <p:cNvSpPr/>
            <p:nvPr/>
          </p:nvSpPr>
          <p:spPr>
            <a:xfrm>
              <a:off x="540000" y="4104000"/>
              <a:ext cx="3888000" cy="2232000"/>
            </a:xfrm>
            <a:prstGeom prst="roundRect">
              <a:avLst>
                <a:gd fmla="val 2940" name="adj"/>
              </a:avLst>
            </a:prstGeom>
            <a:solidFill>
              <a:srgbClr val="E1EFD8"/>
            </a:solidFill>
            <a:ln>
              <a:noFill/>
            </a:ln>
          </p:spPr>
          <p:txBody>
            <a:bodyPr anchorCtr="0" anchor="t" bIns="36000" lIns="144000" spcFirstLastPara="1" rIns="144000" wrap="square" tIns="504000">
              <a:noAutofit/>
            </a:bodyPr>
            <a:lstStyle/>
            <a:p>
              <a:pPr indent="0" lvl="0" marL="0" marR="0" rtl="0" algn="l">
                <a:lnSpc>
                  <a:spcPct val="100000"/>
                </a:lnSpc>
                <a:spcBef>
                  <a:spcPts val="0"/>
                </a:spcBef>
                <a:spcAft>
                  <a:spcPts val="0"/>
                </a:spcAft>
                <a:buClr>
                  <a:schemeClr val="accent1"/>
                </a:buClr>
                <a:buSzPts val="1400"/>
                <a:buFont typeface="Arial"/>
                <a:buNone/>
              </a:pPr>
              <a:r>
                <a:rPr b="1" lang="ja-JP" sz="1400">
                  <a:solidFill>
                    <a:schemeClr val="accent1"/>
                  </a:solidFill>
                  <a:latin typeface="Arial"/>
                  <a:ea typeface="Arial"/>
                  <a:cs typeface="Arial"/>
                  <a:sym typeface="Arial"/>
                </a:rPr>
                <a:t>貴社内での作業を可</a:t>
              </a:r>
              <a:r>
                <a:rPr lang="ja-JP" sz="1400">
                  <a:solidFill>
                    <a:schemeClr val="dk1"/>
                  </a:solidFill>
                  <a:latin typeface="Arial"/>
                  <a:ea typeface="Arial"/>
                  <a:cs typeface="Arial"/>
                  <a:sym typeface="Arial"/>
                </a:rPr>
                <a:t>とします。弊社千葉オフィスは、貴社千葉事業所と同じ県内にあることから比較的移動時間が少なくすみます。</a:t>
              </a:r>
              <a:endParaRPr sz="1400">
                <a:solidFill>
                  <a:schemeClr val="dk1"/>
                </a:solidFill>
                <a:latin typeface="Arial"/>
                <a:ea typeface="Arial"/>
                <a:cs typeface="Arial"/>
                <a:sym typeface="Arial"/>
              </a:endParaRPr>
            </a:p>
            <a:p>
              <a:pPr indent="-228600" lvl="0" marL="228600" marR="0" rtl="0" algn="l">
                <a:lnSpc>
                  <a:spcPct val="100000"/>
                </a:lnSpc>
                <a:spcBef>
                  <a:spcPts val="600"/>
                </a:spcBef>
                <a:spcAft>
                  <a:spcPts val="0"/>
                </a:spcAft>
                <a:buClr>
                  <a:schemeClr val="dk1"/>
                </a:buClr>
                <a:buSzPts val="1400"/>
                <a:buFont typeface="Arial"/>
                <a:buChar char="※"/>
              </a:pPr>
              <a:r>
                <a:rPr lang="ja-JP" sz="1400">
                  <a:solidFill>
                    <a:schemeClr val="dk1"/>
                  </a:solidFill>
                  <a:latin typeface="Arial"/>
                  <a:ea typeface="Arial"/>
                  <a:cs typeface="Arial"/>
                  <a:sym typeface="Arial"/>
                </a:rPr>
                <a:t>貴社内での作業は、新川事務所または千葉事業所に限定させて頂きます。</a:t>
              </a:r>
              <a:endParaRPr sz="1400">
                <a:solidFill>
                  <a:schemeClr val="dk1"/>
                </a:solidFill>
                <a:latin typeface="Arial"/>
                <a:ea typeface="Arial"/>
                <a:cs typeface="Arial"/>
                <a:sym typeface="Arial"/>
              </a:endParaRPr>
            </a:p>
          </p:txBody>
        </p:sp>
        <p:sp>
          <p:nvSpPr>
            <p:cNvPr id="556" name="Google Shape;556;p10"/>
            <p:cNvSpPr/>
            <p:nvPr/>
          </p:nvSpPr>
          <p:spPr>
            <a:xfrm>
              <a:off x="612000" y="4248000"/>
              <a:ext cx="360000" cy="288000"/>
            </a:xfrm>
            <a:prstGeom prst="homePlate">
              <a:avLst>
                <a:gd fmla="val 50000" name="adj"/>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57" name="Google Shape;557;p10"/>
            <p:cNvSpPr txBox="1"/>
            <p:nvPr/>
          </p:nvSpPr>
          <p:spPr>
            <a:xfrm>
              <a:off x="972000" y="4248000"/>
              <a:ext cx="3384000" cy="288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4E79"/>
                </a:buClr>
                <a:buSzPts val="1600"/>
                <a:buFont typeface="Arial"/>
                <a:buNone/>
              </a:pPr>
              <a:r>
                <a:rPr b="1" lang="ja-JP" sz="1600">
                  <a:solidFill>
                    <a:srgbClr val="1E4E79"/>
                  </a:solidFill>
                  <a:latin typeface="Arial"/>
                  <a:ea typeface="Arial"/>
                  <a:cs typeface="Arial"/>
                  <a:sym typeface="Arial"/>
                </a:rPr>
                <a:t>オンサイト対応可</a:t>
              </a:r>
              <a:endParaRPr b="1" sz="1600">
                <a:solidFill>
                  <a:srgbClr val="1E4E79"/>
                </a:solidFill>
                <a:latin typeface="Arial"/>
                <a:ea typeface="Arial"/>
                <a:cs typeface="Arial"/>
                <a:sym typeface="Arial"/>
              </a:endParaRPr>
            </a:p>
          </p:txBody>
        </p:sp>
      </p:grpSp>
      <p:grpSp>
        <p:nvGrpSpPr>
          <p:cNvPr id="558" name="Google Shape;558;p10"/>
          <p:cNvGrpSpPr/>
          <p:nvPr/>
        </p:nvGrpSpPr>
        <p:grpSpPr>
          <a:xfrm>
            <a:off x="3960000" y="3132000"/>
            <a:ext cx="1224000" cy="1224000"/>
            <a:chOff x="3960000" y="3132000"/>
            <a:chExt cx="1224000" cy="1224000"/>
          </a:xfrm>
        </p:grpSpPr>
        <p:grpSp>
          <p:nvGrpSpPr>
            <p:cNvPr id="559" name="Google Shape;559;p10"/>
            <p:cNvGrpSpPr/>
            <p:nvPr/>
          </p:nvGrpSpPr>
          <p:grpSpPr>
            <a:xfrm>
              <a:off x="3960000" y="3132000"/>
              <a:ext cx="1224000" cy="1224000"/>
              <a:chOff x="3870000" y="4710879"/>
              <a:chExt cx="1224000" cy="1224000"/>
            </a:xfrm>
          </p:grpSpPr>
          <p:sp>
            <p:nvSpPr>
              <p:cNvPr id="560" name="Google Shape;560;p10"/>
              <p:cNvSpPr/>
              <p:nvPr/>
            </p:nvSpPr>
            <p:spPr>
              <a:xfrm>
                <a:off x="3870000" y="4710879"/>
                <a:ext cx="1224000" cy="1224000"/>
              </a:xfrm>
              <a:prstGeom prst="arc">
                <a:avLst>
                  <a:gd fmla="val 16200000" name="adj1"/>
                  <a:gd fmla="val 0" name="adj2"/>
                </a:avLst>
              </a:prstGeom>
              <a:solidFill>
                <a:schemeClr val="lt1"/>
              </a:solidFill>
              <a:ln cap="flat" cmpd="sng" w="1270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61" name="Google Shape;561;p10"/>
              <p:cNvSpPr/>
              <p:nvPr/>
            </p:nvSpPr>
            <p:spPr>
              <a:xfrm flipH="1">
                <a:off x="3870000" y="4710879"/>
                <a:ext cx="1224000" cy="1224000"/>
              </a:xfrm>
              <a:prstGeom prst="arc">
                <a:avLst>
                  <a:gd fmla="val 16200000" name="adj1"/>
                  <a:gd fmla="val 0" name="adj2"/>
                </a:avLst>
              </a:prstGeom>
              <a:solidFill>
                <a:schemeClr val="lt1"/>
              </a:solidFill>
              <a:ln cap="flat" cmpd="sng" w="1270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62" name="Google Shape;562;p10"/>
              <p:cNvSpPr/>
              <p:nvPr/>
            </p:nvSpPr>
            <p:spPr>
              <a:xfrm rot="10800000">
                <a:off x="3870000" y="4710879"/>
                <a:ext cx="1224000" cy="1224000"/>
              </a:xfrm>
              <a:prstGeom prst="arc">
                <a:avLst>
                  <a:gd fmla="val 16200000" name="adj1"/>
                  <a:gd fmla="val 0" name="adj2"/>
                </a:avLst>
              </a:prstGeom>
              <a:solidFill>
                <a:schemeClr val="lt1"/>
              </a:solidFill>
              <a:ln cap="flat" cmpd="sng" w="127000">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63" name="Google Shape;563;p10"/>
              <p:cNvSpPr/>
              <p:nvPr/>
            </p:nvSpPr>
            <p:spPr>
              <a:xfrm flipH="1" rot="10800000">
                <a:off x="3870000" y="4710879"/>
                <a:ext cx="1224000" cy="1224000"/>
              </a:xfrm>
              <a:prstGeom prst="arc">
                <a:avLst>
                  <a:gd fmla="val 16200000" name="adj1"/>
                  <a:gd fmla="val 0" name="adj2"/>
                </a:avLst>
              </a:prstGeom>
              <a:solidFill>
                <a:schemeClr val="lt1"/>
              </a:solidFill>
              <a:ln cap="flat" cmpd="sng" w="127000">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64" name="Google Shape;564;p10"/>
            <p:cNvSpPr txBox="1"/>
            <p:nvPr/>
          </p:nvSpPr>
          <p:spPr>
            <a:xfrm>
              <a:off x="4032000" y="3456000"/>
              <a:ext cx="1080000" cy="576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1E4E79"/>
                </a:buClr>
                <a:buSzPts val="2400"/>
                <a:buFont typeface="Arial"/>
                <a:buNone/>
              </a:pPr>
              <a:r>
                <a:rPr b="1" lang="ja-JP" sz="2400">
                  <a:solidFill>
                    <a:srgbClr val="1E4E79"/>
                  </a:solidFill>
                  <a:latin typeface="Arial"/>
                  <a:ea typeface="Arial"/>
                  <a:cs typeface="Arial"/>
                  <a:sym typeface="Arial"/>
                </a:rPr>
                <a:t>保守</a:t>
              </a:r>
              <a:endParaRPr b="1" sz="2400">
                <a:solidFill>
                  <a:srgbClr val="1E4E79"/>
                </a:solidFill>
                <a:latin typeface="Arial"/>
                <a:ea typeface="Arial"/>
                <a:cs typeface="Arial"/>
                <a:sym typeface="Arial"/>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11"/>
          <p:cNvSpPr txBox="1"/>
          <p:nvPr>
            <p:ph type="ctrTitle"/>
          </p:nvPr>
        </p:nvSpPr>
        <p:spPr>
          <a:xfrm>
            <a:off x="72000" y="2088000"/>
            <a:ext cx="9000000" cy="2520000"/>
          </a:xfrm>
          <a:prstGeom prst="rect">
            <a:avLst/>
          </a:prstGeom>
          <a:noFill/>
          <a:ln>
            <a:noFill/>
          </a:ln>
        </p:spPr>
        <p:txBody>
          <a:bodyPr anchorCtr="0" anchor="ctr" bIns="45700" lIns="91425" spcFirstLastPara="1" rIns="91425" wrap="square" tIns="45700">
            <a:normAutofit/>
          </a:bodyPr>
          <a:lstStyle/>
          <a:p>
            <a:pPr indent="0" lvl="0" marL="0" rtl="0" algn="ctr">
              <a:lnSpc>
                <a:spcPct val="120000"/>
              </a:lnSpc>
              <a:spcBef>
                <a:spcPts val="0"/>
              </a:spcBef>
              <a:spcAft>
                <a:spcPts val="0"/>
              </a:spcAft>
              <a:buClr>
                <a:schemeClr val="dk1"/>
              </a:buClr>
              <a:buSzPts val="4000"/>
              <a:buFont typeface="Arial"/>
              <a:buNone/>
            </a:pPr>
            <a:r>
              <a:rPr lang="ja-JP"/>
              <a:t>現行システムの理解</a:t>
            </a:r>
            <a:endParaRPr/>
          </a:p>
        </p:txBody>
      </p:sp>
      <p:sp>
        <p:nvSpPr>
          <p:cNvPr id="570" name="Google Shape;570;p11"/>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ja-JP"/>
              <a:t>Copyright© 2020 SystemEXE,Inc. all rights reserved.</a:t>
            </a:r>
            <a:endParaRPr/>
          </a:p>
        </p:txBody>
      </p:sp>
      <p:sp>
        <p:nvSpPr>
          <p:cNvPr id="571" name="Google Shape;571;p11"/>
          <p:cNvSpPr txBox="1"/>
          <p:nvPr>
            <p:ph idx="12" type="sldNum"/>
          </p:nvPr>
        </p:nvSpPr>
        <p:spPr>
          <a:xfrm>
            <a:off x="4212000" y="6500068"/>
            <a:ext cx="720000" cy="288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ja-JP"/>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p12"/>
          <p:cNvSpPr txBox="1"/>
          <p:nvPr>
            <p:ph type="title"/>
          </p:nvPr>
        </p:nvSpPr>
        <p:spPr>
          <a:xfrm>
            <a:off x="144000" y="36000"/>
            <a:ext cx="8856000" cy="5760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3000"/>
              <a:buFont typeface="Arial"/>
              <a:buNone/>
            </a:pPr>
            <a:r>
              <a:rPr lang="ja-JP"/>
              <a:t>千葉運転管理システムの位置づけ</a:t>
            </a:r>
            <a:endParaRPr/>
          </a:p>
        </p:txBody>
      </p:sp>
      <p:sp>
        <p:nvSpPr>
          <p:cNvPr id="577" name="Google Shape;577;p12"/>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ja-JP"/>
              <a:t>Copyright© 2020 SystemEXE,Inc. all rights reserved.</a:t>
            </a:r>
            <a:endParaRPr/>
          </a:p>
        </p:txBody>
      </p:sp>
      <p:sp>
        <p:nvSpPr>
          <p:cNvPr id="578" name="Google Shape;578;p12"/>
          <p:cNvSpPr txBox="1"/>
          <p:nvPr>
            <p:ph idx="12" type="sldNum"/>
          </p:nvPr>
        </p:nvSpPr>
        <p:spPr>
          <a:xfrm>
            <a:off x="4212000" y="6500068"/>
            <a:ext cx="720000" cy="288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ja-JP"/>
              <a:t>‹#›</a:t>
            </a:fld>
            <a:endParaRPr/>
          </a:p>
        </p:txBody>
      </p:sp>
      <p:sp>
        <p:nvSpPr>
          <p:cNvPr id="579" name="Google Shape;579;p12"/>
          <p:cNvSpPr txBox="1"/>
          <p:nvPr/>
        </p:nvSpPr>
        <p:spPr>
          <a:xfrm>
            <a:off x="144000" y="1080000"/>
            <a:ext cx="8856000" cy="540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千葉運転管理システムは、潤滑事業における千葉事業所にて稼働するシステムであり、</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生産管理・製造計画・製造指図・物流/入出荷関連業務の役割を担うと認識しております。</a:t>
            </a:r>
            <a:endParaRPr sz="1400">
              <a:solidFill>
                <a:schemeClr val="dk1"/>
              </a:solidFill>
              <a:latin typeface="Arial"/>
              <a:ea typeface="Arial"/>
              <a:cs typeface="Arial"/>
              <a:sym typeface="Arial"/>
            </a:endParaRPr>
          </a:p>
        </p:txBody>
      </p:sp>
      <p:sp>
        <p:nvSpPr>
          <p:cNvPr id="580" name="Google Shape;580;p12"/>
          <p:cNvSpPr/>
          <p:nvPr/>
        </p:nvSpPr>
        <p:spPr>
          <a:xfrm>
            <a:off x="809356" y="2484000"/>
            <a:ext cx="1206000" cy="216000"/>
          </a:xfrm>
          <a:prstGeom prst="rect">
            <a:avLst/>
          </a:prstGeom>
          <a:solidFill>
            <a:schemeClr val="accent3"/>
          </a:solidFill>
          <a:ln cap="flat" cmpd="sng" w="12700">
            <a:solidFill>
              <a:schemeClr val="accent3"/>
            </a:solidFill>
            <a:prstDash val="solid"/>
            <a:miter lim="800000"/>
            <a:headEnd len="sm" w="sm" type="none"/>
            <a:tailEnd len="sm" w="sm" type="none"/>
          </a:ln>
        </p:spPr>
        <p:txBody>
          <a:bodyPr anchorCtr="0" anchor="ctr" bIns="0" lIns="36000" spcFirstLastPara="1" rIns="36000" wrap="square" tIns="36000">
            <a:noAutofit/>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性能管理</a:t>
            </a:r>
            <a:endParaRPr b="1" sz="1400">
              <a:solidFill>
                <a:schemeClr val="lt1"/>
              </a:solidFill>
              <a:latin typeface="Arial"/>
              <a:ea typeface="Arial"/>
              <a:cs typeface="Arial"/>
              <a:sym typeface="Arial"/>
            </a:endParaRPr>
          </a:p>
        </p:txBody>
      </p:sp>
      <p:sp>
        <p:nvSpPr>
          <p:cNvPr id="581" name="Google Shape;581;p12"/>
          <p:cNvSpPr/>
          <p:nvPr/>
        </p:nvSpPr>
        <p:spPr>
          <a:xfrm>
            <a:off x="809356" y="2736000"/>
            <a:ext cx="1206000" cy="216000"/>
          </a:xfrm>
          <a:prstGeom prst="rect">
            <a:avLst/>
          </a:prstGeom>
          <a:solidFill>
            <a:schemeClr val="accent3"/>
          </a:solidFill>
          <a:ln cap="flat" cmpd="sng" w="12700">
            <a:solidFill>
              <a:schemeClr val="accent3"/>
            </a:solidFill>
            <a:prstDash val="solid"/>
            <a:miter lim="800000"/>
            <a:headEnd len="sm" w="sm" type="none"/>
            <a:tailEnd len="sm" w="sm" type="none"/>
          </a:ln>
        </p:spPr>
        <p:txBody>
          <a:bodyPr anchorCtr="0" anchor="ctr" bIns="0" lIns="36000" spcFirstLastPara="1" rIns="36000" wrap="square" tIns="36000">
            <a:noAutofit/>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分析ﾓﾆﾀﾘﾝｸﾞ</a:t>
            </a:r>
            <a:endParaRPr b="1" sz="1400">
              <a:solidFill>
                <a:schemeClr val="lt1"/>
              </a:solidFill>
              <a:latin typeface="Arial"/>
              <a:ea typeface="Arial"/>
              <a:cs typeface="Arial"/>
              <a:sym typeface="Arial"/>
            </a:endParaRPr>
          </a:p>
        </p:txBody>
      </p:sp>
      <p:sp>
        <p:nvSpPr>
          <p:cNvPr id="582" name="Google Shape;582;p12"/>
          <p:cNvSpPr/>
          <p:nvPr/>
        </p:nvSpPr>
        <p:spPr>
          <a:xfrm>
            <a:off x="809356" y="2988000"/>
            <a:ext cx="1206000" cy="216000"/>
          </a:xfrm>
          <a:prstGeom prst="rect">
            <a:avLst/>
          </a:prstGeom>
          <a:solidFill>
            <a:schemeClr val="accent3"/>
          </a:solidFill>
          <a:ln cap="flat" cmpd="sng" w="12700">
            <a:solidFill>
              <a:schemeClr val="accent3"/>
            </a:solidFill>
            <a:prstDash val="solid"/>
            <a:miter lim="800000"/>
            <a:headEnd len="sm" w="sm" type="none"/>
            <a:tailEnd len="sm" w="sm" type="none"/>
          </a:ln>
        </p:spPr>
        <p:txBody>
          <a:bodyPr anchorCtr="0" anchor="ctr" bIns="0" lIns="36000" spcFirstLastPara="1" rIns="36000" wrap="square" tIns="36000">
            <a:noAutofit/>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ﾋｽﾄﾘｱﾝ</a:t>
            </a:r>
            <a:endParaRPr b="1" sz="1400">
              <a:solidFill>
                <a:schemeClr val="lt1"/>
              </a:solidFill>
              <a:latin typeface="Arial"/>
              <a:ea typeface="Arial"/>
              <a:cs typeface="Arial"/>
              <a:sym typeface="Arial"/>
            </a:endParaRPr>
          </a:p>
        </p:txBody>
      </p:sp>
      <p:sp>
        <p:nvSpPr>
          <p:cNvPr id="583" name="Google Shape;583;p12"/>
          <p:cNvSpPr/>
          <p:nvPr/>
        </p:nvSpPr>
        <p:spPr>
          <a:xfrm>
            <a:off x="809356" y="3240000"/>
            <a:ext cx="1206000" cy="216000"/>
          </a:xfrm>
          <a:prstGeom prst="rect">
            <a:avLst/>
          </a:prstGeom>
          <a:solidFill>
            <a:schemeClr val="accent3"/>
          </a:solidFill>
          <a:ln cap="flat" cmpd="sng" w="12700">
            <a:solidFill>
              <a:schemeClr val="accent3"/>
            </a:solidFill>
            <a:prstDash val="solid"/>
            <a:miter lim="800000"/>
            <a:headEnd len="sm" w="sm" type="none"/>
            <a:tailEnd len="sm" w="sm" type="none"/>
          </a:ln>
        </p:spPr>
        <p:txBody>
          <a:bodyPr anchorCtr="0" anchor="ctr" bIns="0" lIns="36000" spcFirstLastPara="1" rIns="36000" wrap="square" tIns="36000">
            <a:noAutofit/>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高度制御</a:t>
            </a:r>
            <a:endParaRPr b="1" sz="1400">
              <a:solidFill>
                <a:schemeClr val="lt1"/>
              </a:solidFill>
              <a:latin typeface="Arial"/>
              <a:ea typeface="Arial"/>
              <a:cs typeface="Arial"/>
              <a:sym typeface="Arial"/>
            </a:endParaRPr>
          </a:p>
        </p:txBody>
      </p:sp>
      <p:sp>
        <p:nvSpPr>
          <p:cNvPr id="584" name="Google Shape;584;p12"/>
          <p:cNvSpPr/>
          <p:nvPr/>
        </p:nvSpPr>
        <p:spPr>
          <a:xfrm>
            <a:off x="809356" y="3492000"/>
            <a:ext cx="1206000" cy="684000"/>
          </a:xfrm>
          <a:prstGeom prst="rect">
            <a:avLst/>
          </a:prstGeom>
          <a:solidFill>
            <a:schemeClr val="accent3"/>
          </a:solidFill>
          <a:ln cap="flat" cmpd="sng" w="12700">
            <a:solidFill>
              <a:schemeClr val="accent3"/>
            </a:solidFill>
            <a:prstDash val="solid"/>
            <a:miter lim="800000"/>
            <a:headEnd len="sm" w="sm" type="none"/>
            <a:tailEnd len="sm" w="sm" type="none"/>
          </a:ln>
        </p:spPr>
        <p:txBody>
          <a:bodyPr anchorCtr="0" anchor="ctr" bIns="0" lIns="36000" spcFirstLastPara="1" rIns="36000" wrap="square" tIns="36000">
            <a:noAutofit/>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LIMS</a:t>
            </a:r>
            <a:endParaRPr/>
          </a:p>
        </p:txBody>
      </p:sp>
      <p:sp>
        <p:nvSpPr>
          <p:cNvPr id="585" name="Google Shape;585;p12"/>
          <p:cNvSpPr/>
          <p:nvPr/>
        </p:nvSpPr>
        <p:spPr>
          <a:xfrm>
            <a:off x="809356" y="4212000"/>
            <a:ext cx="1206000" cy="216000"/>
          </a:xfrm>
          <a:prstGeom prst="rect">
            <a:avLst/>
          </a:prstGeom>
          <a:solidFill>
            <a:schemeClr val="accent3"/>
          </a:solidFill>
          <a:ln cap="flat" cmpd="sng" w="12700">
            <a:solidFill>
              <a:schemeClr val="accent3"/>
            </a:solidFill>
            <a:prstDash val="solid"/>
            <a:miter lim="800000"/>
            <a:headEnd len="sm" w="sm" type="none"/>
            <a:tailEnd len="sm" w="sm" type="none"/>
          </a:ln>
        </p:spPr>
        <p:txBody>
          <a:bodyPr anchorCtr="0" anchor="ctr" bIns="0" lIns="36000" spcFirstLastPara="1" rIns="36000" wrap="square" tIns="36000">
            <a:noAutofit/>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製造仕様管理</a:t>
            </a:r>
            <a:endParaRPr b="1" sz="1400">
              <a:solidFill>
                <a:schemeClr val="lt1"/>
              </a:solidFill>
              <a:latin typeface="Arial"/>
              <a:ea typeface="Arial"/>
              <a:cs typeface="Arial"/>
              <a:sym typeface="Arial"/>
            </a:endParaRPr>
          </a:p>
        </p:txBody>
      </p:sp>
      <p:sp>
        <p:nvSpPr>
          <p:cNvPr id="586" name="Google Shape;586;p12"/>
          <p:cNvSpPr/>
          <p:nvPr/>
        </p:nvSpPr>
        <p:spPr>
          <a:xfrm>
            <a:off x="809356" y="4464000"/>
            <a:ext cx="1206000" cy="216000"/>
          </a:xfrm>
          <a:prstGeom prst="rect">
            <a:avLst/>
          </a:prstGeom>
          <a:solidFill>
            <a:schemeClr val="accent3"/>
          </a:solidFill>
          <a:ln cap="flat" cmpd="sng" w="12700">
            <a:solidFill>
              <a:schemeClr val="accent3"/>
            </a:solidFill>
            <a:prstDash val="solid"/>
            <a:miter lim="800000"/>
            <a:headEnd len="sm" w="sm" type="none"/>
            <a:tailEnd len="sm" w="sm" type="none"/>
          </a:ln>
        </p:spPr>
        <p:txBody>
          <a:bodyPr anchorCtr="0" anchor="ctr" bIns="0" lIns="36000" spcFirstLastPara="1" rIns="36000" wrap="square" tIns="36000">
            <a:noAutofit/>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生産管理</a:t>
            </a:r>
            <a:endParaRPr b="1" sz="1400">
              <a:solidFill>
                <a:schemeClr val="lt1"/>
              </a:solidFill>
              <a:latin typeface="Arial"/>
              <a:ea typeface="Arial"/>
              <a:cs typeface="Arial"/>
              <a:sym typeface="Arial"/>
            </a:endParaRPr>
          </a:p>
        </p:txBody>
      </p:sp>
      <p:sp>
        <p:nvSpPr>
          <p:cNvPr id="587" name="Google Shape;587;p12"/>
          <p:cNvSpPr/>
          <p:nvPr/>
        </p:nvSpPr>
        <p:spPr>
          <a:xfrm>
            <a:off x="809356" y="4716000"/>
            <a:ext cx="1206000" cy="216000"/>
          </a:xfrm>
          <a:prstGeom prst="rect">
            <a:avLst/>
          </a:prstGeom>
          <a:solidFill>
            <a:schemeClr val="accent3"/>
          </a:solidFill>
          <a:ln cap="flat" cmpd="sng" w="12700">
            <a:solidFill>
              <a:schemeClr val="accent3"/>
            </a:solidFill>
            <a:prstDash val="solid"/>
            <a:miter lim="800000"/>
            <a:headEnd len="sm" w="sm" type="none"/>
            <a:tailEnd len="sm" w="sm" type="none"/>
          </a:ln>
        </p:spPr>
        <p:txBody>
          <a:bodyPr anchorCtr="0" anchor="ctr" bIns="0" lIns="36000" spcFirstLastPara="1" rIns="36000" wrap="square" tIns="36000">
            <a:noAutofit/>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製造計画</a:t>
            </a:r>
            <a:endParaRPr b="1" sz="1400">
              <a:solidFill>
                <a:schemeClr val="lt1"/>
              </a:solidFill>
              <a:latin typeface="Arial"/>
              <a:ea typeface="Arial"/>
              <a:cs typeface="Arial"/>
              <a:sym typeface="Arial"/>
            </a:endParaRPr>
          </a:p>
        </p:txBody>
      </p:sp>
      <p:sp>
        <p:nvSpPr>
          <p:cNvPr id="588" name="Google Shape;588;p12"/>
          <p:cNvSpPr/>
          <p:nvPr/>
        </p:nvSpPr>
        <p:spPr>
          <a:xfrm>
            <a:off x="809356" y="4968000"/>
            <a:ext cx="1206000" cy="216000"/>
          </a:xfrm>
          <a:prstGeom prst="rect">
            <a:avLst/>
          </a:prstGeom>
          <a:solidFill>
            <a:schemeClr val="accent3"/>
          </a:solidFill>
          <a:ln cap="flat" cmpd="sng" w="12700">
            <a:solidFill>
              <a:schemeClr val="accent3"/>
            </a:solidFill>
            <a:prstDash val="solid"/>
            <a:miter lim="800000"/>
            <a:headEnd len="sm" w="sm" type="none"/>
            <a:tailEnd len="sm" w="sm" type="none"/>
          </a:ln>
        </p:spPr>
        <p:txBody>
          <a:bodyPr anchorCtr="0" anchor="ctr" bIns="0" lIns="36000" spcFirstLastPara="1" rIns="36000" wrap="square" tIns="36000">
            <a:noAutofit/>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製造指図</a:t>
            </a:r>
            <a:endParaRPr b="1" sz="1400">
              <a:solidFill>
                <a:schemeClr val="lt1"/>
              </a:solidFill>
              <a:latin typeface="Arial"/>
              <a:ea typeface="Arial"/>
              <a:cs typeface="Arial"/>
              <a:sym typeface="Arial"/>
            </a:endParaRPr>
          </a:p>
        </p:txBody>
      </p:sp>
      <p:sp>
        <p:nvSpPr>
          <p:cNvPr id="589" name="Google Shape;589;p12"/>
          <p:cNvSpPr/>
          <p:nvPr/>
        </p:nvSpPr>
        <p:spPr>
          <a:xfrm>
            <a:off x="143356" y="5220000"/>
            <a:ext cx="1872000" cy="216000"/>
          </a:xfrm>
          <a:prstGeom prst="rect">
            <a:avLst/>
          </a:prstGeom>
          <a:solidFill>
            <a:schemeClr val="accent3"/>
          </a:solidFill>
          <a:ln cap="flat" cmpd="sng" w="12700">
            <a:solidFill>
              <a:schemeClr val="accent3"/>
            </a:solidFill>
            <a:prstDash val="solid"/>
            <a:miter lim="800000"/>
            <a:headEnd len="sm" w="sm" type="none"/>
            <a:tailEnd len="sm" w="sm" type="none"/>
          </a:ln>
        </p:spPr>
        <p:txBody>
          <a:bodyPr anchorCtr="0" anchor="ctr" bIns="0" lIns="36000" spcFirstLastPara="1" rIns="36000" wrap="square" tIns="36000">
            <a:noAutofit/>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物流/入出荷関連業務</a:t>
            </a:r>
            <a:endParaRPr b="1" sz="1400">
              <a:solidFill>
                <a:schemeClr val="lt1"/>
              </a:solidFill>
              <a:latin typeface="Arial"/>
              <a:ea typeface="Arial"/>
              <a:cs typeface="Arial"/>
              <a:sym typeface="Arial"/>
            </a:endParaRPr>
          </a:p>
        </p:txBody>
      </p:sp>
      <p:sp>
        <p:nvSpPr>
          <p:cNvPr id="590" name="Google Shape;590;p12"/>
          <p:cNvSpPr/>
          <p:nvPr/>
        </p:nvSpPr>
        <p:spPr>
          <a:xfrm>
            <a:off x="143356" y="5472000"/>
            <a:ext cx="1872000" cy="216000"/>
          </a:xfrm>
          <a:prstGeom prst="rect">
            <a:avLst/>
          </a:prstGeom>
          <a:solidFill>
            <a:schemeClr val="accent3"/>
          </a:solidFill>
          <a:ln cap="flat" cmpd="sng" w="12700">
            <a:solidFill>
              <a:schemeClr val="accent3"/>
            </a:solidFill>
            <a:prstDash val="solid"/>
            <a:miter lim="800000"/>
            <a:headEnd len="sm" w="sm" type="none"/>
            <a:tailEnd len="sm" w="sm" type="none"/>
          </a:ln>
        </p:spPr>
        <p:txBody>
          <a:bodyPr anchorCtr="0" anchor="ctr" bIns="0" lIns="36000" spcFirstLastPara="1" rIns="36000" wrap="square" tIns="36000">
            <a:noAutofit/>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倉庫関連業務</a:t>
            </a:r>
            <a:endParaRPr b="1" sz="1400">
              <a:solidFill>
                <a:schemeClr val="lt1"/>
              </a:solidFill>
              <a:latin typeface="Arial"/>
              <a:ea typeface="Arial"/>
              <a:cs typeface="Arial"/>
              <a:sym typeface="Arial"/>
            </a:endParaRPr>
          </a:p>
        </p:txBody>
      </p:sp>
      <p:sp>
        <p:nvSpPr>
          <p:cNvPr id="591" name="Google Shape;591;p12"/>
          <p:cNvSpPr/>
          <p:nvPr/>
        </p:nvSpPr>
        <p:spPr>
          <a:xfrm>
            <a:off x="2069517" y="2484000"/>
            <a:ext cx="5184000" cy="216000"/>
          </a:xfrm>
          <a:prstGeom prst="rect">
            <a:avLst/>
          </a:prstGeom>
          <a:solidFill>
            <a:srgbClr val="FBE4D4"/>
          </a:solidFill>
          <a:ln cap="flat" cmpd="sng" w="9525">
            <a:solidFill>
              <a:schemeClr val="accent2"/>
            </a:solidFill>
            <a:prstDash val="solid"/>
            <a:miter lim="800000"/>
            <a:headEnd len="sm" w="sm" type="none"/>
            <a:tailEnd len="sm" w="sm" type="none"/>
          </a:ln>
        </p:spPr>
        <p:txBody>
          <a:bodyPr anchorCtr="0" anchor="ctr" bIns="0" lIns="36000" spcFirstLastPara="1" rIns="36000" wrap="square" tIns="0">
            <a:noAutofit/>
          </a:bodyPr>
          <a:lstStyle/>
          <a:p>
            <a:pPr indent="0" lvl="0" marL="0" marR="0" rtl="0" algn="ctr">
              <a:spcBef>
                <a:spcPts val="0"/>
              </a:spcBef>
              <a:spcAft>
                <a:spcPts val="0"/>
              </a:spcAft>
              <a:buNone/>
            </a:pPr>
            <a:r>
              <a:rPr b="1" lang="ja-JP" sz="1400">
                <a:solidFill>
                  <a:schemeClr val="dk1"/>
                </a:solidFill>
                <a:latin typeface="Arial"/>
                <a:ea typeface="Arial"/>
                <a:cs typeface="Arial"/>
                <a:sym typeface="Arial"/>
              </a:rPr>
              <a:t>新IRIS</a:t>
            </a:r>
            <a:endParaRPr/>
          </a:p>
        </p:txBody>
      </p:sp>
      <p:sp>
        <p:nvSpPr>
          <p:cNvPr id="592" name="Google Shape;592;p12"/>
          <p:cNvSpPr/>
          <p:nvPr/>
        </p:nvSpPr>
        <p:spPr>
          <a:xfrm>
            <a:off x="2069517" y="2736000"/>
            <a:ext cx="5184000" cy="216000"/>
          </a:xfrm>
          <a:prstGeom prst="rect">
            <a:avLst/>
          </a:prstGeom>
          <a:solidFill>
            <a:srgbClr val="DDEAF6"/>
          </a:solidFill>
          <a:ln cap="flat" cmpd="sng" w="9525">
            <a:solidFill>
              <a:schemeClr val="accent1"/>
            </a:solidFill>
            <a:prstDash val="solid"/>
            <a:miter lim="800000"/>
            <a:headEnd len="sm" w="sm" type="none"/>
            <a:tailEnd len="sm" w="sm" type="none"/>
          </a:ln>
        </p:spPr>
        <p:txBody>
          <a:bodyPr anchorCtr="0" anchor="ctr" bIns="0" lIns="36000" spcFirstLastPara="1" rIns="36000" wrap="square" tIns="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XHQ</a:t>
            </a:r>
            <a:endParaRPr/>
          </a:p>
        </p:txBody>
      </p:sp>
      <p:sp>
        <p:nvSpPr>
          <p:cNvPr id="593" name="Google Shape;593;p12"/>
          <p:cNvSpPr/>
          <p:nvPr/>
        </p:nvSpPr>
        <p:spPr>
          <a:xfrm>
            <a:off x="2069518" y="2988000"/>
            <a:ext cx="5184000" cy="216000"/>
          </a:xfrm>
          <a:prstGeom prst="rect">
            <a:avLst/>
          </a:prstGeom>
          <a:solidFill>
            <a:srgbClr val="DDEAF6"/>
          </a:solidFill>
          <a:ln cap="flat" cmpd="sng" w="9525">
            <a:solidFill>
              <a:schemeClr val="accent1"/>
            </a:solidFill>
            <a:prstDash val="solid"/>
            <a:miter lim="800000"/>
            <a:headEnd len="sm" w="sm" type="none"/>
            <a:tailEnd len="sm" w="sm" type="none"/>
          </a:ln>
        </p:spPr>
        <p:txBody>
          <a:bodyPr anchorCtr="0" anchor="ctr" bIns="0" lIns="36000" spcFirstLastPara="1" rIns="36000" wrap="square" tIns="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ePREXION</a:t>
            </a:r>
            <a:endParaRPr sz="1400">
              <a:solidFill>
                <a:schemeClr val="dk1"/>
              </a:solidFill>
              <a:latin typeface="Arial"/>
              <a:ea typeface="Arial"/>
              <a:cs typeface="Arial"/>
              <a:sym typeface="Arial"/>
            </a:endParaRPr>
          </a:p>
        </p:txBody>
      </p:sp>
      <p:sp>
        <p:nvSpPr>
          <p:cNvPr id="594" name="Google Shape;594;p12"/>
          <p:cNvSpPr/>
          <p:nvPr/>
        </p:nvSpPr>
        <p:spPr>
          <a:xfrm>
            <a:off x="2069517" y="3240000"/>
            <a:ext cx="5184000" cy="216000"/>
          </a:xfrm>
          <a:prstGeom prst="rect">
            <a:avLst/>
          </a:prstGeom>
          <a:solidFill>
            <a:srgbClr val="DDEAF6"/>
          </a:solidFill>
          <a:ln cap="flat" cmpd="sng" w="9525">
            <a:solidFill>
              <a:schemeClr val="accent1"/>
            </a:solidFill>
            <a:prstDash val="solid"/>
            <a:miter lim="800000"/>
            <a:headEnd len="sm" w="sm" type="none"/>
            <a:tailEnd len="sm" w="sm" type="none"/>
          </a:ln>
        </p:spPr>
        <p:txBody>
          <a:bodyPr anchorCtr="0" anchor="ctr" bIns="0" lIns="36000" spcFirstLastPara="1" rIns="36000" wrap="square" tIns="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最適制御(PHX)</a:t>
            </a:r>
            <a:endParaRPr/>
          </a:p>
        </p:txBody>
      </p:sp>
      <p:sp>
        <p:nvSpPr>
          <p:cNvPr id="595" name="Google Shape;595;p12"/>
          <p:cNvSpPr/>
          <p:nvPr/>
        </p:nvSpPr>
        <p:spPr>
          <a:xfrm>
            <a:off x="3815679" y="3492000"/>
            <a:ext cx="3437837" cy="684000"/>
          </a:xfrm>
          <a:prstGeom prst="rect">
            <a:avLst/>
          </a:prstGeom>
          <a:solidFill>
            <a:srgbClr val="DDEAF6"/>
          </a:solidFill>
          <a:ln cap="flat" cmpd="sng" w="9525">
            <a:solidFill>
              <a:schemeClr val="accent1"/>
            </a:solidFill>
            <a:prstDash val="solid"/>
            <a:miter lim="800000"/>
            <a:headEnd len="sm" w="sm" type="none"/>
            <a:tailEnd len="sm" w="sm" type="none"/>
          </a:ln>
        </p:spPr>
        <p:txBody>
          <a:bodyPr anchorCtr="0" anchor="ctr" bIns="0" lIns="36000" spcFirstLastPara="1" rIns="36000" wrap="square" tIns="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ETS-R(運転管理)</a:t>
            </a:r>
            <a:endParaRPr/>
          </a:p>
        </p:txBody>
      </p:sp>
      <p:sp>
        <p:nvSpPr>
          <p:cNvPr id="596" name="Google Shape;596;p12"/>
          <p:cNvSpPr/>
          <p:nvPr/>
        </p:nvSpPr>
        <p:spPr>
          <a:xfrm>
            <a:off x="2069518" y="3492000"/>
            <a:ext cx="1691998" cy="216000"/>
          </a:xfrm>
          <a:prstGeom prst="rect">
            <a:avLst/>
          </a:prstGeom>
          <a:solidFill>
            <a:srgbClr val="DDEAF6"/>
          </a:solidFill>
          <a:ln cap="flat" cmpd="sng" w="9525">
            <a:solidFill>
              <a:schemeClr val="accent1"/>
            </a:solidFill>
            <a:prstDash val="solid"/>
            <a:miter lim="800000"/>
            <a:headEnd len="sm" w="sm" type="none"/>
            <a:tailEnd len="sm" w="sm" type="none"/>
          </a:ln>
        </p:spPr>
        <p:txBody>
          <a:bodyPr anchorCtr="0" anchor="ctr" bIns="0" lIns="36000" spcFirstLastPara="1" rIns="36000" wrap="square" tIns="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LIMSｻｰﾊﾞ</a:t>
            </a:r>
            <a:endParaRPr sz="1400">
              <a:solidFill>
                <a:schemeClr val="dk1"/>
              </a:solidFill>
              <a:latin typeface="Arial"/>
              <a:ea typeface="Arial"/>
              <a:cs typeface="Arial"/>
              <a:sym typeface="Arial"/>
            </a:endParaRPr>
          </a:p>
        </p:txBody>
      </p:sp>
      <p:sp>
        <p:nvSpPr>
          <p:cNvPr id="597" name="Google Shape;597;p12"/>
          <p:cNvSpPr/>
          <p:nvPr/>
        </p:nvSpPr>
        <p:spPr>
          <a:xfrm>
            <a:off x="2069518" y="3744000"/>
            <a:ext cx="1691998" cy="432000"/>
          </a:xfrm>
          <a:prstGeom prst="rect">
            <a:avLst/>
          </a:prstGeom>
          <a:solidFill>
            <a:srgbClr val="FBE4D4"/>
          </a:solidFill>
          <a:ln cap="flat" cmpd="sng" w="9525">
            <a:solidFill>
              <a:schemeClr val="accent2"/>
            </a:solidFill>
            <a:prstDash val="solid"/>
            <a:miter lim="800000"/>
            <a:headEnd len="sm" w="sm" type="none"/>
            <a:tailEnd len="sm" w="sm" type="none"/>
          </a:ln>
        </p:spPr>
        <p:txBody>
          <a:bodyPr anchorCtr="0" anchor="ctr" bIns="0" lIns="36000" spcFirstLastPara="1" rIns="36000" wrap="square" tIns="0">
            <a:noAutofit/>
          </a:bodyPr>
          <a:lstStyle/>
          <a:p>
            <a:pPr indent="0" lvl="0" marL="0" marR="0" rtl="0" algn="ctr">
              <a:spcBef>
                <a:spcPts val="0"/>
              </a:spcBef>
              <a:spcAft>
                <a:spcPts val="0"/>
              </a:spcAft>
              <a:buNone/>
            </a:pPr>
            <a:r>
              <a:rPr b="1" lang="ja-JP" sz="1400">
                <a:solidFill>
                  <a:schemeClr val="dk1"/>
                </a:solidFill>
                <a:latin typeface="Arial"/>
                <a:ea typeface="Arial"/>
                <a:cs typeface="Arial"/>
                <a:sym typeface="Arial"/>
              </a:rPr>
              <a:t>千葉品質管理</a:t>
            </a:r>
            <a:endParaRPr b="1" sz="1400">
              <a:solidFill>
                <a:schemeClr val="dk1"/>
              </a:solidFill>
              <a:latin typeface="Arial"/>
              <a:ea typeface="Arial"/>
              <a:cs typeface="Arial"/>
              <a:sym typeface="Arial"/>
            </a:endParaRPr>
          </a:p>
          <a:p>
            <a:pPr indent="0" lvl="0" marL="0" marR="0" rtl="0" algn="ctr">
              <a:spcBef>
                <a:spcPts val="0"/>
              </a:spcBef>
              <a:spcAft>
                <a:spcPts val="0"/>
              </a:spcAft>
              <a:buNone/>
            </a:pPr>
            <a:r>
              <a:t/>
            </a:r>
            <a:endParaRPr b="1" sz="1400">
              <a:solidFill>
                <a:schemeClr val="dk1"/>
              </a:solidFill>
              <a:latin typeface="Arial"/>
              <a:ea typeface="Arial"/>
              <a:cs typeface="Arial"/>
              <a:sym typeface="Arial"/>
            </a:endParaRPr>
          </a:p>
        </p:txBody>
      </p:sp>
      <p:sp>
        <p:nvSpPr>
          <p:cNvPr id="598" name="Google Shape;598;p12"/>
          <p:cNvSpPr/>
          <p:nvPr/>
        </p:nvSpPr>
        <p:spPr>
          <a:xfrm>
            <a:off x="2915516" y="3996000"/>
            <a:ext cx="846000" cy="180000"/>
          </a:xfrm>
          <a:prstGeom prst="rect">
            <a:avLst/>
          </a:prstGeom>
          <a:solidFill>
            <a:srgbClr val="DDEAF6"/>
          </a:solidFill>
          <a:ln cap="flat" cmpd="sng" w="9525">
            <a:solidFill>
              <a:schemeClr val="accent1"/>
            </a:solidFill>
            <a:prstDash val="solid"/>
            <a:miter lim="800000"/>
            <a:headEnd len="sm" w="sm" type="none"/>
            <a:tailEnd len="sm" w="sm" type="none"/>
          </a:ln>
        </p:spPr>
        <p:txBody>
          <a:bodyPr anchorCtr="0" anchor="ctr" bIns="0" lIns="36000" spcFirstLastPara="1" rIns="36000" wrap="square" tIns="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化学品LAS</a:t>
            </a:r>
            <a:endParaRPr/>
          </a:p>
        </p:txBody>
      </p:sp>
      <p:sp>
        <p:nvSpPr>
          <p:cNvPr id="599" name="Google Shape;599;p12"/>
          <p:cNvSpPr/>
          <p:nvPr/>
        </p:nvSpPr>
        <p:spPr>
          <a:xfrm>
            <a:off x="143356" y="2483999"/>
            <a:ext cx="630000" cy="1692001"/>
          </a:xfrm>
          <a:prstGeom prst="rect">
            <a:avLst/>
          </a:prstGeom>
          <a:solidFill>
            <a:schemeClr val="accent3"/>
          </a:solidFill>
          <a:ln cap="flat" cmpd="sng" w="12700">
            <a:solidFill>
              <a:schemeClr val="accent3"/>
            </a:solidFill>
            <a:prstDash val="solid"/>
            <a:miter lim="800000"/>
            <a:headEnd len="sm" w="sm" type="none"/>
            <a:tailEnd len="sm" w="sm" type="none"/>
          </a:ln>
        </p:spPr>
        <p:txBody>
          <a:bodyPr anchorCtr="0" anchor="ctr" bIns="0" lIns="36000" spcFirstLastPara="1" rIns="36000" wrap="square" tIns="36000">
            <a:noAutofit/>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品質</a:t>
            </a:r>
            <a:endParaRPr b="1" sz="1400">
              <a:solidFill>
                <a:schemeClr val="lt1"/>
              </a:solidFill>
              <a:latin typeface="Arial"/>
              <a:ea typeface="Arial"/>
              <a:cs typeface="Arial"/>
              <a:sym typeface="Arial"/>
            </a:endParaRPr>
          </a:p>
          <a:p>
            <a:pPr indent="0" lvl="0" marL="0" marR="0" rtl="0" algn="ctr">
              <a:spcBef>
                <a:spcPts val="0"/>
              </a:spcBef>
              <a:spcAft>
                <a:spcPts val="0"/>
              </a:spcAft>
              <a:buNone/>
            </a:pPr>
            <a:r>
              <a:rPr b="1" lang="ja-JP" sz="1400">
                <a:solidFill>
                  <a:schemeClr val="lt1"/>
                </a:solidFill>
                <a:latin typeface="Arial"/>
                <a:ea typeface="Arial"/>
                <a:cs typeface="Arial"/>
                <a:sym typeface="Arial"/>
              </a:rPr>
              <a:t>運転</a:t>
            </a:r>
            <a:br>
              <a:rPr b="1" lang="ja-JP" sz="1400">
                <a:solidFill>
                  <a:schemeClr val="lt1"/>
                </a:solidFill>
                <a:latin typeface="Arial"/>
                <a:ea typeface="Arial"/>
                <a:cs typeface="Arial"/>
                <a:sym typeface="Arial"/>
              </a:rPr>
            </a:br>
            <a:r>
              <a:rPr b="1" lang="ja-JP" sz="1400">
                <a:solidFill>
                  <a:schemeClr val="lt1"/>
                </a:solidFill>
                <a:latin typeface="Arial"/>
                <a:ea typeface="Arial"/>
                <a:cs typeface="Arial"/>
                <a:sym typeface="Arial"/>
              </a:rPr>
              <a:t>管理</a:t>
            </a:r>
            <a:endParaRPr b="1" sz="1400">
              <a:solidFill>
                <a:schemeClr val="lt1"/>
              </a:solidFill>
              <a:latin typeface="Arial"/>
              <a:ea typeface="Arial"/>
              <a:cs typeface="Arial"/>
              <a:sym typeface="Arial"/>
            </a:endParaRPr>
          </a:p>
        </p:txBody>
      </p:sp>
      <p:sp>
        <p:nvSpPr>
          <p:cNvPr id="600" name="Google Shape;600;p12"/>
          <p:cNvSpPr/>
          <p:nvPr/>
        </p:nvSpPr>
        <p:spPr>
          <a:xfrm>
            <a:off x="2069518" y="4212000"/>
            <a:ext cx="3436635" cy="216000"/>
          </a:xfrm>
          <a:prstGeom prst="rect">
            <a:avLst/>
          </a:prstGeom>
          <a:solidFill>
            <a:srgbClr val="EDEDED"/>
          </a:solidFill>
          <a:ln cap="flat" cmpd="sng" w="9525">
            <a:solidFill>
              <a:schemeClr val="accent3"/>
            </a:solidFill>
            <a:prstDash val="solid"/>
            <a:miter lim="800000"/>
            <a:headEnd len="sm" w="sm" type="none"/>
            <a:tailEnd len="sm" w="sm" type="none"/>
          </a:ln>
        </p:spPr>
        <p:txBody>
          <a:bodyPr anchorCtr="0" anchor="ctr" bIns="0" lIns="36000" spcFirstLastPara="1" rIns="36000" wrap="square" tIns="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無</a:t>
            </a:r>
            <a:endParaRPr sz="1400">
              <a:solidFill>
                <a:schemeClr val="dk1"/>
              </a:solidFill>
              <a:latin typeface="Arial"/>
              <a:ea typeface="Arial"/>
              <a:cs typeface="Arial"/>
              <a:sym typeface="Arial"/>
            </a:endParaRPr>
          </a:p>
        </p:txBody>
      </p:sp>
      <p:sp>
        <p:nvSpPr>
          <p:cNvPr id="601" name="Google Shape;601;p12"/>
          <p:cNvSpPr/>
          <p:nvPr/>
        </p:nvSpPr>
        <p:spPr>
          <a:xfrm>
            <a:off x="5561840" y="4212000"/>
            <a:ext cx="1691998" cy="216000"/>
          </a:xfrm>
          <a:prstGeom prst="rect">
            <a:avLst/>
          </a:prstGeom>
          <a:solidFill>
            <a:srgbClr val="DDEAF6"/>
          </a:solidFill>
          <a:ln cap="flat" cmpd="sng" w="9525">
            <a:solidFill>
              <a:schemeClr val="accent1"/>
            </a:solidFill>
            <a:prstDash val="solid"/>
            <a:miter lim="800000"/>
            <a:headEnd len="sm" w="sm" type="none"/>
            <a:tailEnd len="sm" w="sm" type="none"/>
          </a:ln>
        </p:spPr>
        <p:txBody>
          <a:bodyPr anchorCtr="0" anchor="ctr" bIns="0" lIns="36000" spcFirstLastPara="1" rIns="36000" wrap="square" tIns="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OneSAP EHS/RM</a:t>
            </a:r>
            <a:endParaRPr/>
          </a:p>
        </p:txBody>
      </p:sp>
      <p:sp>
        <p:nvSpPr>
          <p:cNvPr id="602" name="Google Shape;602;p12"/>
          <p:cNvSpPr/>
          <p:nvPr/>
        </p:nvSpPr>
        <p:spPr>
          <a:xfrm>
            <a:off x="3815680" y="4464000"/>
            <a:ext cx="1691998" cy="216000"/>
          </a:xfrm>
          <a:prstGeom prst="rect">
            <a:avLst/>
          </a:prstGeom>
          <a:solidFill>
            <a:srgbClr val="DDEAF6"/>
          </a:solidFill>
          <a:ln cap="flat" cmpd="sng" w="9525">
            <a:solidFill>
              <a:schemeClr val="accent1"/>
            </a:solidFill>
            <a:prstDash val="solid"/>
            <a:miter lim="800000"/>
            <a:headEnd len="sm" w="sm" type="none"/>
            <a:tailEnd len="sm" w="sm" type="none"/>
          </a:ln>
        </p:spPr>
        <p:txBody>
          <a:bodyPr anchorCtr="0" anchor="ctr" bIns="0" lIns="36000" spcFirstLastPara="1" rIns="36000" wrap="square" tIns="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RiCS</a:t>
            </a:r>
            <a:endParaRPr sz="1400">
              <a:solidFill>
                <a:schemeClr val="dk1"/>
              </a:solidFill>
              <a:latin typeface="Arial"/>
              <a:ea typeface="Arial"/>
              <a:cs typeface="Arial"/>
              <a:sym typeface="Arial"/>
            </a:endParaRPr>
          </a:p>
        </p:txBody>
      </p:sp>
      <p:sp>
        <p:nvSpPr>
          <p:cNvPr id="603" name="Google Shape;603;p12"/>
          <p:cNvSpPr/>
          <p:nvPr/>
        </p:nvSpPr>
        <p:spPr>
          <a:xfrm>
            <a:off x="2069518" y="4464000"/>
            <a:ext cx="846000" cy="216000"/>
          </a:xfrm>
          <a:prstGeom prst="rect">
            <a:avLst/>
          </a:prstGeom>
          <a:solidFill>
            <a:srgbClr val="FBE4D4"/>
          </a:solidFill>
          <a:ln cap="flat" cmpd="sng" w="9525">
            <a:solidFill>
              <a:schemeClr val="accent2"/>
            </a:solidFill>
            <a:prstDash val="solid"/>
            <a:miter lim="800000"/>
            <a:headEnd len="sm" w="sm" type="none"/>
            <a:tailEnd len="sm" w="sm" type="none"/>
          </a:ln>
        </p:spPr>
        <p:txBody>
          <a:bodyPr anchorCtr="0" anchor="ctr" bIns="0" lIns="36000" spcFirstLastPara="1" rIns="36000" wrap="square" tIns="0">
            <a:noAutofit/>
          </a:bodyPr>
          <a:lstStyle/>
          <a:p>
            <a:pPr indent="0" lvl="0" marL="0" marR="0" rtl="0" algn="ctr">
              <a:spcBef>
                <a:spcPts val="0"/>
              </a:spcBef>
              <a:spcAft>
                <a:spcPts val="0"/>
              </a:spcAft>
              <a:buNone/>
            </a:pPr>
            <a:r>
              <a:rPr b="1" lang="ja-JP" sz="1400">
                <a:solidFill>
                  <a:schemeClr val="dk1"/>
                </a:solidFill>
                <a:latin typeface="Arial"/>
                <a:ea typeface="Arial"/>
                <a:cs typeface="Arial"/>
                <a:sym typeface="Arial"/>
              </a:rPr>
              <a:t>数量確定</a:t>
            </a:r>
            <a:endParaRPr b="1" sz="1400">
              <a:solidFill>
                <a:schemeClr val="dk1"/>
              </a:solidFill>
              <a:latin typeface="Arial"/>
              <a:ea typeface="Arial"/>
              <a:cs typeface="Arial"/>
              <a:sym typeface="Arial"/>
            </a:endParaRPr>
          </a:p>
        </p:txBody>
      </p:sp>
      <p:sp>
        <p:nvSpPr>
          <p:cNvPr id="604" name="Google Shape;604;p12"/>
          <p:cNvSpPr/>
          <p:nvPr/>
        </p:nvSpPr>
        <p:spPr>
          <a:xfrm>
            <a:off x="2916000" y="4464000"/>
            <a:ext cx="846000" cy="216000"/>
          </a:xfrm>
          <a:prstGeom prst="rect">
            <a:avLst/>
          </a:prstGeom>
          <a:solidFill>
            <a:srgbClr val="FBE4D4"/>
          </a:solidFill>
          <a:ln cap="flat" cmpd="sng" w="9525">
            <a:solidFill>
              <a:schemeClr val="accent2"/>
            </a:solidFill>
            <a:prstDash val="solid"/>
            <a:miter lim="800000"/>
            <a:headEnd len="sm" w="sm" type="none"/>
            <a:tailEnd len="sm" w="sm" type="none"/>
          </a:ln>
        </p:spPr>
        <p:txBody>
          <a:bodyPr anchorCtr="0" anchor="ctr" bIns="0" lIns="36000" spcFirstLastPara="1" rIns="36000" wrap="square" tIns="0">
            <a:noAutofit/>
          </a:bodyPr>
          <a:lstStyle/>
          <a:p>
            <a:pPr indent="0" lvl="0" marL="0" marR="0" rtl="0" algn="ctr">
              <a:spcBef>
                <a:spcPts val="0"/>
              </a:spcBef>
              <a:spcAft>
                <a:spcPts val="0"/>
              </a:spcAft>
              <a:buNone/>
            </a:pPr>
            <a:r>
              <a:rPr b="1" lang="ja-JP" sz="1400">
                <a:solidFill>
                  <a:schemeClr val="dk1"/>
                </a:solidFill>
                <a:latin typeface="Arial"/>
                <a:ea typeface="Arial"/>
                <a:cs typeface="Arial"/>
                <a:sym typeface="Arial"/>
              </a:rPr>
              <a:t>用役管理</a:t>
            </a:r>
            <a:endParaRPr b="1" sz="1400">
              <a:solidFill>
                <a:schemeClr val="dk1"/>
              </a:solidFill>
              <a:latin typeface="Arial"/>
              <a:ea typeface="Arial"/>
              <a:cs typeface="Arial"/>
              <a:sym typeface="Arial"/>
            </a:endParaRPr>
          </a:p>
        </p:txBody>
      </p:sp>
      <p:sp>
        <p:nvSpPr>
          <p:cNvPr id="605" name="Google Shape;605;p12"/>
          <p:cNvSpPr/>
          <p:nvPr/>
        </p:nvSpPr>
        <p:spPr>
          <a:xfrm>
            <a:off x="2069518" y="4716000"/>
            <a:ext cx="1691998" cy="216000"/>
          </a:xfrm>
          <a:prstGeom prst="rect">
            <a:avLst/>
          </a:prstGeom>
          <a:solidFill>
            <a:srgbClr val="FBE4D4"/>
          </a:solidFill>
          <a:ln cap="flat" cmpd="sng" w="9525">
            <a:solidFill>
              <a:schemeClr val="accent2"/>
            </a:solidFill>
            <a:prstDash val="solid"/>
            <a:miter lim="800000"/>
            <a:headEnd len="sm" w="sm" type="none"/>
            <a:tailEnd len="sm" w="sm" type="none"/>
          </a:ln>
        </p:spPr>
        <p:txBody>
          <a:bodyPr anchorCtr="0" anchor="ctr" bIns="0" lIns="36000" spcFirstLastPara="1" rIns="36000" wrap="square" tIns="0">
            <a:noAutofit/>
          </a:bodyPr>
          <a:lstStyle/>
          <a:p>
            <a:pPr indent="0" lvl="0" marL="0" marR="0" rtl="0" algn="ctr">
              <a:spcBef>
                <a:spcPts val="0"/>
              </a:spcBef>
              <a:spcAft>
                <a:spcPts val="0"/>
              </a:spcAft>
              <a:buNone/>
            </a:pPr>
            <a:r>
              <a:rPr b="1" lang="ja-JP" sz="1400">
                <a:solidFill>
                  <a:schemeClr val="dk1"/>
                </a:solidFill>
                <a:latin typeface="Arial"/>
                <a:ea typeface="Arial"/>
                <a:cs typeface="Arial"/>
                <a:sym typeface="Arial"/>
              </a:rPr>
              <a:t>工場DB/ﾛｰｶﾙExcel</a:t>
            </a:r>
            <a:endParaRPr/>
          </a:p>
        </p:txBody>
      </p:sp>
      <p:sp>
        <p:nvSpPr>
          <p:cNvPr id="606" name="Google Shape;606;p12"/>
          <p:cNvSpPr/>
          <p:nvPr/>
        </p:nvSpPr>
        <p:spPr>
          <a:xfrm>
            <a:off x="2069518" y="5220000"/>
            <a:ext cx="846000" cy="216000"/>
          </a:xfrm>
          <a:prstGeom prst="rect">
            <a:avLst/>
          </a:prstGeom>
          <a:solidFill>
            <a:srgbClr val="FBE4D4"/>
          </a:solidFill>
          <a:ln cap="flat" cmpd="sng" w="9525">
            <a:solidFill>
              <a:schemeClr val="accent2"/>
            </a:solidFill>
            <a:prstDash val="solid"/>
            <a:miter lim="800000"/>
            <a:headEnd len="sm" w="sm" type="none"/>
            <a:tailEnd len="sm" w="sm" type="none"/>
          </a:ln>
        </p:spPr>
        <p:txBody>
          <a:bodyPr anchorCtr="0" anchor="ctr" bIns="0" lIns="36000" spcFirstLastPara="1" rIns="36000" wrap="square" tIns="0">
            <a:noAutofit/>
          </a:bodyPr>
          <a:lstStyle/>
          <a:p>
            <a:pPr indent="0" lvl="0" marL="0" marR="0" rtl="0" algn="ctr">
              <a:spcBef>
                <a:spcPts val="0"/>
              </a:spcBef>
              <a:spcAft>
                <a:spcPts val="0"/>
              </a:spcAft>
              <a:buNone/>
            </a:pPr>
            <a:r>
              <a:rPr b="1" lang="ja-JP" sz="1400">
                <a:solidFill>
                  <a:schemeClr val="dk1"/>
                </a:solidFill>
                <a:latin typeface="Arial"/>
                <a:ea typeface="Arial"/>
                <a:cs typeface="Arial"/>
                <a:sym typeface="Arial"/>
              </a:rPr>
              <a:t>LMPP包装</a:t>
            </a:r>
            <a:endParaRPr b="1" sz="1400">
              <a:solidFill>
                <a:schemeClr val="dk1"/>
              </a:solidFill>
              <a:latin typeface="Arial"/>
              <a:ea typeface="Arial"/>
              <a:cs typeface="Arial"/>
              <a:sym typeface="Arial"/>
            </a:endParaRPr>
          </a:p>
        </p:txBody>
      </p:sp>
      <p:sp>
        <p:nvSpPr>
          <p:cNvPr id="607" name="Google Shape;607;p12"/>
          <p:cNvSpPr/>
          <p:nvPr/>
        </p:nvSpPr>
        <p:spPr>
          <a:xfrm>
            <a:off x="2916000" y="5220000"/>
            <a:ext cx="846000" cy="216000"/>
          </a:xfrm>
          <a:prstGeom prst="rect">
            <a:avLst/>
          </a:prstGeom>
          <a:solidFill>
            <a:srgbClr val="FBE4D4"/>
          </a:solidFill>
          <a:ln cap="flat" cmpd="sng" w="9525">
            <a:solidFill>
              <a:schemeClr val="accent2"/>
            </a:solidFill>
            <a:prstDash val="solid"/>
            <a:miter lim="800000"/>
            <a:headEnd len="sm" w="sm" type="none"/>
            <a:tailEnd len="sm" w="sm" type="none"/>
          </a:ln>
        </p:spPr>
        <p:txBody>
          <a:bodyPr anchorCtr="0" anchor="ctr" bIns="0" lIns="36000" spcFirstLastPara="1" rIns="36000" wrap="square" tIns="0">
            <a:noAutofit/>
          </a:bodyPr>
          <a:lstStyle/>
          <a:p>
            <a:pPr indent="0" lvl="0" marL="0" marR="0" rtl="0" algn="ctr">
              <a:spcBef>
                <a:spcPts val="0"/>
              </a:spcBef>
              <a:spcAft>
                <a:spcPts val="0"/>
              </a:spcAft>
              <a:buNone/>
            </a:pPr>
            <a:r>
              <a:rPr b="1" lang="ja-JP" sz="1400">
                <a:solidFill>
                  <a:schemeClr val="dk1"/>
                </a:solidFill>
                <a:latin typeface="Arial"/>
                <a:ea typeface="Arial"/>
                <a:cs typeface="Arial"/>
                <a:sym typeface="Arial"/>
              </a:rPr>
              <a:t>ﾔｰﾄﾞ操業</a:t>
            </a:r>
            <a:endParaRPr b="1" sz="1400">
              <a:solidFill>
                <a:schemeClr val="dk1"/>
              </a:solidFill>
              <a:latin typeface="Arial"/>
              <a:ea typeface="Arial"/>
              <a:cs typeface="Arial"/>
              <a:sym typeface="Arial"/>
            </a:endParaRPr>
          </a:p>
        </p:txBody>
      </p:sp>
      <p:sp>
        <p:nvSpPr>
          <p:cNvPr id="608" name="Google Shape;608;p12"/>
          <p:cNvSpPr/>
          <p:nvPr/>
        </p:nvSpPr>
        <p:spPr>
          <a:xfrm>
            <a:off x="3815680" y="4716000"/>
            <a:ext cx="1692000" cy="720000"/>
          </a:xfrm>
          <a:prstGeom prst="rect">
            <a:avLst/>
          </a:prstGeom>
          <a:solidFill>
            <a:srgbClr val="DDEAF6"/>
          </a:solidFill>
          <a:ln cap="flat" cmpd="sng" w="9525">
            <a:solidFill>
              <a:schemeClr val="accent1"/>
            </a:solidFill>
            <a:prstDash val="solid"/>
            <a:miter lim="800000"/>
            <a:headEnd len="sm" w="sm" type="none"/>
            <a:tailEnd len="sm" w="sm" type="none"/>
          </a:ln>
        </p:spPr>
        <p:txBody>
          <a:bodyPr anchorCtr="0" anchor="ctr" bIns="0" lIns="36000" spcFirstLastPara="1" rIns="36000" wrap="square" tIns="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ETS-R(運転管理)</a:t>
            </a:r>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※一部新IRISにて実施</a:t>
            </a:r>
            <a:endParaRPr sz="1400">
              <a:solidFill>
                <a:schemeClr val="dk1"/>
              </a:solidFill>
              <a:latin typeface="Arial"/>
              <a:ea typeface="Arial"/>
              <a:cs typeface="Arial"/>
              <a:sym typeface="Arial"/>
            </a:endParaRPr>
          </a:p>
        </p:txBody>
      </p:sp>
      <p:sp>
        <p:nvSpPr>
          <p:cNvPr id="609" name="Google Shape;609;p12"/>
          <p:cNvSpPr/>
          <p:nvPr/>
        </p:nvSpPr>
        <p:spPr>
          <a:xfrm>
            <a:off x="2069519" y="5472000"/>
            <a:ext cx="1691998" cy="216000"/>
          </a:xfrm>
          <a:prstGeom prst="rect">
            <a:avLst/>
          </a:prstGeom>
          <a:solidFill>
            <a:srgbClr val="FBE4D4"/>
          </a:solidFill>
          <a:ln cap="flat" cmpd="sng" w="9525">
            <a:solidFill>
              <a:schemeClr val="accent2"/>
            </a:solidFill>
            <a:prstDash val="solid"/>
            <a:miter lim="800000"/>
            <a:headEnd len="sm" w="sm" type="none"/>
            <a:tailEnd len="sm" w="sm" type="none"/>
          </a:ln>
        </p:spPr>
        <p:txBody>
          <a:bodyPr anchorCtr="0" anchor="ctr" bIns="0" lIns="36000" spcFirstLastPara="1" rIns="36000" wrap="square" tIns="0">
            <a:noAutofit/>
          </a:bodyPr>
          <a:lstStyle/>
          <a:p>
            <a:pPr indent="0" lvl="0" marL="0" marR="0" rtl="0" algn="ctr">
              <a:spcBef>
                <a:spcPts val="0"/>
              </a:spcBef>
              <a:spcAft>
                <a:spcPts val="0"/>
              </a:spcAft>
              <a:buNone/>
            </a:pPr>
            <a:r>
              <a:rPr b="1" lang="ja-JP" sz="1400">
                <a:solidFill>
                  <a:schemeClr val="dk1"/>
                </a:solidFill>
                <a:latin typeface="Arial"/>
                <a:ea typeface="Arial"/>
                <a:cs typeface="Arial"/>
                <a:sym typeface="Arial"/>
              </a:rPr>
              <a:t>製品倉庫ｼｽﾃﾑ</a:t>
            </a:r>
            <a:endParaRPr b="1" sz="1400">
              <a:solidFill>
                <a:schemeClr val="dk1"/>
              </a:solidFill>
              <a:latin typeface="Arial"/>
              <a:ea typeface="Arial"/>
              <a:cs typeface="Arial"/>
              <a:sym typeface="Arial"/>
            </a:endParaRPr>
          </a:p>
        </p:txBody>
      </p:sp>
      <p:sp>
        <p:nvSpPr>
          <p:cNvPr id="610" name="Google Shape;610;p12"/>
          <p:cNvSpPr/>
          <p:nvPr/>
        </p:nvSpPr>
        <p:spPr>
          <a:xfrm>
            <a:off x="5561840" y="4464000"/>
            <a:ext cx="1691676" cy="972000"/>
          </a:xfrm>
          <a:prstGeom prst="rect">
            <a:avLst/>
          </a:prstGeom>
          <a:solidFill>
            <a:schemeClr val="accent2"/>
          </a:solidFill>
          <a:ln cap="flat" cmpd="sng" w="9525">
            <a:solidFill>
              <a:schemeClr val="accent2"/>
            </a:solidFill>
            <a:prstDash val="solid"/>
            <a:miter lim="800000"/>
            <a:headEnd len="sm" w="sm" type="none"/>
            <a:tailEnd len="sm" w="sm" type="none"/>
          </a:ln>
        </p:spPr>
        <p:txBody>
          <a:bodyPr anchorCtr="0" anchor="ctr" bIns="0" lIns="36000" spcFirstLastPara="1" rIns="36000" wrap="square" tIns="0">
            <a:noAutofit/>
          </a:bodyPr>
          <a:lstStyle/>
          <a:p>
            <a:pPr indent="0" lvl="0" marL="0" marR="0" rtl="0" algn="ctr">
              <a:spcBef>
                <a:spcPts val="0"/>
              </a:spcBef>
              <a:spcAft>
                <a:spcPts val="0"/>
              </a:spcAft>
              <a:buNone/>
            </a:pPr>
            <a:r>
              <a:rPr b="1" lang="ja-JP" sz="1600">
                <a:solidFill>
                  <a:schemeClr val="lt1"/>
                </a:solidFill>
                <a:latin typeface="Arial"/>
                <a:ea typeface="Arial"/>
                <a:cs typeface="Arial"/>
                <a:sym typeface="Arial"/>
              </a:rPr>
              <a:t>千葉運転管理</a:t>
            </a:r>
            <a:endParaRPr b="1" sz="1600">
              <a:solidFill>
                <a:schemeClr val="lt1"/>
              </a:solidFill>
              <a:latin typeface="Arial"/>
              <a:ea typeface="Arial"/>
              <a:cs typeface="Arial"/>
              <a:sym typeface="Arial"/>
            </a:endParaRPr>
          </a:p>
        </p:txBody>
      </p:sp>
      <p:sp>
        <p:nvSpPr>
          <p:cNvPr id="611" name="Google Shape;611;p12"/>
          <p:cNvSpPr/>
          <p:nvPr/>
        </p:nvSpPr>
        <p:spPr>
          <a:xfrm>
            <a:off x="5561840" y="5472000"/>
            <a:ext cx="1691676" cy="216000"/>
          </a:xfrm>
          <a:prstGeom prst="rect">
            <a:avLst/>
          </a:prstGeom>
          <a:solidFill>
            <a:srgbClr val="DDEAF6"/>
          </a:solidFill>
          <a:ln cap="flat" cmpd="sng" w="9525">
            <a:solidFill>
              <a:schemeClr val="accent1"/>
            </a:solidFill>
            <a:prstDash val="solid"/>
            <a:miter lim="800000"/>
            <a:headEnd len="sm" w="sm" type="none"/>
            <a:tailEnd len="sm" w="sm" type="none"/>
          </a:ln>
        </p:spPr>
        <p:txBody>
          <a:bodyPr anchorCtr="0" anchor="ctr" bIns="0" lIns="36000" spcFirstLastPara="1" rIns="36000" wrap="square" tIns="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千葉倉庫充填管理</a:t>
            </a:r>
            <a:endParaRPr sz="1400">
              <a:solidFill>
                <a:schemeClr val="dk1"/>
              </a:solidFill>
              <a:latin typeface="Arial"/>
              <a:ea typeface="Arial"/>
              <a:cs typeface="Arial"/>
              <a:sym typeface="Arial"/>
            </a:endParaRPr>
          </a:p>
        </p:txBody>
      </p:sp>
      <p:sp>
        <p:nvSpPr>
          <p:cNvPr id="612" name="Google Shape;612;p12"/>
          <p:cNvSpPr/>
          <p:nvPr/>
        </p:nvSpPr>
        <p:spPr>
          <a:xfrm>
            <a:off x="3815680" y="5472000"/>
            <a:ext cx="1691998" cy="216000"/>
          </a:xfrm>
          <a:prstGeom prst="rect">
            <a:avLst/>
          </a:prstGeom>
          <a:solidFill>
            <a:srgbClr val="EDEDED"/>
          </a:solidFill>
          <a:ln cap="flat" cmpd="sng" w="9525">
            <a:solidFill>
              <a:schemeClr val="accent3"/>
            </a:solidFill>
            <a:prstDash val="solid"/>
            <a:miter lim="800000"/>
            <a:headEnd len="sm" w="sm" type="none"/>
            <a:tailEnd len="sm" w="sm" type="none"/>
          </a:ln>
        </p:spPr>
        <p:txBody>
          <a:bodyPr anchorCtr="0" anchor="ctr" bIns="0" lIns="36000" spcFirstLastPara="1" rIns="36000" wrap="square" tIns="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無</a:t>
            </a:r>
            <a:endParaRPr sz="1400">
              <a:solidFill>
                <a:schemeClr val="dk1"/>
              </a:solidFill>
              <a:latin typeface="Arial"/>
              <a:ea typeface="Arial"/>
              <a:cs typeface="Arial"/>
              <a:sym typeface="Arial"/>
            </a:endParaRPr>
          </a:p>
        </p:txBody>
      </p:sp>
      <p:sp>
        <p:nvSpPr>
          <p:cNvPr id="613" name="Google Shape;613;p12"/>
          <p:cNvSpPr/>
          <p:nvPr/>
        </p:nvSpPr>
        <p:spPr>
          <a:xfrm>
            <a:off x="7308000" y="4464000"/>
            <a:ext cx="1692000" cy="1224000"/>
          </a:xfrm>
          <a:prstGeom prst="rect">
            <a:avLst/>
          </a:prstGeom>
          <a:solidFill>
            <a:srgbClr val="DDEAF6"/>
          </a:solidFill>
          <a:ln cap="flat" cmpd="sng" w="9525">
            <a:solidFill>
              <a:schemeClr val="accent1"/>
            </a:solidFill>
            <a:prstDash val="solid"/>
            <a:miter lim="800000"/>
            <a:headEnd len="sm" w="sm" type="none"/>
            <a:tailEnd len="sm" w="sm" type="none"/>
          </a:ln>
        </p:spPr>
        <p:txBody>
          <a:bodyPr anchorCtr="0" anchor="ctr" bIns="0" lIns="36000" spcFirstLastPara="1" rIns="36000" wrap="square" tIns="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IDEL-SCM</a:t>
            </a:r>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(クラウド)</a:t>
            </a:r>
            <a:endParaRPr/>
          </a:p>
        </p:txBody>
      </p:sp>
      <p:sp>
        <p:nvSpPr>
          <p:cNvPr id="614" name="Google Shape;614;p12"/>
          <p:cNvSpPr/>
          <p:nvPr/>
        </p:nvSpPr>
        <p:spPr>
          <a:xfrm>
            <a:off x="143356" y="4212000"/>
            <a:ext cx="630000" cy="972000"/>
          </a:xfrm>
          <a:prstGeom prst="rect">
            <a:avLst/>
          </a:prstGeom>
          <a:solidFill>
            <a:schemeClr val="accent3"/>
          </a:solidFill>
          <a:ln cap="flat" cmpd="sng" w="12700">
            <a:solidFill>
              <a:schemeClr val="accent3"/>
            </a:solidFill>
            <a:prstDash val="solid"/>
            <a:miter lim="800000"/>
            <a:headEnd len="sm" w="sm" type="none"/>
            <a:tailEnd len="sm" w="sm" type="none"/>
          </a:ln>
        </p:spPr>
        <p:txBody>
          <a:bodyPr anchorCtr="0" anchor="ctr" bIns="0" lIns="36000" spcFirstLastPara="1" rIns="36000" wrap="square" tIns="36000">
            <a:noAutofit/>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製造</a:t>
            </a:r>
            <a:endParaRPr b="1" sz="1400">
              <a:solidFill>
                <a:schemeClr val="lt1"/>
              </a:solidFill>
              <a:latin typeface="Arial"/>
              <a:ea typeface="Arial"/>
              <a:cs typeface="Arial"/>
              <a:sym typeface="Arial"/>
            </a:endParaRPr>
          </a:p>
          <a:p>
            <a:pPr indent="0" lvl="0" marL="0" marR="0" rtl="0" algn="ctr">
              <a:spcBef>
                <a:spcPts val="0"/>
              </a:spcBef>
              <a:spcAft>
                <a:spcPts val="0"/>
              </a:spcAft>
              <a:buNone/>
            </a:pPr>
            <a:r>
              <a:rPr b="1" lang="ja-JP" sz="1400">
                <a:solidFill>
                  <a:schemeClr val="lt1"/>
                </a:solidFill>
                <a:latin typeface="Arial"/>
                <a:ea typeface="Arial"/>
                <a:cs typeface="Arial"/>
                <a:sym typeface="Arial"/>
              </a:rPr>
              <a:t>工程</a:t>
            </a:r>
            <a:br>
              <a:rPr b="1" lang="ja-JP" sz="1400">
                <a:solidFill>
                  <a:schemeClr val="lt1"/>
                </a:solidFill>
                <a:latin typeface="Arial"/>
                <a:ea typeface="Arial"/>
                <a:cs typeface="Arial"/>
                <a:sym typeface="Arial"/>
              </a:rPr>
            </a:br>
            <a:r>
              <a:rPr b="1" lang="ja-JP" sz="1400">
                <a:solidFill>
                  <a:schemeClr val="lt1"/>
                </a:solidFill>
                <a:latin typeface="Arial"/>
                <a:ea typeface="Arial"/>
                <a:cs typeface="Arial"/>
                <a:sym typeface="Arial"/>
              </a:rPr>
              <a:t>管理</a:t>
            </a:r>
            <a:endParaRPr b="1" sz="1400">
              <a:solidFill>
                <a:schemeClr val="lt1"/>
              </a:solidFill>
              <a:latin typeface="Arial"/>
              <a:ea typeface="Arial"/>
              <a:cs typeface="Arial"/>
              <a:sym typeface="Arial"/>
            </a:endParaRPr>
          </a:p>
        </p:txBody>
      </p:sp>
      <p:sp>
        <p:nvSpPr>
          <p:cNvPr id="615" name="Google Shape;615;p12"/>
          <p:cNvSpPr/>
          <p:nvPr/>
        </p:nvSpPr>
        <p:spPr>
          <a:xfrm>
            <a:off x="7308000" y="2483999"/>
            <a:ext cx="1692000" cy="1944000"/>
          </a:xfrm>
          <a:prstGeom prst="rect">
            <a:avLst/>
          </a:prstGeom>
          <a:solidFill>
            <a:srgbClr val="EDEDED"/>
          </a:solidFill>
          <a:ln cap="flat" cmpd="sng" w="9525">
            <a:solidFill>
              <a:schemeClr val="accent3"/>
            </a:solidFill>
            <a:prstDash val="solid"/>
            <a:miter lim="800000"/>
            <a:headEnd len="sm" w="sm" type="none"/>
            <a:tailEnd len="sm" w="sm" type="none"/>
          </a:ln>
        </p:spPr>
        <p:txBody>
          <a:bodyPr anchorCtr="0" anchor="ctr" bIns="0" lIns="36000" spcFirstLastPara="1" rIns="36000" wrap="square" tIns="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無</a:t>
            </a:r>
            <a:endParaRPr sz="1400">
              <a:solidFill>
                <a:schemeClr val="dk1"/>
              </a:solidFill>
              <a:latin typeface="Arial"/>
              <a:ea typeface="Arial"/>
              <a:cs typeface="Arial"/>
              <a:sym typeface="Arial"/>
            </a:endParaRPr>
          </a:p>
        </p:txBody>
      </p:sp>
      <p:sp>
        <p:nvSpPr>
          <p:cNvPr id="616" name="Google Shape;616;p12"/>
          <p:cNvSpPr/>
          <p:nvPr/>
        </p:nvSpPr>
        <p:spPr>
          <a:xfrm>
            <a:off x="2069517" y="2160000"/>
            <a:ext cx="1692000" cy="288000"/>
          </a:xfrm>
          <a:prstGeom prst="round2SameRect">
            <a:avLst>
              <a:gd fmla="val 16667" name="adj1"/>
              <a:gd fmla="val 0" name="adj2"/>
            </a:avLst>
          </a:prstGeom>
          <a:solidFill>
            <a:srgbClr val="525252"/>
          </a:solidFill>
          <a:ln cap="flat" cmpd="sng" w="19050">
            <a:solidFill>
              <a:srgbClr val="525252"/>
            </a:solidFill>
            <a:prstDash val="solid"/>
            <a:miter lim="800000"/>
            <a:headEnd len="sm" w="sm" type="none"/>
            <a:tailEnd len="sm" w="sm" type="none"/>
          </a:ln>
        </p:spPr>
        <p:txBody>
          <a:bodyPr anchorCtr="0" anchor="ctr" bIns="0" lIns="36000" spcFirstLastPara="1" rIns="36000" wrap="square" tIns="36000">
            <a:noAutofit/>
          </a:bodyPr>
          <a:lstStyle/>
          <a:p>
            <a:pPr indent="0" lvl="0" marL="0" marR="0" rtl="0" algn="ctr">
              <a:spcBef>
                <a:spcPts val="0"/>
              </a:spcBef>
              <a:spcAft>
                <a:spcPts val="0"/>
              </a:spcAft>
              <a:buNone/>
            </a:pPr>
            <a:r>
              <a:rPr b="1" lang="ja-JP" sz="1600">
                <a:solidFill>
                  <a:schemeClr val="lt1"/>
                </a:solidFill>
                <a:latin typeface="Arial"/>
                <a:ea typeface="Arial"/>
                <a:cs typeface="Arial"/>
                <a:sym typeface="Arial"/>
              </a:rPr>
              <a:t>化学事業</a:t>
            </a:r>
            <a:endParaRPr b="1" sz="1600">
              <a:solidFill>
                <a:schemeClr val="lt1"/>
              </a:solidFill>
              <a:latin typeface="Arial"/>
              <a:ea typeface="Arial"/>
              <a:cs typeface="Arial"/>
              <a:sym typeface="Arial"/>
            </a:endParaRPr>
          </a:p>
        </p:txBody>
      </p:sp>
      <p:sp>
        <p:nvSpPr>
          <p:cNvPr id="617" name="Google Shape;617;p12"/>
          <p:cNvSpPr/>
          <p:nvPr/>
        </p:nvSpPr>
        <p:spPr>
          <a:xfrm>
            <a:off x="3815678" y="2160000"/>
            <a:ext cx="1692000" cy="288000"/>
          </a:xfrm>
          <a:prstGeom prst="round2SameRect">
            <a:avLst>
              <a:gd fmla="val 16667" name="adj1"/>
              <a:gd fmla="val 0" name="adj2"/>
            </a:avLst>
          </a:prstGeom>
          <a:solidFill>
            <a:srgbClr val="525252"/>
          </a:solidFill>
          <a:ln cap="flat" cmpd="sng" w="19050">
            <a:solidFill>
              <a:srgbClr val="525252"/>
            </a:solidFill>
            <a:prstDash val="solid"/>
            <a:miter lim="800000"/>
            <a:headEnd len="sm" w="sm" type="none"/>
            <a:tailEnd len="sm" w="sm" type="none"/>
          </a:ln>
        </p:spPr>
        <p:txBody>
          <a:bodyPr anchorCtr="0" anchor="ctr" bIns="0" lIns="36000" spcFirstLastPara="1" rIns="36000" wrap="square" tIns="36000">
            <a:noAutofit/>
          </a:bodyPr>
          <a:lstStyle/>
          <a:p>
            <a:pPr indent="0" lvl="0" marL="0" marR="0" rtl="0" algn="ctr">
              <a:spcBef>
                <a:spcPts val="0"/>
              </a:spcBef>
              <a:spcAft>
                <a:spcPts val="0"/>
              </a:spcAft>
              <a:buNone/>
            </a:pPr>
            <a:r>
              <a:rPr b="1" lang="ja-JP" sz="1600">
                <a:solidFill>
                  <a:schemeClr val="lt1"/>
                </a:solidFill>
                <a:latin typeface="Arial"/>
                <a:ea typeface="Arial"/>
                <a:cs typeface="Arial"/>
                <a:sym typeface="Arial"/>
              </a:rPr>
              <a:t>燃料事業</a:t>
            </a:r>
            <a:endParaRPr/>
          </a:p>
        </p:txBody>
      </p:sp>
      <p:sp>
        <p:nvSpPr>
          <p:cNvPr id="618" name="Google Shape;618;p12"/>
          <p:cNvSpPr/>
          <p:nvPr/>
        </p:nvSpPr>
        <p:spPr>
          <a:xfrm>
            <a:off x="5561839" y="2160000"/>
            <a:ext cx="1692000" cy="288000"/>
          </a:xfrm>
          <a:prstGeom prst="round2SameRect">
            <a:avLst>
              <a:gd fmla="val 16667" name="adj1"/>
              <a:gd fmla="val 0" name="adj2"/>
            </a:avLst>
          </a:prstGeom>
          <a:solidFill>
            <a:srgbClr val="525252"/>
          </a:solidFill>
          <a:ln cap="flat" cmpd="sng" w="19050">
            <a:solidFill>
              <a:srgbClr val="525252"/>
            </a:solidFill>
            <a:prstDash val="solid"/>
            <a:miter lim="800000"/>
            <a:headEnd len="sm" w="sm" type="none"/>
            <a:tailEnd len="sm" w="sm" type="none"/>
          </a:ln>
        </p:spPr>
        <p:txBody>
          <a:bodyPr anchorCtr="0" anchor="ctr" bIns="0" lIns="36000" spcFirstLastPara="1" rIns="36000" wrap="square" tIns="36000">
            <a:noAutofit/>
          </a:bodyPr>
          <a:lstStyle/>
          <a:p>
            <a:pPr indent="0" lvl="0" marL="0" marR="0" rtl="0" algn="ctr">
              <a:spcBef>
                <a:spcPts val="0"/>
              </a:spcBef>
              <a:spcAft>
                <a:spcPts val="0"/>
              </a:spcAft>
              <a:buNone/>
            </a:pPr>
            <a:r>
              <a:rPr b="1" lang="ja-JP" sz="1600">
                <a:solidFill>
                  <a:schemeClr val="lt1"/>
                </a:solidFill>
                <a:latin typeface="Arial"/>
                <a:ea typeface="Arial"/>
                <a:cs typeface="Arial"/>
                <a:sym typeface="Arial"/>
              </a:rPr>
              <a:t>潤滑事業</a:t>
            </a:r>
            <a:endParaRPr b="1" sz="1600">
              <a:solidFill>
                <a:schemeClr val="lt1"/>
              </a:solidFill>
              <a:latin typeface="Arial"/>
              <a:ea typeface="Arial"/>
              <a:cs typeface="Arial"/>
              <a:sym typeface="Arial"/>
            </a:endParaRPr>
          </a:p>
        </p:txBody>
      </p:sp>
      <p:sp>
        <p:nvSpPr>
          <p:cNvPr id="619" name="Google Shape;619;p12"/>
          <p:cNvSpPr/>
          <p:nvPr/>
        </p:nvSpPr>
        <p:spPr>
          <a:xfrm>
            <a:off x="7308000" y="2160000"/>
            <a:ext cx="1692000" cy="288000"/>
          </a:xfrm>
          <a:prstGeom prst="round2SameRect">
            <a:avLst>
              <a:gd fmla="val 16667" name="adj1"/>
              <a:gd fmla="val 0" name="adj2"/>
            </a:avLst>
          </a:prstGeom>
          <a:solidFill>
            <a:srgbClr val="525252"/>
          </a:solidFill>
          <a:ln cap="flat" cmpd="sng" w="19050">
            <a:solidFill>
              <a:srgbClr val="525252"/>
            </a:solidFill>
            <a:prstDash val="solid"/>
            <a:miter lim="800000"/>
            <a:headEnd len="sm" w="sm" type="none"/>
            <a:tailEnd len="sm" w="sm" type="none"/>
          </a:ln>
        </p:spPr>
        <p:txBody>
          <a:bodyPr anchorCtr="0" anchor="ctr" bIns="0" lIns="36000" spcFirstLastPara="1" rIns="36000" wrap="square" tIns="36000">
            <a:noAutofit/>
          </a:bodyPr>
          <a:lstStyle/>
          <a:p>
            <a:pPr indent="0" lvl="0" marL="0" marR="0" rtl="0" algn="ctr">
              <a:spcBef>
                <a:spcPts val="0"/>
              </a:spcBef>
              <a:spcAft>
                <a:spcPts val="0"/>
              </a:spcAft>
              <a:buNone/>
            </a:pPr>
            <a:r>
              <a:rPr b="1" lang="ja-JP" sz="1600">
                <a:solidFill>
                  <a:schemeClr val="lt1"/>
                </a:solidFill>
                <a:latin typeface="Arial"/>
                <a:ea typeface="Arial"/>
                <a:cs typeface="Arial"/>
                <a:sym typeface="Arial"/>
              </a:rPr>
              <a:t>電材事業</a:t>
            </a:r>
            <a:endParaRPr b="1" sz="1600">
              <a:solidFill>
                <a:schemeClr val="lt1"/>
              </a:solidFill>
              <a:latin typeface="Arial"/>
              <a:ea typeface="Arial"/>
              <a:cs typeface="Arial"/>
              <a:sym typeface="Arial"/>
            </a:endParaRPr>
          </a:p>
        </p:txBody>
      </p:sp>
      <p:sp>
        <p:nvSpPr>
          <p:cNvPr id="620" name="Google Shape;620;p12"/>
          <p:cNvSpPr/>
          <p:nvPr/>
        </p:nvSpPr>
        <p:spPr>
          <a:xfrm>
            <a:off x="2069518" y="4968000"/>
            <a:ext cx="1691998" cy="216000"/>
          </a:xfrm>
          <a:prstGeom prst="rect">
            <a:avLst/>
          </a:prstGeom>
          <a:solidFill>
            <a:srgbClr val="DDEAF6"/>
          </a:solidFill>
          <a:ln cap="flat" cmpd="sng" w="9525">
            <a:solidFill>
              <a:schemeClr val="accent1"/>
            </a:solidFill>
            <a:prstDash val="solid"/>
            <a:miter lim="800000"/>
            <a:headEnd len="sm" w="sm" type="none"/>
            <a:tailEnd len="sm" w="sm" type="none"/>
          </a:ln>
        </p:spPr>
        <p:txBody>
          <a:bodyPr anchorCtr="0" anchor="ctr" bIns="0" lIns="36000" spcFirstLastPara="1" rIns="36000" wrap="square" tIns="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運転管理(化学)</a:t>
            </a:r>
            <a:endParaRPr/>
          </a:p>
        </p:txBody>
      </p:sp>
      <p:grpSp>
        <p:nvGrpSpPr>
          <p:cNvPr id="621" name="Google Shape;621;p12"/>
          <p:cNvGrpSpPr/>
          <p:nvPr/>
        </p:nvGrpSpPr>
        <p:grpSpPr>
          <a:xfrm>
            <a:off x="2844000" y="1872000"/>
            <a:ext cx="6156000" cy="216000"/>
            <a:chOff x="2844000" y="1872000"/>
            <a:chExt cx="6156000" cy="216000"/>
          </a:xfrm>
        </p:grpSpPr>
        <p:sp>
          <p:nvSpPr>
            <p:cNvPr id="622" name="Google Shape;622;p12"/>
            <p:cNvSpPr/>
            <p:nvPr/>
          </p:nvSpPr>
          <p:spPr>
            <a:xfrm>
              <a:off x="5939678" y="1872000"/>
              <a:ext cx="468000" cy="216000"/>
            </a:xfrm>
            <a:prstGeom prst="rect">
              <a:avLst/>
            </a:prstGeom>
            <a:solidFill>
              <a:srgbClr val="FBE4D4"/>
            </a:solidFill>
            <a:ln cap="flat" cmpd="sng" w="9525">
              <a:solidFill>
                <a:schemeClr val="accent2"/>
              </a:solidFill>
              <a:prstDash val="solid"/>
              <a:miter lim="800000"/>
              <a:headEnd len="sm" w="sm" type="none"/>
              <a:tailEnd len="sm" w="sm" type="none"/>
            </a:ln>
          </p:spPr>
          <p:txBody>
            <a:bodyPr anchorCtr="0" anchor="ctr" bIns="0" lIns="36000" spcFirstLastPara="1" rIns="36000" wrap="square" tIns="0">
              <a:noAutofit/>
            </a:bodyPr>
            <a:lstStyle/>
            <a:p>
              <a:pPr indent="0" lvl="0" marL="0" marR="0" rtl="0" algn="ctr">
                <a:spcBef>
                  <a:spcPts val="0"/>
                </a:spcBef>
                <a:spcAft>
                  <a:spcPts val="0"/>
                </a:spcAft>
                <a:buNone/>
              </a:pPr>
              <a:r>
                <a:t/>
              </a:r>
              <a:endParaRPr b="1" sz="1200">
                <a:solidFill>
                  <a:schemeClr val="dk1"/>
                </a:solidFill>
                <a:latin typeface="Arial"/>
                <a:ea typeface="Arial"/>
                <a:cs typeface="Arial"/>
                <a:sym typeface="Arial"/>
              </a:endParaRPr>
            </a:p>
          </p:txBody>
        </p:sp>
        <p:sp>
          <p:nvSpPr>
            <p:cNvPr id="623" name="Google Shape;623;p12"/>
            <p:cNvSpPr/>
            <p:nvPr/>
          </p:nvSpPr>
          <p:spPr>
            <a:xfrm>
              <a:off x="3600000" y="1872000"/>
              <a:ext cx="468000" cy="216000"/>
            </a:xfrm>
            <a:prstGeom prst="rect">
              <a:avLst/>
            </a:prstGeom>
            <a:solidFill>
              <a:schemeClr val="accent2"/>
            </a:solidFill>
            <a:ln cap="flat" cmpd="sng" w="9525">
              <a:solidFill>
                <a:schemeClr val="accent2"/>
              </a:solidFill>
              <a:prstDash val="solid"/>
              <a:miter lim="800000"/>
              <a:headEnd len="sm" w="sm" type="none"/>
              <a:tailEnd len="sm" w="sm" type="none"/>
            </a:ln>
          </p:spPr>
          <p:txBody>
            <a:bodyPr anchorCtr="0" anchor="ctr" bIns="0" lIns="36000" spcFirstLastPara="1" rIns="36000" wrap="square" tIns="0">
              <a:noAutofit/>
            </a:bodyPr>
            <a:lstStyle/>
            <a:p>
              <a:pPr indent="0" lvl="0" marL="0" marR="0" rtl="0" algn="ctr">
                <a:spcBef>
                  <a:spcPts val="0"/>
                </a:spcBef>
                <a:spcAft>
                  <a:spcPts val="0"/>
                </a:spcAft>
                <a:buNone/>
              </a:pPr>
              <a:r>
                <a:t/>
              </a:r>
              <a:endParaRPr b="1" sz="1200">
                <a:solidFill>
                  <a:schemeClr val="lt1"/>
                </a:solidFill>
                <a:latin typeface="Arial"/>
                <a:ea typeface="Arial"/>
                <a:cs typeface="Arial"/>
                <a:sym typeface="Arial"/>
              </a:endParaRPr>
            </a:p>
          </p:txBody>
        </p:sp>
        <p:sp>
          <p:nvSpPr>
            <p:cNvPr id="624" name="Google Shape;624;p12"/>
            <p:cNvSpPr txBox="1"/>
            <p:nvPr/>
          </p:nvSpPr>
          <p:spPr>
            <a:xfrm>
              <a:off x="2844000" y="1872000"/>
              <a:ext cx="646331" cy="21600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lang="ja-JP" sz="1200">
                  <a:solidFill>
                    <a:schemeClr val="dk1"/>
                  </a:solidFill>
                  <a:latin typeface="Arial"/>
                  <a:ea typeface="Arial"/>
                  <a:cs typeface="Arial"/>
                  <a:sym typeface="Arial"/>
                </a:rPr>
                <a:t>凡例：</a:t>
              </a:r>
              <a:endParaRPr/>
            </a:p>
          </p:txBody>
        </p:sp>
        <p:sp>
          <p:nvSpPr>
            <p:cNvPr id="625" name="Google Shape;625;p12"/>
            <p:cNvSpPr/>
            <p:nvPr/>
          </p:nvSpPr>
          <p:spPr>
            <a:xfrm>
              <a:off x="6444000" y="1872000"/>
              <a:ext cx="2556000" cy="216000"/>
            </a:xfrm>
            <a:prstGeom prst="rect">
              <a:avLst/>
            </a:prstGeom>
            <a:noFill/>
            <a:ln>
              <a:noFill/>
            </a:ln>
          </p:spPr>
          <p:txBody>
            <a:bodyPr anchorCtr="0" anchor="ctr" bIns="0" lIns="36000" spcFirstLastPara="1" rIns="36000" wrap="square" tIns="0">
              <a:noAutofit/>
            </a:bodyPr>
            <a:lstStyle/>
            <a:p>
              <a:pPr indent="0" lvl="0" marL="0" marR="0" rtl="0" algn="l">
                <a:spcBef>
                  <a:spcPts val="0"/>
                </a:spcBef>
                <a:spcAft>
                  <a:spcPts val="0"/>
                </a:spcAft>
                <a:buNone/>
              </a:pPr>
              <a:r>
                <a:rPr lang="ja-JP" sz="1200">
                  <a:solidFill>
                    <a:schemeClr val="dk1"/>
                  </a:solidFill>
                  <a:latin typeface="Arial"/>
                  <a:ea typeface="Arial"/>
                  <a:cs typeface="Arial"/>
                  <a:sym typeface="Arial"/>
                </a:rPr>
                <a:t>現在、弊社が担当しているシステム</a:t>
              </a:r>
              <a:endParaRPr sz="1200">
                <a:solidFill>
                  <a:schemeClr val="dk1"/>
                </a:solidFill>
                <a:latin typeface="Arial"/>
                <a:ea typeface="Arial"/>
                <a:cs typeface="Arial"/>
                <a:sym typeface="Arial"/>
              </a:endParaRPr>
            </a:p>
          </p:txBody>
        </p:sp>
        <p:sp>
          <p:nvSpPr>
            <p:cNvPr id="626" name="Google Shape;626;p12"/>
            <p:cNvSpPr txBox="1"/>
            <p:nvPr/>
          </p:nvSpPr>
          <p:spPr>
            <a:xfrm>
              <a:off x="4032000" y="1872000"/>
              <a:ext cx="1728000" cy="21600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lang="ja-JP" sz="1200">
                  <a:solidFill>
                    <a:schemeClr val="dk1"/>
                  </a:solidFill>
                  <a:latin typeface="Arial"/>
                  <a:ea typeface="Arial"/>
                  <a:cs typeface="Arial"/>
                  <a:sym typeface="Arial"/>
                </a:rPr>
                <a:t>千葉運転管理システム</a:t>
              </a:r>
              <a:endParaRPr/>
            </a:p>
          </p:txBody>
        </p:sp>
      </p:grpSp>
      <p:sp>
        <p:nvSpPr>
          <p:cNvPr id="627" name="Google Shape;627;p12"/>
          <p:cNvSpPr/>
          <p:nvPr/>
        </p:nvSpPr>
        <p:spPr>
          <a:xfrm>
            <a:off x="144000" y="5940000"/>
            <a:ext cx="8856644" cy="432000"/>
          </a:xfrm>
          <a:prstGeom prst="rect">
            <a:avLst/>
          </a:prstGeom>
          <a:noFill/>
          <a:ln>
            <a:noFill/>
          </a:ln>
        </p:spPr>
        <p:txBody>
          <a:bodyPr anchorCtr="0" anchor="b" bIns="0" lIns="36000" spcFirstLastPara="1" rIns="36000" wrap="square" tIns="0">
            <a:noAutofit/>
          </a:bodyPr>
          <a:lstStyle/>
          <a:p>
            <a:pPr indent="-285750" lvl="0" marL="285750" marR="0" rtl="0" algn="l">
              <a:spcBef>
                <a:spcPts val="0"/>
              </a:spcBef>
              <a:spcAft>
                <a:spcPts val="0"/>
              </a:spcAft>
              <a:buClr>
                <a:schemeClr val="dk1"/>
              </a:buClr>
              <a:buSzPts val="1200"/>
              <a:buFont typeface="Arial"/>
              <a:buChar char="※"/>
            </a:pPr>
            <a:r>
              <a:rPr lang="ja-JP" sz="1200">
                <a:solidFill>
                  <a:schemeClr val="dk1"/>
                </a:solidFill>
                <a:latin typeface="Arial"/>
                <a:ea typeface="Arial"/>
                <a:cs typeface="Arial"/>
                <a:sym typeface="Arial"/>
              </a:rPr>
              <a:t>現行ITソリューションマップより抜粋（全社管理・設備保全・文書等資源管理は省略）</a:t>
            </a:r>
            <a:br>
              <a:rPr lang="ja-JP" sz="1200">
                <a:solidFill>
                  <a:schemeClr val="dk1"/>
                </a:solidFill>
                <a:latin typeface="Arial"/>
                <a:ea typeface="Arial"/>
                <a:cs typeface="Arial"/>
                <a:sym typeface="Arial"/>
              </a:rPr>
            </a:br>
            <a:r>
              <a:rPr lang="ja-JP" sz="1200">
                <a:solidFill>
                  <a:schemeClr val="dk1"/>
                </a:solidFill>
                <a:latin typeface="Arial"/>
                <a:ea typeface="Arial"/>
                <a:cs typeface="Arial"/>
                <a:sym typeface="Arial"/>
              </a:rPr>
              <a:t>千葉事業所のシステムを重点的に記載</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sp>
        <p:nvSpPr>
          <p:cNvPr id="632" name="Google Shape;632;p13"/>
          <p:cNvSpPr/>
          <p:nvPr/>
        </p:nvSpPr>
        <p:spPr>
          <a:xfrm>
            <a:off x="1007998" y="864000"/>
            <a:ext cx="5220001" cy="576000"/>
          </a:xfrm>
          <a:prstGeom prst="roundRect">
            <a:avLst>
              <a:gd fmla="val 11024" name="adj"/>
            </a:avLst>
          </a:prstGeom>
          <a:solidFill>
            <a:srgbClr val="EDEDED"/>
          </a:solidFill>
          <a:ln cap="flat" cmpd="sng" w="12700">
            <a:solidFill>
              <a:schemeClr val="accent3"/>
            </a:solidFill>
            <a:prstDash val="solid"/>
            <a:miter lim="800000"/>
            <a:headEnd len="sm" w="sm" type="none"/>
            <a:tailEnd len="sm" w="sm" type="none"/>
          </a:ln>
        </p:spPr>
        <p:txBody>
          <a:bodyPr anchorCtr="0" anchor="t" bIns="45700" lIns="108000" spcFirstLastPara="1" rIns="108000" wrap="square" tIns="45700">
            <a:noAutofit/>
          </a:bodyPr>
          <a:lstStyle/>
          <a:p>
            <a:pPr indent="0" lvl="0" marL="0" marR="0" rtl="0" algn="r">
              <a:spcBef>
                <a:spcPts val="0"/>
              </a:spcBef>
              <a:spcAft>
                <a:spcPts val="0"/>
              </a:spcAft>
              <a:buNone/>
            </a:pPr>
            <a:r>
              <a:rPr b="1" lang="ja-JP" sz="1400">
                <a:solidFill>
                  <a:schemeClr val="dk1"/>
                </a:solidFill>
                <a:latin typeface="Arial"/>
                <a:ea typeface="Arial"/>
                <a:cs typeface="Arial"/>
                <a:sym typeface="Arial"/>
              </a:rPr>
              <a:t>館林DC</a:t>
            </a:r>
            <a:endParaRPr b="1" sz="1400">
              <a:solidFill>
                <a:schemeClr val="dk1"/>
              </a:solidFill>
              <a:latin typeface="Arial"/>
              <a:ea typeface="Arial"/>
              <a:cs typeface="Arial"/>
              <a:sym typeface="Arial"/>
            </a:endParaRPr>
          </a:p>
        </p:txBody>
      </p:sp>
      <p:sp>
        <p:nvSpPr>
          <p:cNvPr id="633" name="Google Shape;633;p13"/>
          <p:cNvSpPr/>
          <p:nvPr/>
        </p:nvSpPr>
        <p:spPr>
          <a:xfrm>
            <a:off x="1008000" y="1656000"/>
            <a:ext cx="7992000" cy="2880000"/>
          </a:xfrm>
          <a:prstGeom prst="roundRect">
            <a:avLst>
              <a:gd fmla="val 2205" name="adj"/>
            </a:avLst>
          </a:prstGeom>
          <a:solidFill>
            <a:srgbClr val="EDEDED"/>
          </a:solidFill>
          <a:ln cap="flat" cmpd="sng" w="12700">
            <a:solidFill>
              <a:schemeClr val="accent3"/>
            </a:solidFill>
            <a:prstDash val="solid"/>
            <a:miter lim="800000"/>
            <a:headEnd len="sm" w="sm" type="none"/>
            <a:tailEnd len="sm" w="sm" type="none"/>
          </a:ln>
        </p:spPr>
        <p:txBody>
          <a:bodyPr anchorCtr="0" anchor="t" bIns="45700" lIns="108000" spcFirstLastPara="1" rIns="108000" wrap="square" tIns="45700">
            <a:noAutofit/>
          </a:bodyPr>
          <a:lstStyle/>
          <a:p>
            <a:pPr indent="0" lvl="0" marL="0" marR="0" rtl="0" algn="r">
              <a:spcBef>
                <a:spcPts val="0"/>
              </a:spcBef>
              <a:spcAft>
                <a:spcPts val="0"/>
              </a:spcAft>
              <a:buNone/>
            </a:pPr>
            <a:r>
              <a:rPr b="1" lang="ja-JP" sz="1400">
                <a:solidFill>
                  <a:schemeClr val="dk1"/>
                </a:solidFill>
                <a:latin typeface="Arial"/>
                <a:ea typeface="Arial"/>
                <a:cs typeface="Arial"/>
                <a:sym typeface="Arial"/>
              </a:rPr>
              <a:t>潤滑油二課事務所</a:t>
            </a:r>
            <a:endParaRPr/>
          </a:p>
        </p:txBody>
      </p:sp>
      <p:sp>
        <p:nvSpPr>
          <p:cNvPr id="634" name="Google Shape;634;p13"/>
          <p:cNvSpPr txBox="1"/>
          <p:nvPr>
            <p:ph type="title"/>
          </p:nvPr>
        </p:nvSpPr>
        <p:spPr>
          <a:xfrm>
            <a:off x="144000" y="36000"/>
            <a:ext cx="8856000" cy="5760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3000"/>
              <a:buFont typeface="Arial"/>
              <a:buNone/>
            </a:pPr>
            <a:r>
              <a:rPr lang="ja-JP"/>
              <a:t>システム構成（AsIs）</a:t>
            </a:r>
            <a:endParaRPr/>
          </a:p>
        </p:txBody>
      </p:sp>
      <p:sp>
        <p:nvSpPr>
          <p:cNvPr id="635" name="Google Shape;635;p13"/>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ja-JP"/>
              <a:t>Copyright© 2020 SystemEXE,Inc. all rights reserved.</a:t>
            </a:r>
            <a:endParaRPr/>
          </a:p>
        </p:txBody>
      </p:sp>
      <p:sp>
        <p:nvSpPr>
          <p:cNvPr id="636" name="Google Shape;636;p13"/>
          <p:cNvSpPr txBox="1"/>
          <p:nvPr>
            <p:ph idx="12" type="sldNum"/>
          </p:nvPr>
        </p:nvSpPr>
        <p:spPr>
          <a:xfrm>
            <a:off x="4212000" y="6500068"/>
            <a:ext cx="720000" cy="288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ja-JP"/>
              <a:t>‹#›</a:t>
            </a:fld>
            <a:endParaRPr/>
          </a:p>
        </p:txBody>
      </p:sp>
      <p:sp>
        <p:nvSpPr>
          <p:cNvPr id="637" name="Google Shape;637;p13"/>
          <p:cNvSpPr/>
          <p:nvPr/>
        </p:nvSpPr>
        <p:spPr>
          <a:xfrm>
            <a:off x="3096000" y="1008000"/>
            <a:ext cx="1800000" cy="288000"/>
          </a:xfrm>
          <a:prstGeom prst="roundRect">
            <a:avLst>
              <a:gd fmla="val 22049" name="adj"/>
            </a:avLst>
          </a:prstGeom>
          <a:solidFill>
            <a:schemeClr val="accent1"/>
          </a:solidFill>
          <a:ln cap="flat" cmpd="sng" w="12700">
            <a:solidFill>
              <a:schemeClr val="accent1"/>
            </a:solidFill>
            <a:prstDash val="solid"/>
            <a:miter lim="800000"/>
            <a:headEnd len="sm" w="sm" type="none"/>
            <a:tailEnd len="sm" w="sm" type="none"/>
          </a:ln>
        </p:spPr>
        <p:txBody>
          <a:bodyPr anchorCtr="0" anchor="ctr" bIns="45700" lIns="72000" spcFirstLastPara="1" rIns="36000" wrap="square" tIns="45700">
            <a:noAutofit/>
          </a:bodyPr>
          <a:lstStyle/>
          <a:p>
            <a:pPr indent="0" lvl="0" marL="0" marR="0" rtl="0" algn="ctr">
              <a:spcBef>
                <a:spcPts val="0"/>
              </a:spcBef>
              <a:spcAft>
                <a:spcPts val="0"/>
              </a:spcAft>
              <a:buNone/>
            </a:pPr>
            <a:r>
              <a:rPr lang="ja-JP" sz="1400">
                <a:solidFill>
                  <a:schemeClr val="lt1"/>
                </a:solidFill>
                <a:latin typeface="Arial"/>
                <a:ea typeface="Arial"/>
                <a:cs typeface="Arial"/>
                <a:sym typeface="Arial"/>
              </a:rPr>
              <a:t>OneSAP</a:t>
            </a:r>
            <a:endParaRPr sz="1400">
              <a:solidFill>
                <a:schemeClr val="lt1"/>
              </a:solidFill>
              <a:latin typeface="Arial"/>
              <a:ea typeface="Arial"/>
              <a:cs typeface="Arial"/>
              <a:sym typeface="Arial"/>
            </a:endParaRPr>
          </a:p>
        </p:txBody>
      </p:sp>
      <p:sp>
        <p:nvSpPr>
          <p:cNvPr id="638" name="Google Shape;638;p13"/>
          <p:cNvSpPr/>
          <p:nvPr/>
        </p:nvSpPr>
        <p:spPr>
          <a:xfrm>
            <a:off x="1080000" y="1008000"/>
            <a:ext cx="1800000" cy="288000"/>
          </a:xfrm>
          <a:prstGeom prst="roundRect">
            <a:avLst>
              <a:gd fmla="val 22049" name="adj"/>
            </a:avLst>
          </a:prstGeom>
          <a:solidFill>
            <a:schemeClr val="accent1"/>
          </a:solidFill>
          <a:ln cap="flat" cmpd="sng" w="12700">
            <a:solidFill>
              <a:schemeClr val="accent1"/>
            </a:solidFill>
            <a:prstDash val="solid"/>
            <a:miter lim="800000"/>
            <a:headEnd len="sm" w="sm" type="none"/>
            <a:tailEnd len="sm" w="sm" type="none"/>
          </a:ln>
        </p:spPr>
        <p:txBody>
          <a:bodyPr anchorCtr="0" anchor="ctr" bIns="45700" lIns="72000" spcFirstLastPara="1" rIns="36000" wrap="square" tIns="45700">
            <a:noAutofit/>
          </a:bodyPr>
          <a:lstStyle/>
          <a:p>
            <a:pPr indent="0" lvl="0" marL="0" marR="0" rtl="0" algn="ctr">
              <a:spcBef>
                <a:spcPts val="0"/>
              </a:spcBef>
              <a:spcAft>
                <a:spcPts val="0"/>
              </a:spcAft>
              <a:buNone/>
            </a:pPr>
            <a:r>
              <a:rPr lang="ja-JP" sz="1400">
                <a:solidFill>
                  <a:schemeClr val="lt1"/>
                </a:solidFill>
                <a:latin typeface="Arial"/>
                <a:ea typeface="Arial"/>
                <a:cs typeface="Arial"/>
                <a:sym typeface="Arial"/>
              </a:rPr>
              <a:t>連携基盤</a:t>
            </a:r>
            <a:endParaRPr/>
          </a:p>
        </p:txBody>
      </p:sp>
      <p:cxnSp>
        <p:nvCxnSpPr>
          <p:cNvPr id="639" name="Google Shape;639;p13"/>
          <p:cNvCxnSpPr/>
          <p:nvPr/>
        </p:nvCxnSpPr>
        <p:spPr>
          <a:xfrm flipH="1" rot="10800000">
            <a:off x="504000" y="1512000"/>
            <a:ext cx="8496000" cy="1"/>
          </a:xfrm>
          <a:prstGeom prst="straightConnector1">
            <a:avLst/>
          </a:prstGeom>
          <a:noFill/>
          <a:ln cap="flat" cmpd="sng" w="28575">
            <a:solidFill>
              <a:schemeClr val="accent3"/>
            </a:solidFill>
            <a:prstDash val="solid"/>
            <a:miter lim="800000"/>
            <a:headEnd len="sm" w="sm" type="none"/>
            <a:tailEnd len="sm" w="sm" type="none"/>
          </a:ln>
        </p:spPr>
      </p:cxnSp>
      <p:cxnSp>
        <p:nvCxnSpPr>
          <p:cNvPr id="640" name="Google Shape;640;p13"/>
          <p:cNvCxnSpPr/>
          <p:nvPr/>
        </p:nvCxnSpPr>
        <p:spPr>
          <a:xfrm rot="10800000">
            <a:off x="1980000" y="1296000"/>
            <a:ext cx="0" cy="216000"/>
          </a:xfrm>
          <a:prstGeom prst="straightConnector1">
            <a:avLst/>
          </a:prstGeom>
          <a:noFill/>
          <a:ln cap="flat" cmpd="sng" w="28575">
            <a:solidFill>
              <a:schemeClr val="accent3"/>
            </a:solidFill>
            <a:prstDash val="solid"/>
            <a:miter lim="800000"/>
            <a:headEnd len="sm" w="sm" type="none"/>
            <a:tailEnd len="sm" w="sm" type="none"/>
          </a:ln>
        </p:spPr>
      </p:cxnSp>
      <p:cxnSp>
        <p:nvCxnSpPr>
          <p:cNvPr id="641" name="Google Shape;641;p13"/>
          <p:cNvCxnSpPr/>
          <p:nvPr/>
        </p:nvCxnSpPr>
        <p:spPr>
          <a:xfrm rot="10800000">
            <a:off x="3996000" y="1296000"/>
            <a:ext cx="0" cy="216000"/>
          </a:xfrm>
          <a:prstGeom prst="straightConnector1">
            <a:avLst/>
          </a:prstGeom>
          <a:noFill/>
          <a:ln cap="flat" cmpd="sng" w="28575">
            <a:solidFill>
              <a:schemeClr val="accent3"/>
            </a:solidFill>
            <a:prstDash val="solid"/>
            <a:miter lim="800000"/>
            <a:headEnd len="sm" w="sm" type="none"/>
            <a:tailEnd len="sm" w="sm" type="none"/>
          </a:ln>
        </p:spPr>
      </p:cxnSp>
      <p:cxnSp>
        <p:nvCxnSpPr>
          <p:cNvPr id="642" name="Google Shape;642;p13"/>
          <p:cNvCxnSpPr/>
          <p:nvPr/>
        </p:nvCxnSpPr>
        <p:spPr>
          <a:xfrm flipH="1" rot="10800000">
            <a:off x="504000" y="5544000"/>
            <a:ext cx="8496000" cy="1"/>
          </a:xfrm>
          <a:prstGeom prst="straightConnector1">
            <a:avLst/>
          </a:prstGeom>
          <a:noFill/>
          <a:ln cap="flat" cmpd="sng" w="28575">
            <a:solidFill>
              <a:schemeClr val="accent3"/>
            </a:solidFill>
            <a:prstDash val="solid"/>
            <a:miter lim="800000"/>
            <a:headEnd len="sm" w="sm" type="none"/>
            <a:tailEnd len="sm" w="sm" type="none"/>
          </a:ln>
        </p:spPr>
      </p:cxnSp>
      <p:sp>
        <p:nvSpPr>
          <p:cNvPr id="643" name="Google Shape;643;p13"/>
          <p:cNvSpPr/>
          <p:nvPr/>
        </p:nvSpPr>
        <p:spPr>
          <a:xfrm>
            <a:off x="7056000" y="4752000"/>
            <a:ext cx="1944000" cy="720000"/>
          </a:xfrm>
          <a:prstGeom prst="roundRect">
            <a:avLst>
              <a:gd fmla="val 8819" name="adj"/>
            </a:avLst>
          </a:prstGeom>
          <a:solidFill>
            <a:srgbClr val="EDEDED"/>
          </a:solidFill>
          <a:ln cap="flat" cmpd="sng" w="12700">
            <a:solidFill>
              <a:schemeClr val="accent3"/>
            </a:solidFill>
            <a:prstDash val="solid"/>
            <a:miter lim="800000"/>
            <a:headEnd len="sm" w="sm" type="none"/>
            <a:tailEnd len="sm" w="sm" type="none"/>
          </a:ln>
        </p:spPr>
        <p:txBody>
          <a:bodyPr anchorCtr="0" anchor="t" bIns="0" lIns="108000" spcFirstLastPara="1" rIns="108000" wrap="square" tIns="36000">
            <a:noAutofit/>
          </a:bodyPr>
          <a:lstStyle/>
          <a:p>
            <a:pPr indent="0" lvl="0" marL="0" marR="0" rtl="0" algn="ctr">
              <a:spcBef>
                <a:spcPts val="0"/>
              </a:spcBef>
              <a:spcAft>
                <a:spcPts val="0"/>
              </a:spcAft>
              <a:buNone/>
            </a:pPr>
            <a:r>
              <a:rPr b="1" lang="ja-JP" sz="1400">
                <a:solidFill>
                  <a:schemeClr val="dk1"/>
                </a:solidFill>
                <a:latin typeface="Arial"/>
                <a:ea typeface="Arial"/>
                <a:cs typeface="Arial"/>
                <a:sym typeface="Arial"/>
              </a:rPr>
              <a:t>充填所</a:t>
            </a:r>
            <a:endParaRPr/>
          </a:p>
        </p:txBody>
      </p:sp>
      <p:sp>
        <p:nvSpPr>
          <p:cNvPr id="644" name="Google Shape;644;p13"/>
          <p:cNvSpPr/>
          <p:nvPr/>
        </p:nvSpPr>
        <p:spPr>
          <a:xfrm>
            <a:off x="3024000" y="4752000"/>
            <a:ext cx="1944000" cy="720000"/>
          </a:xfrm>
          <a:prstGeom prst="roundRect">
            <a:avLst>
              <a:gd fmla="val 8819" name="adj"/>
            </a:avLst>
          </a:prstGeom>
          <a:solidFill>
            <a:srgbClr val="EDEDED"/>
          </a:solidFill>
          <a:ln cap="flat" cmpd="sng" w="12700">
            <a:solidFill>
              <a:schemeClr val="accent3"/>
            </a:solidFill>
            <a:prstDash val="solid"/>
            <a:miter lim="800000"/>
            <a:headEnd len="sm" w="sm" type="none"/>
            <a:tailEnd len="sm" w="sm" type="none"/>
          </a:ln>
        </p:spPr>
        <p:txBody>
          <a:bodyPr anchorCtr="0" anchor="t" bIns="0" lIns="108000" spcFirstLastPara="1" rIns="108000" wrap="square" tIns="36000">
            <a:noAutofit/>
          </a:bodyPr>
          <a:lstStyle/>
          <a:p>
            <a:pPr indent="0" lvl="0" marL="0" marR="0" rtl="0" algn="ctr">
              <a:spcBef>
                <a:spcPts val="0"/>
              </a:spcBef>
              <a:spcAft>
                <a:spcPts val="0"/>
              </a:spcAft>
              <a:buNone/>
            </a:pPr>
            <a:r>
              <a:rPr b="1" lang="ja-JP" sz="1400">
                <a:solidFill>
                  <a:schemeClr val="dk1"/>
                </a:solidFill>
                <a:latin typeface="Arial"/>
                <a:ea typeface="Arial"/>
                <a:cs typeface="Arial"/>
                <a:sym typeface="Arial"/>
              </a:rPr>
              <a:t>出荷事務所</a:t>
            </a:r>
            <a:endParaRPr/>
          </a:p>
        </p:txBody>
      </p:sp>
      <p:sp>
        <p:nvSpPr>
          <p:cNvPr id="645" name="Google Shape;645;p13"/>
          <p:cNvSpPr/>
          <p:nvPr/>
        </p:nvSpPr>
        <p:spPr>
          <a:xfrm>
            <a:off x="1008000" y="4752000"/>
            <a:ext cx="1944000" cy="720000"/>
          </a:xfrm>
          <a:prstGeom prst="roundRect">
            <a:avLst>
              <a:gd fmla="val 8819" name="adj"/>
            </a:avLst>
          </a:prstGeom>
          <a:solidFill>
            <a:srgbClr val="EDEDED"/>
          </a:solidFill>
          <a:ln cap="flat" cmpd="sng" w="12700">
            <a:solidFill>
              <a:schemeClr val="accent3"/>
            </a:solidFill>
            <a:prstDash val="solid"/>
            <a:miter lim="800000"/>
            <a:headEnd len="sm" w="sm" type="none"/>
            <a:tailEnd len="sm" w="sm" type="none"/>
          </a:ln>
        </p:spPr>
        <p:txBody>
          <a:bodyPr anchorCtr="0" anchor="t" bIns="0" lIns="108000" spcFirstLastPara="1" rIns="108000" wrap="square" tIns="36000">
            <a:noAutofit/>
          </a:bodyPr>
          <a:lstStyle/>
          <a:p>
            <a:pPr indent="0" lvl="0" marL="0" marR="0" rtl="0" algn="ctr">
              <a:spcBef>
                <a:spcPts val="0"/>
              </a:spcBef>
              <a:spcAft>
                <a:spcPts val="0"/>
              </a:spcAft>
              <a:buNone/>
            </a:pPr>
            <a:r>
              <a:rPr b="1" lang="ja-JP" sz="1400">
                <a:solidFill>
                  <a:schemeClr val="dk1"/>
                </a:solidFill>
                <a:latin typeface="Arial"/>
                <a:ea typeface="Arial"/>
                <a:cs typeface="Arial"/>
                <a:sym typeface="Arial"/>
              </a:rPr>
              <a:t>CB建屋</a:t>
            </a:r>
            <a:endParaRPr b="1" sz="1400">
              <a:solidFill>
                <a:schemeClr val="dk1"/>
              </a:solidFill>
              <a:latin typeface="Arial"/>
              <a:ea typeface="Arial"/>
              <a:cs typeface="Arial"/>
              <a:sym typeface="Arial"/>
            </a:endParaRPr>
          </a:p>
        </p:txBody>
      </p:sp>
      <p:sp>
        <p:nvSpPr>
          <p:cNvPr id="646" name="Google Shape;646;p13"/>
          <p:cNvSpPr/>
          <p:nvPr/>
        </p:nvSpPr>
        <p:spPr>
          <a:xfrm>
            <a:off x="3096000" y="5040000"/>
            <a:ext cx="1800000" cy="288000"/>
          </a:xfrm>
          <a:prstGeom prst="roundRect">
            <a:avLst>
              <a:gd fmla="val 22049" name="adj"/>
            </a:avLst>
          </a:prstGeom>
          <a:solidFill>
            <a:schemeClr val="accent1"/>
          </a:solidFill>
          <a:ln cap="flat" cmpd="sng" w="12700">
            <a:solidFill>
              <a:schemeClr val="accent1"/>
            </a:solidFill>
            <a:prstDash val="solid"/>
            <a:miter lim="800000"/>
            <a:headEnd len="sm" w="sm" type="none"/>
            <a:tailEnd len="sm" w="sm" type="none"/>
          </a:ln>
        </p:spPr>
        <p:txBody>
          <a:bodyPr anchorCtr="0" anchor="ctr" bIns="45700" lIns="72000" spcFirstLastPara="1" rIns="36000" wrap="square" tIns="45700">
            <a:noAutofit/>
          </a:bodyPr>
          <a:lstStyle/>
          <a:p>
            <a:pPr indent="0" lvl="0" marL="0" marR="0" rtl="0" algn="ctr">
              <a:spcBef>
                <a:spcPts val="0"/>
              </a:spcBef>
              <a:spcAft>
                <a:spcPts val="0"/>
              </a:spcAft>
              <a:buNone/>
            </a:pPr>
            <a:r>
              <a:rPr lang="ja-JP" sz="1400">
                <a:solidFill>
                  <a:schemeClr val="lt1"/>
                </a:solidFill>
                <a:latin typeface="Arial"/>
                <a:ea typeface="Arial"/>
                <a:cs typeface="Arial"/>
                <a:sym typeface="Arial"/>
              </a:rPr>
              <a:t>ﾛｯﾄ追跡ｼｽﾃﾑ</a:t>
            </a:r>
            <a:endParaRPr/>
          </a:p>
        </p:txBody>
      </p:sp>
      <p:sp>
        <p:nvSpPr>
          <p:cNvPr id="647" name="Google Shape;647;p13"/>
          <p:cNvSpPr/>
          <p:nvPr/>
        </p:nvSpPr>
        <p:spPr>
          <a:xfrm>
            <a:off x="1080000" y="5040000"/>
            <a:ext cx="1800000" cy="288000"/>
          </a:xfrm>
          <a:prstGeom prst="roundRect">
            <a:avLst>
              <a:gd fmla="val 22049" name="adj"/>
            </a:avLst>
          </a:prstGeom>
          <a:solidFill>
            <a:schemeClr val="accent1"/>
          </a:solidFill>
          <a:ln cap="flat" cmpd="sng" w="12700">
            <a:solidFill>
              <a:schemeClr val="accent1"/>
            </a:solidFill>
            <a:prstDash val="solid"/>
            <a:miter lim="800000"/>
            <a:headEnd len="sm" w="sm" type="none"/>
            <a:tailEnd len="sm" w="sm" type="none"/>
          </a:ln>
        </p:spPr>
        <p:txBody>
          <a:bodyPr anchorCtr="0" anchor="ctr" bIns="45700" lIns="72000" spcFirstLastPara="1" rIns="36000" wrap="square" tIns="45700">
            <a:noAutofit/>
          </a:bodyPr>
          <a:lstStyle/>
          <a:p>
            <a:pPr indent="0" lvl="0" marL="0" marR="0" rtl="0" algn="ctr">
              <a:spcBef>
                <a:spcPts val="0"/>
              </a:spcBef>
              <a:spcAft>
                <a:spcPts val="0"/>
              </a:spcAft>
              <a:buNone/>
            </a:pPr>
            <a:r>
              <a:rPr lang="ja-JP" sz="1400">
                <a:solidFill>
                  <a:schemeClr val="lt1"/>
                </a:solidFill>
                <a:latin typeface="Arial"/>
                <a:ea typeface="Arial"/>
                <a:cs typeface="Arial"/>
                <a:sym typeface="Arial"/>
              </a:rPr>
              <a:t>添加剤ﾛｯﾄ管理ｼｽﾃﾑ</a:t>
            </a:r>
            <a:endParaRPr/>
          </a:p>
        </p:txBody>
      </p:sp>
      <p:sp>
        <p:nvSpPr>
          <p:cNvPr id="648" name="Google Shape;648;p13"/>
          <p:cNvSpPr/>
          <p:nvPr/>
        </p:nvSpPr>
        <p:spPr>
          <a:xfrm>
            <a:off x="7128441" y="5040000"/>
            <a:ext cx="1800000" cy="288000"/>
          </a:xfrm>
          <a:prstGeom prst="roundRect">
            <a:avLst>
              <a:gd fmla="val 22049" name="adj"/>
            </a:avLst>
          </a:prstGeom>
          <a:solidFill>
            <a:schemeClr val="accent1"/>
          </a:solidFill>
          <a:ln cap="flat" cmpd="sng" w="12700">
            <a:solidFill>
              <a:schemeClr val="accent1"/>
            </a:solidFill>
            <a:prstDash val="solid"/>
            <a:miter lim="800000"/>
            <a:headEnd len="sm" w="sm" type="none"/>
            <a:tailEnd len="sm" w="sm" type="none"/>
          </a:ln>
        </p:spPr>
        <p:txBody>
          <a:bodyPr anchorCtr="0" anchor="ctr" bIns="45700" lIns="72000" spcFirstLastPara="1" rIns="36000" wrap="square" tIns="45700">
            <a:noAutofit/>
          </a:bodyPr>
          <a:lstStyle/>
          <a:p>
            <a:pPr indent="0" lvl="0" marL="0" marR="0" rtl="0" algn="ctr">
              <a:spcBef>
                <a:spcPts val="0"/>
              </a:spcBef>
              <a:spcAft>
                <a:spcPts val="0"/>
              </a:spcAft>
              <a:buNone/>
            </a:pPr>
            <a:r>
              <a:rPr lang="ja-JP" sz="1400">
                <a:solidFill>
                  <a:schemeClr val="lt1"/>
                </a:solidFill>
                <a:latin typeface="Arial"/>
                <a:ea typeface="Arial"/>
                <a:cs typeface="Arial"/>
                <a:sym typeface="Arial"/>
              </a:rPr>
              <a:t>充填管理ｼｽﾃﾑ</a:t>
            </a:r>
            <a:endParaRPr/>
          </a:p>
        </p:txBody>
      </p:sp>
      <p:cxnSp>
        <p:nvCxnSpPr>
          <p:cNvPr id="649" name="Google Shape;649;p13"/>
          <p:cNvCxnSpPr/>
          <p:nvPr/>
        </p:nvCxnSpPr>
        <p:spPr>
          <a:xfrm rot="10800000">
            <a:off x="792000" y="2448000"/>
            <a:ext cx="360000" cy="0"/>
          </a:xfrm>
          <a:prstGeom prst="straightConnector1">
            <a:avLst/>
          </a:prstGeom>
          <a:noFill/>
          <a:ln cap="flat" cmpd="sng" w="28575">
            <a:solidFill>
              <a:schemeClr val="accent3"/>
            </a:solidFill>
            <a:prstDash val="solid"/>
            <a:miter lim="800000"/>
            <a:headEnd len="sm" w="sm" type="none"/>
            <a:tailEnd len="sm" w="sm" type="none"/>
          </a:ln>
        </p:spPr>
      </p:cxnSp>
      <p:sp>
        <p:nvSpPr>
          <p:cNvPr id="650" name="Google Shape;650;p13"/>
          <p:cNvSpPr/>
          <p:nvPr/>
        </p:nvSpPr>
        <p:spPr>
          <a:xfrm>
            <a:off x="6408000" y="828000"/>
            <a:ext cx="2592000" cy="648000"/>
          </a:xfrm>
          <a:prstGeom prst="rect">
            <a:avLst/>
          </a:prstGeom>
          <a:solidFill>
            <a:schemeClr val="lt1"/>
          </a:solidFill>
          <a:ln>
            <a:noFill/>
          </a:ln>
        </p:spPr>
        <p:txBody>
          <a:bodyPr anchorCtr="0" anchor="t" bIns="36000" lIns="36000" spcFirstLastPara="1" rIns="36000" wrap="square" tIns="36000">
            <a:noAutofit/>
          </a:bodyPr>
          <a:lstStyle/>
          <a:p>
            <a:pPr indent="-171450" lvl="0" marL="171450" marR="0" rtl="0" algn="l">
              <a:spcBef>
                <a:spcPts val="0"/>
              </a:spcBef>
              <a:spcAft>
                <a:spcPts val="0"/>
              </a:spcAft>
              <a:buClr>
                <a:schemeClr val="dk1"/>
              </a:buClr>
              <a:buSzPts val="1200"/>
              <a:buFont typeface="Arial"/>
              <a:buChar char="※"/>
            </a:pPr>
            <a:r>
              <a:rPr lang="ja-JP" sz="1200">
                <a:solidFill>
                  <a:schemeClr val="dk1"/>
                </a:solidFill>
                <a:latin typeface="Arial"/>
                <a:ea typeface="Arial"/>
                <a:cs typeface="Arial"/>
                <a:sym typeface="Arial"/>
              </a:rPr>
              <a:t>紙面の都合上、潤滑油二課事務所内のレーザープリンタ3台(IP:10.1.1.200-202）を省略</a:t>
            </a:r>
            <a:endParaRPr sz="1200">
              <a:solidFill>
                <a:schemeClr val="dk1"/>
              </a:solidFill>
              <a:latin typeface="Arial"/>
              <a:ea typeface="Arial"/>
              <a:cs typeface="Arial"/>
              <a:sym typeface="Arial"/>
            </a:endParaRPr>
          </a:p>
        </p:txBody>
      </p:sp>
      <p:cxnSp>
        <p:nvCxnSpPr>
          <p:cNvPr id="651" name="Google Shape;651;p13"/>
          <p:cNvCxnSpPr/>
          <p:nvPr/>
        </p:nvCxnSpPr>
        <p:spPr>
          <a:xfrm flipH="1" rot="10800000">
            <a:off x="504000" y="2952000"/>
            <a:ext cx="8352000" cy="1"/>
          </a:xfrm>
          <a:prstGeom prst="straightConnector1">
            <a:avLst/>
          </a:prstGeom>
          <a:noFill/>
          <a:ln cap="flat" cmpd="sng" w="28575">
            <a:solidFill>
              <a:schemeClr val="accent3"/>
            </a:solidFill>
            <a:prstDash val="solid"/>
            <a:miter lim="800000"/>
            <a:headEnd len="sm" w="sm" type="none"/>
            <a:tailEnd len="sm" w="sm" type="none"/>
          </a:ln>
        </p:spPr>
      </p:cxnSp>
      <p:cxnSp>
        <p:nvCxnSpPr>
          <p:cNvPr id="652" name="Google Shape;652;p13"/>
          <p:cNvCxnSpPr/>
          <p:nvPr/>
        </p:nvCxnSpPr>
        <p:spPr>
          <a:xfrm rot="10800000">
            <a:off x="5004000" y="2808000"/>
            <a:ext cx="0" cy="144000"/>
          </a:xfrm>
          <a:prstGeom prst="straightConnector1">
            <a:avLst/>
          </a:prstGeom>
          <a:noFill/>
          <a:ln cap="flat" cmpd="sng" w="28575">
            <a:solidFill>
              <a:schemeClr val="accent3"/>
            </a:solidFill>
            <a:prstDash val="solid"/>
            <a:miter lim="800000"/>
            <a:headEnd len="sm" w="sm" type="none"/>
            <a:tailEnd len="sm" w="sm" type="none"/>
          </a:ln>
        </p:spPr>
      </p:cxnSp>
      <p:cxnSp>
        <p:nvCxnSpPr>
          <p:cNvPr id="653" name="Google Shape;653;p13"/>
          <p:cNvCxnSpPr/>
          <p:nvPr/>
        </p:nvCxnSpPr>
        <p:spPr>
          <a:xfrm rot="10800000">
            <a:off x="7632000" y="2808000"/>
            <a:ext cx="0" cy="144000"/>
          </a:xfrm>
          <a:prstGeom prst="straightConnector1">
            <a:avLst/>
          </a:prstGeom>
          <a:noFill/>
          <a:ln cap="flat" cmpd="sng" w="28575">
            <a:solidFill>
              <a:schemeClr val="accent3"/>
            </a:solidFill>
            <a:prstDash val="solid"/>
            <a:miter lim="800000"/>
            <a:headEnd len="sm" w="sm" type="none"/>
            <a:tailEnd len="sm" w="sm" type="none"/>
          </a:ln>
        </p:spPr>
      </p:cxnSp>
      <p:cxnSp>
        <p:nvCxnSpPr>
          <p:cNvPr id="654" name="Google Shape;654;p13"/>
          <p:cNvCxnSpPr/>
          <p:nvPr/>
        </p:nvCxnSpPr>
        <p:spPr>
          <a:xfrm rot="10800000">
            <a:off x="2376000" y="2952000"/>
            <a:ext cx="0" cy="144000"/>
          </a:xfrm>
          <a:prstGeom prst="straightConnector1">
            <a:avLst/>
          </a:prstGeom>
          <a:noFill/>
          <a:ln cap="flat" cmpd="sng" w="28575">
            <a:solidFill>
              <a:schemeClr val="accent3"/>
            </a:solidFill>
            <a:prstDash val="solid"/>
            <a:miter lim="800000"/>
            <a:headEnd len="sm" w="sm" type="none"/>
            <a:tailEnd len="sm" w="sm" type="none"/>
          </a:ln>
        </p:spPr>
      </p:cxnSp>
      <p:cxnSp>
        <p:nvCxnSpPr>
          <p:cNvPr id="655" name="Google Shape;655;p13"/>
          <p:cNvCxnSpPr/>
          <p:nvPr/>
        </p:nvCxnSpPr>
        <p:spPr>
          <a:xfrm rot="10800000">
            <a:off x="7632000" y="2952000"/>
            <a:ext cx="0" cy="144000"/>
          </a:xfrm>
          <a:prstGeom prst="straightConnector1">
            <a:avLst/>
          </a:prstGeom>
          <a:noFill/>
          <a:ln cap="flat" cmpd="sng" w="28575">
            <a:solidFill>
              <a:schemeClr val="accent3"/>
            </a:solidFill>
            <a:prstDash val="solid"/>
            <a:miter lim="800000"/>
            <a:headEnd len="sm" w="sm" type="none"/>
            <a:tailEnd len="sm" w="sm" type="none"/>
          </a:ln>
        </p:spPr>
      </p:cxnSp>
      <p:sp>
        <p:nvSpPr>
          <p:cNvPr id="656" name="Google Shape;656;p13"/>
          <p:cNvSpPr/>
          <p:nvPr/>
        </p:nvSpPr>
        <p:spPr>
          <a:xfrm>
            <a:off x="1008000" y="5616001"/>
            <a:ext cx="1944000" cy="720000"/>
          </a:xfrm>
          <a:prstGeom prst="roundRect">
            <a:avLst>
              <a:gd fmla="val 8819" name="adj"/>
            </a:avLst>
          </a:prstGeom>
          <a:solidFill>
            <a:srgbClr val="EDEDED"/>
          </a:solidFill>
          <a:ln cap="flat" cmpd="sng" w="12700">
            <a:solidFill>
              <a:schemeClr val="accent3"/>
            </a:solidFill>
            <a:prstDash val="solid"/>
            <a:miter lim="800000"/>
            <a:headEnd len="sm" w="sm" type="none"/>
            <a:tailEnd len="sm" w="sm" type="none"/>
          </a:ln>
        </p:spPr>
        <p:txBody>
          <a:bodyPr anchorCtr="0" anchor="b" bIns="0" lIns="108000" spcFirstLastPara="1" rIns="108000" wrap="square" tIns="0">
            <a:noAutofit/>
          </a:bodyPr>
          <a:lstStyle/>
          <a:p>
            <a:pPr indent="0" lvl="0" marL="0" marR="0" rtl="0" algn="ctr">
              <a:spcBef>
                <a:spcPts val="0"/>
              </a:spcBef>
              <a:spcAft>
                <a:spcPts val="0"/>
              </a:spcAft>
              <a:buNone/>
            </a:pPr>
            <a:r>
              <a:t/>
            </a:r>
            <a:endParaRPr b="1" sz="1400">
              <a:solidFill>
                <a:schemeClr val="dk1"/>
              </a:solidFill>
              <a:latin typeface="Arial"/>
              <a:ea typeface="Arial"/>
              <a:cs typeface="Arial"/>
              <a:sym typeface="Arial"/>
            </a:endParaRPr>
          </a:p>
        </p:txBody>
      </p:sp>
      <p:sp>
        <p:nvSpPr>
          <p:cNvPr id="657" name="Google Shape;657;p13"/>
          <p:cNvSpPr/>
          <p:nvPr/>
        </p:nvSpPr>
        <p:spPr>
          <a:xfrm>
            <a:off x="1080000" y="5760000"/>
            <a:ext cx="1800000" cy="288000"/>
          </a:xfrm>
          <a:prstGeom prst="roundRect">
            <a:avLst>
              <a:gd fmla="val 22049" name="adj"/>
            </a:avLst>
          </a:prstGeom>
          <a:solidFill>
            <a:schemeClr val="accent1"/>
          </a:solidFill>
          <a:ln cap="flat" cmpd="sng" w="12700">
            <a:solidFill>
              <a:schemeClr val="accent1"/>
            </a:solidFill>
            <a:prstDash val="solid"/>
            <a:miter lim="800000"/>
            <a:headEnd len="sm" w="sm" type="none"/>
            <a:tailEnd len="sm" w="sm" type="none"/>
          </a:ln>
        </p:spPr>
        <p:txBody>
          <a:bodyPr anchorCtr="0" anchor="ctr" bIns="45700" lIns="72000" spcFirstLastPara="1" rIns="36000" wrap="square" tIns="45700">
            <a:noAutofit/>
          </a:bodyPr>
          <a:lstStyle/>
          <a:p>
            <a:pPr indent="0" lvl="0" marL="0" marR="0" rtl="0" algn="ctr">
              <a:spcBef>
                <a:spcPts val="0"/>
              </a:spcBef>
              <a:spcAft>
                <a:spcPts val="0"/>
              </a:spcAft>
              <a:buNone/>
            </a:pPr>
            <a:r>
              <a:rPr lang="ja-JP" sz="1400">
                <a:solidFill>
                  <a:schemeClr val="lt1"/>
                </a:solidFill>
                <a:latin typeface="Arial"/>
                <a:ea typeface="Arial"/>
                <a:cs typeface="Arial"/>
                <a:sym typeface="Arial"/>
              </a:rPr>
              <a:t>ETS-R(運転管理)</a:t>
            </a:r>
            <a:endParaRPr sz="1400">
              <a:solidFill>
                <a:schemeClr val="lt1"/>
              </a:solidFill>
              <a:latin typeface="Arial"/>
              <a:ea typeface="Arial"/>
              <a:cs typeface="Arial"/>
              <a:sym typeface="Arial"/>
            </a:endParaRPr>
          </a:p>
        </p:txBody>
      </p:sp>
      <p:cxnSp>
        <p:nvCxnSpPr>
          <p:cNvPr id="658" name="Google Shape;658;p13"/>
          <p:cNvCxnSpPr/>
          <p:nvPr/>
        </p:nvCxnSpPr>
        <p:spPr>
          <a:xfrm rot="10800000">
            <a:off x="1980000" y="5544000"/>
            <a:ext cx="0" cy="216000"/>
          </a:xfrm>
          <a:prstGeom prst="straightConnector1">
            <a:avLst/>
          </a:prstGeom>
          <a:noFill/>
          <a:ln cap="flat" cmpd="sng" w="28575">
            <a:solidFill>
              <a:schemeClr val="accent3"/>
            </a:solidFill>
            <a:prstDash val="solid"/>
            <a:miter lim="800000"/>
            <a:headEnd len="sm" w="sm" type="none"/>
            <a:tailEnd len="sm" w="sm" type="none"/>
          </a:ln>
        </p:spPr>
      </p:cxnSp>
      <p:sp>
        <p:nvSpPr>
          <p:cNvPr id="659" name="Google Shape;659;p13"/>
          <p:cNvSpPr/>
          <p:nvPr/>
        </p:nvSpPr>
        <p:spPr>
          <a:xfrm>
            <a:off x="3023999" y="5616001"/>
            <a:ext cx="1944000" cy="720000"/>
          </a:xfrm>
          <a:prstGeom prst="roundRect">
            <a:avLst>
              <a:gd fmla="val 8819" name="adj"/>
            </a:avLst>
          </a:prstGeom>
          <a:solidFill>
            <a:srgbClr val="EDEDED"/>
          </a:solidFill>
          <a:ln cap="flat" cmpd="sng" w="12700">
            <a:solidFill>
              <a:schemeClr val="accent3"/>
            </a:solidFill>
            <a:prstDash val="solid"/>
            <a:miter lim="800000"/>
            <a:headEnd len="sm" w="sm" type="none"/>
            <a:tailEnd len="sm" w="sm" type="none"/>
          </a:ln>
        </p:spPr>
        <p:txBody>
          <a:bodyPr anchorCtr="0" anchor="b" bIns="0" lIns="108000" spcFirstLastPara="1" rIns="108000" wrap="square" tIns="0">
            <a:noAutofit/>
          </a:bodyPr>
          <a:lstStyle/>
          <a:p>
            <a:pPr indent="0" lvl="0" marL="0" marR="0" rtl="0" algn="ctr">
              <a:spcBef>
                <a:spcPts val="0"/>
              </a:spcBef>
              <a:spcAft>
                <a:spcPts val="0"/>
              </a:spcAft>
              <a:buNone/>
            </a:pPr>
            <a:r>
              <a:t/>
            </a:r>
            <a:endParaRPr b="1" sz="1400">
              <a:solidFill>
                <a:schemeClr val="dk1"/>
              </a:solidFill>
              <a:latin typeface="Arial"/>
              <a:ea typeface="Arial"/>
              <a:cs typeface="Arial"/>
              <a:sym typeface="Arial"/>
            </a:endParaRPr>
          </a:p>
        </p:txBody>
      </p:sp>
      <p:sp>
        <p:nvSpPr>
          <p:cNvPr id="660" name="Google Shape;660;p13"/>
          <p:cNvSpPr/>
          <p:nvPr/>
        </p:nvSpPr>
        <p:spPr>
          <a:xfrm>
            <a:off x="3095999" y="5760000"/>
            <a:ext cx="1800000" cy="288000"/>
          </a:xfrm>
          <a:prstGeom prst="roundRect">
            <a:avLst>
              <a:gd fmla="val 22049" name="adj"/>
            </a:avLst>
          </a:prstGeom>
          <a:solidFill>
            <a:schemeClr val="accent1"/>
          </a:solidFill>
          <a:ln cap="flat" cmpd="sng" w="12700">
            <a:solidFill>
              <a:schemeClr val="accent1"/>
            </a:solidFill>
            <a:prstDash val="solid"/>
            <a:miter lim="800000"/>
            <a:headEnd len="sm" w="sm" type="none"/>
            <a:tailEnd len="sm" w="sm" type="none"/>
          </a:ln>
        </p:spPr>
        <p:txBody>
          <a:bodyPr anchorCtr="0" anchor="ctr" bIns="45700" lIns="72000" spcFirstLastPara="1" rIns="36000" wrap="square" tIns="45700">
            <a:noAutofit/>
          </a:bodyPr>
          <a:lstStyle/>
          <a:p>
            <a:pPr indent="0" lvl="0" marL="0" marR="0" rtl="0" algn="ctr">
              <a:spcBef>
                <a:spcPts val="0"/>
              </a:spcBef>
              <a:spcAft>
                <a:spcPts val="0"/>
              </a:spcAft>
              <a:buNone/>
            </a:pPr>
            <a:r>
              <a:rPr lang="ja-JP" sz="1400">
                <a:solidFill>
                  <a:schemeClr val="lt1"/>
                </a:solidFill>
                <a:latin typeface="Arial"/>
                <a:ea typeface="Arial"/>
                <a:cs typeface="Arial"/>
                <a:sym typeface="Arial"/>
              </a:rPr>
              <a:t>潤滑油運転制御ｼｽﾃﾑ</a:t>
            </a:r>
            <a:endParaRPr sz="1400">
              <a:solidFill>
                <a:schemeClr val="lt1"/>
              </a:solidFill>
              <a:latin typeface="Arial"/>
              <a:ea typeface="Arial"/>
              <a:cs typeface="Arial"/>
              <a:sym typeface="Arial"/>
            </a:endParaRPr>
          </a:p>
        </p:txBody>
      </p:sp>
      <p:cxnSp>
        <p:nvCxnSpPr>
          <p:cNvPr id="661" name="Google Shape;661;p13"/>
          <p:cNvCxnSpPr/>
          <p:nvPr/>
        </p:nvCxnSpPr>
        <p:spPr>
          <a:xfrm rot="10800000">
            <a:off x="8028000" y="5328000"/>
            <a:ext cx="0" cy="216000"/>
          </a:xfrm>
          <a:prstGeom prst="straightConnector1">
            <a:avLst/>
          </a:prstGeom>
          <a:noFill/>
          <a:ln cap="flat" cmpd="sng" w="28575">
            <a:solidFill>
              <a:schemeClr val="accent3"/>
            </a:solidFill>
            <a:prstDash val="solid"/>
            <a:miter lim="800000"/>
            <a:headEnd len="sm" w="sm" type="none"/>
            <a:tailEnd len="sm" w="sm" type="none"/>
          </a:ln>
        </p:spPr>
      </p:cxnSp>
      <p:cxnSp>
        <p:nvCxnSpPr>
          <p:cNvPr id="662" name="Google Shape;662;p13"/>
          <p:cNvCxnSpPr/>
          <p:nvPr/>
        </p:nvCxnSpPr>
        <p:spPr>
          <a:xfrm rot="10800000">
            <a:off x="1980000" y="5328000"/>
            <a:ext cx="0" cy="216000"/>
          </a:xfrm>
          <a:prstGeom prst="straightConnector1">
            <a:avLst/>
          </a:prstGeom>
          <a:noFill/>
          <a:ln cap="flat" cmpd="sng" w="28575">
            <a:solidFill>
              <a:schemeClr val="accent3"/>
            </a:solidFill>
            <a:prstDash val="solid"/>
            <a:miter lim="800000"/>
            <a:headEnd len="sm" w="sm" type="none"/>
            <a:tailEnd len="sm" w="sm" type="none"/>
          </a:ln>
        </p:spPr>
      </p:cxnSp>
      <p:cxnSp>
        <p:nvCxnSpPr>
          <p:cNvPr id="663" name="Google Shape;663;p13"/>
          <p:cNvCxnSpPr/>
          <p:nvPr/>
        </p:nvCxnSpPr>
        <p:spPr>
          <a:xfrm rot="10800000">
            <a:off x="3996000" y="5328000"/>
            <a:ext cx="0" cy="216000"/>
          </a:xfrm>
          <a:prstGeom prst="straightConnector1">
            <a:avLst/>
          </a:prstGeom>
          <a:noFill/>
          <a:ln cap="flat" cmpd="sng" w="28575">
            <a:solidFill>
              <a:schemeClr val="accent3"/>
            </a:solidFill>
            <a:prstDash val="solid"/>
            <a:miter lim="800000"/>
            <a:headEnd len="sm" w="sm" type="none"/>
            <a:tailEnd len="sm" w="sm" type="none"/>
          </a:ln>
        </p:spPr>
      </p:cxnSp>
      <p:cxnSp>
        <p:nvCxnSpPr>
          <p:cNvPr id="664" name="Google Shape;664;p13"/>
          <p:cNvCxnSpPr/>
          <p:nvPr/>
        </p:nvCxnSpPr>
        <p:spPr>
          <a:xfrm rot="10800000">
            <a:off x="3996000" y="5544000"/>
            <a:ext cx="0" cy="216000"/>
          </a:xfrm>
          <a:prstGeom prst="straightConnector1">
            <a:avLst/>
          </a:prstGeom>
          <a:noFill/>
          <a:ln cap="flat" cmpd="sng" w="28575">
            <a:solidFill>
              <a:schemeClr val="accent3"/>
            </a:solidFill>
            <a:prstDash val="solid"/>
            <a:miter lim="800000"/>
            <a:headEnd len="sm" w="sm" type="none"/>
            <a:tailEnd len="sm" w="sm" type="none"/>
          </a:ln>
        </p:spPr>
      </p:cxnSp>
      <p:cxnSp>
        <p:nvCxnSpPr>
          <p:cNvPr id="665" name="Google Shape;665;p13"/>
          <p:cNvCxnSpPr/>
          <p:nvPr/>
        </p:nvCxnSpPr>
        <p:spPr>
          <a:xfrm rot="10800000">
            <a:off x="5004000" y="2952000"/>
            <a:ext cx="0" cy="144000"/>
          </a:xfrm>
          <a:prstGeom prst="straightConnector1">
            <a:avLst/>
          </a:prstGeom>
          <a:noFill/>
          <a:ln cap="flat" cmpd="sng" w="28575">
            <a:solidFill>
              <a:schemeClr val="accent3"/>
            </a:solidFill>
            <a:prstDash val="solid"/>
            <a:miter lim="800000"/>
            <a:headEnd len="sm" w="sm" type="none"/>
            <a:tailEnd len="sm" w="sm" type="none"/>
          </a:ln>
        </p:spPr>
      </p:cxnSp>
      <p:sp>
        <p:nvSpPr>
          <p:cNvPr id="666" name="Google Shape;666;p13"/>
          <p:cNvSpPr/>
          <p:nvPr/>
        </p:nvSpPr>
        <p:spPr>
          <a:xfrm>
            <a:off x="1152000" y="2016000"/>
            <a:ext cx="2448000" cy="792000"/>
          </a:xfrm>
          <a:prstGeom prst="roundRect">
            <a:avLst>
              <a:gd fmla="val 8018" name="adj"/>
            </a:avLst>
          </a:prstGeom>
          <a:solidFill>
            <a:schemeClr val="lt1"/>
          </a:solidFill>
          <a:ln cap="flat" cmpd="sng" w="12700">
            <a:solidFill>
              <a:schemeClr val="accent3"/>
            </a:solidFill>
            <a:prstDash val="solid"/>
            <a:miter lim="800000"/>
            <a:headEnd len="sm" w="sm" type="none"/>
            <a:tailEnd len="sm" w="sm" type="none"/>
          </a:ln>
        </p:spPr>
        <p:txBody>
          <a:bodyPr anchorCtr="0" anchor="t" bIns="45700" lIns="504000" spcFirstLastPara="1" rIns="72000" wrap="square" tIns="72000">
            <a:noAutofit/>
          </a:bodyPr>
          <a:lstStyle/>
          <a:p>
            <a:pPr indent="0" lvl="0" marL="0" marR="0" rtl="0" algn="l">
              <a:spcBef>
                <a:spcPts val="0"/>
              </a:spcBef>
              <a:spcAft>
                <a:spcPts val="0"/>
              </a:spcAft>
              <a:buNone/>
            </a:pPr>
            <a:r>
              <a:rPr b="1" lang="ja-JP" sz="1400">
                <a:solidFill>
                  <a:schemeClr val="dk1"/>
                </a:solidFill>
                <a:latin typeface="Arial"/>
                <a:ea typeface="Arial"/>
                <a:cs typeface="Arial"/>
                <a:sym typeface="Arial"/>
              </a:rPr>
              <a:t>通信ｻｰﾊﾞ</a:t>
            </a:r>
            <a:endParaRPr b="1" sz="1400">
              <a:solidFill>
                <a:schemeClr val="dk1"/>
              </a:solidFill>
              <a:latin typeface="Arial"/>
              <a:ea typeface="Arial"/>
              <a:cs typeface="Arial"/>
              <a:sym typeface="Arial"/>
            </a:endParaRPr>
          </a:p>
          <a:p>
            <a:pPr indent="0" lvl="0" marL="0" marR="0" rtl="0" algn="l">
              <a:spcBef>
                <a:spcPts val="0"/>
              </a:spcBef>
              <a:spcAft>
                <a:spcPts val="0"/>
              </a:spcAft>
              <a:buNone/>
            </a:pPr>
            <a:r>
              <a:rPr lang="ja-JP" sz="1200">
                <a:solidFill>
                  <a:schemeClr val="dk1"/>
                </a:solidFill>
                <a:latin typeface="Arial"/>
                <a:ea typeface="Arial"/>
                <a:cs typeface="Arial"/>
                <a:sym typeface="Arial"/>
              </a:rPr>
              <a:t>Windows Server 2003 R2</a:t>
            </a:r>
            <a:endParaRPr/>
          </a:p>
        </p:txBody>
      </p:sp>
      <p:pic>
        <p:nvPicPr>
          <p:cNvPr id="667" name="Google Shape;667;p13"/>
          <p:cNvPicPr preferRelativeResize="0"/>
          <p:nvPr/>
        </p:nvPicPr>
        <p:blipFill rotWithShape="1">
          <a:blip r:embed="rId3">
            <a:alphaModFix/>
          </a:blip>
          <a:srcRect b="0" l="0" r="0" t="0"/>
          <a:stretch/>
        </p:blipFill>
        <p:spPr>
          <a:xfrm>
            <a:off x="1296000" y="2088000"/>
            <a:ext cx="218508" cy="396000"/>
          </a:xfrm>
          <a:prstGeom prst="rect">
            <a:avLst/>
          </a:prstGeom>
          <a:noFill/>
          <a:ln>
            <a:noFill/>
          </a:ln>
        </p:spPr>
      </p:pic>
      <p:sp>
        <p:nvSpPr>
          <p:cNvPr id="668" name="Google Shape;668;p13"/>
          <p:cNvSpPr/>
          <p:nvPr/>
        </p:nvSpPr>
        <p:spPr>
          <a:xfrm>
            <a:off x="2592000" y="2736000"/>
            <a:ext cx="936000" cy="144000"/>
          </a:xfrm>
          <a:prstGeom prst="rect">
            <a:avLst/>
          </a:prstGeom>
          <a:solidFill>
            <a:srgbClr val="FBE4D4"/>
          </a:solidFill>
          <a:ln cap="flat" cmpd="sng" w="12700">
            <a:solidFill>
              <a:schemeClr val="accent2"/>
            </a:solidFill>
            <a:prstDash val="solid"/>
            <a:miter lim="800000"/>
            <a:headEnd len="sm" w="sm" type="none"/>
            <a:tailEnd len="sm" w="sm" type="none"/>
          </a:ln>
        </p:spPr>
        <p:txBody>
          <a:bodyPr anchorCtr="0" anchor="t" bIns="0" lIns="91425" spcFirstLastPara="1" rIns="91425" wrap="square" tIns="0">
            <a:noAutofit/>
          </a:bodyPr>
          <a:lstStyle/>
          <a:p>
            <a:pPr indent="0" lvl="0" marL="0" marR="0" rtl="0" algn="ctr">
              <a:spcBef>
                <a:spcPts val="0"/>
              </a:spcBef>
              <a:spcAft>
                <a:spcPts val="0"/>
              </a:spcAft>
              <a:buNone/>
            </a:pPr>
            <a:r>
              <a:rPr lang="ja-JP" sz="1000">
                <a:solidFill>
                  <a:schemeClr val="dk1"/>
                </a:solidFill>
                <a:latin typeface="Arial"/>
                <a:ea typeface="Arial"/>
                <a:cs typeface="Arial"/>
                <a:sym typeface="Arial"/>
              </a:rPr>
              <a:t>10.178.145.1</a:t>
            </a:r>
            <a:endParaRPr sz="1000">
              <a:solidFill>
                <a:schemeClr val="dk1"/>
              </a:solidFill>
              <a:latin typeface="Arial"/>
              <a:ea typeface="Arial"/>
              <a:cs typeface="Arial"/>
              <a:sym typeface="Arial"/>
            </a:endParaRPr>
          </a:p>
        </p:txBody>
      </p:sp>
      <p:sp>
        <p:nvSpPr>
          <p:cNvPr id="669" name="Google Shape;669;p13"/>
          <p:cNvSpPr/>
          <p:nvPr/>
        </p:nvSpPr>
        <p:spPr>
          <a:xfrm>
            <a:off x="3780000" y="2016000"/>
            <a:ext cx="2448000" cy="792000"/>
          </a:xfrm>
          <a:prstGeom prst="roundRect">
            <a:avLst>
              <a:gd fmla="val 8018" name="adj"/>
            </a:avLst>
          </a:prstGeom>
          <a:solidFill>
            <a:schemeClr val="lt1"/>
          </a:solidFill>
          <a:ln cap="flat" cmpd="sng" w="12700">
            <a:solidFill>
              <a:schemeClr val="accent3"/>
            </a:solidFill>
            <a:prstDash val="solid"/>
            <a:miter lim="800000"/>
            <a:headEnd len="sm" w="sm" type="none"/>
            <a:tailEnd len="sm" w="sm" type="none"/>
          </a:ln>
        </p:spPr>
        <p:txBody>
          <a:bodyPr anchorCtr="0" anchor="t" bIns="45700" lIns="504000" spcFirstLastPara="1" rIns="72000" wrap="square" tIns="72000">
            <a:noAutofit/>
          </a:bodyPr>
          <a:lstStyle/>
          <a:p>
            <a:pPr indent="0" lvl="0" marL="0" marR="0" rtl="0" algn="l">
              <a:spcBef>
                <a:spcPts val="0"/>
              </a:spcBef>
              <a:spcAft>
                <a:spcPts val="0"/>
              </a:spcAft>
              <a:buNone/>
            </a:pPr>
            <a:r>
              <a:rPr b="1" lang="ja-JP" sz="1400">
                <a:solidFill>
                  <a:schemeClr val="dk1"/>
                </a:solidFill>
                <a:latin typeface="Arial"/>
                <a:ea typeface="Arial"/>
                <a:cs typeface="Arial"/>
                <a:sym typeface="Arial"/>
              </a:rPr>
              <a:t>制御ｼｽﾃﾑ通信ｻｰﾊﾞ</a:t>
            </a:r>
            <a:endParaRPr b="1" sz="1400">
              <a:solidFill>
                <a:schemeClr val="dk1"/>
              </a:solidFill>
              <a:latin typeface="Arial"/>
              <a:ea typeface="Arial"/>
              <a:cs typeface="Arial"/>
              <a:sym typeface="Arial"/>
            </a:endParaRPr>
          </a:p>
          <a:p>
            <a:pPr indent="0" lvl="0" marL="0" marR="0" rtl="0" algn="l">
              <a:spcBef>
                <a:spcPts val="0"/>
              </a:spcBef>
              <a:spcAft>
                <a:spcPts val="0"/>
              </a:spcAft>
              <a:buNone/>
            </a:pPr>
            <a:r>
              <a:rPr lang="ja-JP" sz="1200">
                <a:solidFill>
                  <a:schemeClr val="dk1"/>
                </a:solidFill>
                <a:latin typeface="Arial"/>
                <a:ea typeface="Arial"/>
                <a:cs typeface="Arial"/>
                <a:sym typeface="Arial"/>
              </a:rPr>
              <a:t>Windows Server 2003 R2</a:t>
            </a:r>
            <a:endParaRPr/>
          </a:p>
        </p:txBody>
      </p:sp>
      <p:pic>
        <p:nvPicPr>
          <p:cNvPr id="670" name="Google Shape;670;p13"/>
          <p:cNvPicPr preferRelativeResize="0"/>
          <p:nvPr/>
        </p:nvPicPr>
        <p:blipFill rotWithShape="1">
          <a:blip r:embed="rId3">
            <a:alphaModFix/>
          </a:blip>
          <a:srcRect b="0" l="0" r="0" t="0"/>
          <a:stretch/>
        </p:blipFill>
        <p:spPr>
          <a:xfrm>
            <a:off x="3924000" y="2088000"/>
            <a:ext cx="218508" cy="396000"/>
          </a:xfrm>
          <a:prstGeom prst="rect">
            <a:avLst/>
          </a:prstGeom>
          <a:noFill/>
          <a:ln>
            <a:noFill/>
          </a:ln>
        </p:spPr>
      </p:pic>
      <p:sp>
        <p:nvSpPr>
          <p:cNvPr id="671" name="Google Shape;671;p13"/>
          <p:cNvSpPr/>
          <p:nvPr/>
        </p:nvSpPr>
        <p:spPr>
          <a:xfrm>
            <a:off x="5220000" y="2736000"/>
            <a:ext cx="936000" cy="144000"/>
          </a:xfrm>
          <a:prstGeom prst="rect">
            <a:avLst/>
          </a:prstGeom>
          <a:solidFill>
            <a:srgbClr val="FBE4D4"/>
          </a:solidFill>
          <a:ln cap="flat" cmpd="sng" w="12700">
            <a:solidFill>
              <a:schemeClr val="accent2"/>
            </a:solidFill>
            <a:prstDash val="solid"/>
            <a:miter lim="800000"/>
            <a:headEnd len="sm" w="sm" type="none"/>
            <a:tailEnd len="sm" w="sm" type="none"/>
          </a:ln>
        </p:spPr>
        <p:txBody>
          <a:bodyPr anchorCtr="0" anchor="t" bIns="0" lIns="91425" spcFirstLastPara="1" rIns="91425" wrap="square" tIns="0">
            <a:noAutofit/>
          </a:bodyPr>
          <a:lstStyle/>
          <a:p>
            <a:pPr indent="0" lvl="0" marL="0" marR="0" rtl="0" algn="ctr">
              <a:spcBef>
                <a:spcPts val="0"/>
              </a:spcBef>
              <a:spcAft>
                <a:spcPts val="0"/>
              </a:spcAft>
              <a:buNone/>
            </a:pPr>
            <a:r>
              <a:rPr lang="ja-JP" sz="1000">
                <a:solidFill>
                  <a:schemeClr val="dk1"/>
                </a:solidFill>
                <a:latin typeface="Arial"/>
                <a:ea typeface="Arial"/>
                <a:cs typeface="Arial"/>
                <a:sym typeface="Arial"/>
              </a:rPr>
              <a:t>10.1.1.60</a:t>
            </a:r>
            <a:endParaRPr sz="1000">
              <a:solidFill>
                <a:schemeClr val="dk1"/>
              </a:solidFill>
              <a:latin typeface="Arial"/>
              <a:ea typeface="Arial"/>
              <a:cs typeface="Arial"/>
              <a:sym typeface="Arial"/>
            </a:endParaRPr>
          </a:p>
        </p:txBody>
      </p:sp>
      <p:sp>
        <p:nvSpPr>
          <p:cNvPr id="672" name="Google Shape;672;p13"/>
          <p:cNvSpPr/>
          <p:nvPr/>
        </p:nvSpPr>
        <p:spPr>
          <a:xfrm>
            <a:off x="6408000" y="2016000"/>
            <a:ext cx="2448000" cy="792000"/>
          </a:xfrm>
          <a:prstGeom prst="roundRect">
            <a:avLst>
              <a:gd fmla="val 8018" name="adj"/>
            </a:avLst>
          </a:prstGeom>
          <a:solidFill>
            <a:schemeClr val="lt1"/>
          </a:solidFill>
          <a:ln cap="flat" cmpd="sng" w="12700">
            <a:solidFill>
              <a:schemeClr val="accent3"/>
            </a:solidFill>
            <a:prstDash val="solid"/>
            <a:miter lim="800000"/>
            <a:headEnd len="sm" w="sm" type="none"/>
            <a:tailEnd len="sm" w="sm" type="none"/>
          </a:ln>
        </p:spPr>
        <p:txBody>
          <a:bodyPr anchorCtr="0" anchor="t" bIns="45700" lIns="504000" spcFirstLastPara="1" rIns="72000" wrap="square" tIns="72000">
            <a:noAutofit/>
          </a:bodyPr>
          <a:lstStyle/>
          <a:p>
            <a:pPr indent="0" lvl="0" marL="0" marR="0" rtl="0" algn="l">
              <a:spcBef>
                <a:spcPts val="0"/>
              </a:spcBef>
              <a:spcAft>
                <a:spcPts val="0"/>
              </a:spcAft>
              <a:buNone/>
            </a:pPr>
            <a:r>
              <a:rPr b="1" lang="ja-JP" sz="1400">
                <a:solidFill>
                  <a:schemeClr val="dk1"/>
                </a:solidFill>
                <a:latin typeface="Arial"/>
                <a:ea typeface="Arial"/>
                <a:cs typeface="Arial"/>
                <a:sym typeface="Arial"/>
              </a:rPr>
              <a:t>制御ｼｽﾃﾑ通信ｻｰﾊﾞ</a:t>
            </a:r>
            <a:endParaRPr b="1" sz="1400">
              <a:solidFill>
                <a:schemeClr val="dk1"/>
              </a:solidFill>
              <a:latin typeface="Arial"/>
              <a:ea typeface="Arial"/>
              <a:cs typeface="Arial"/>
              <a:sym typeface="Arial"/>
            </a:endParaRPr>
          </a:p>
          <a:p>
            <a:pPr indent="0" lvl="0" marL="0" marR="0" rtl="0" algn="l">
              <a:spcBef>
                <a:spcPts val="0"/>
              </a:spcBef>
              <a:spcAft>
                <a:spcPts val="0"/>
              </a:spcAft>
              <a:buNone/>
            </a:pPr>
            <a:r>
              <a:rPr b="1" lang="ja-JP" sz="1400">
                <a:solidFill>
                  <a:schemeClr val="dk1"/>
                </a:solidFill>
                <a:latin typeface="Arial"/>
                <a:ea typeface="Arial"/>
                <a:cs typeface="Arial"/>
                <a:sym typeface="Arial"/>
              </a:rPr>
              <a:t>(ﾊﾞｯｸｱｯﾌﾟ)</a:t>
            </a:r>
            <a:endParaRPr b="1" sz="1400">
              <a:solidFill>
                <a:schemeClr val="dk1"/>
              </a:solidFill>
              <a:latin typeface="Arial"/>
              <a:ea typeface="Arial"/>
              <a:cs typeface="Arial"/>
              <a:sym typeface="Arial"/>
            </a:endParaRPr>
          </a:p>
          <a:p>
            <a:pPr indent="0" lvl="0" marL="0" marR="0" rtl="0" algn="l">
              <a:spcBef>
                <a:spcPts val="0"/>
              </a:spcBef>
              <a:spcAft>
                <a:spcPts val="0"/>
              </a:spcAft>
              <a:buNone/>
            </a:pPr>
            <a:r>
              <a:rPr lang="ja-JP" sz="1200">
                <a:solidFill>
                  <a:schemeClr val="dk1"/>
                </a:solidFill>
                <a:latin typeface="Arial"/>
                <a:ea typeface="Arial"/>
                <a:cs typeface="Arial"/>
                <a:sym typeface="Arial"/>
              </a:rPr>
              <a:t>Windows Server 2003 R2</a:t>
            </a:r>
            <a:endParaRPr/>
          </a:p>
        </p:txBody>
      </p:sp>
      <p:pic>
        <p:nvPicPr>
          <p:cNvPr id="673" name="Google Shape;673;p13"/>
          <p:cNvPicPr preferRelativeResize="0"/>
          <p:nvPr/>
        </p:nvPicPr>
        <p:blipFill rotWithShape="1">
          <a:blip r:embed="rId3">
            <a:alphaModFix/>
          </a:blip>
          <a:srcRect b="0" l="0" r="0" t="0"/>
          <a:stretch/>
        </p:blipFill>
        <p:spPr>
          <a:xfrm>
            <a:off x="6552000" y="2088000"/>
            <a:ext cx="218508" cy="396000"/>
          </a:xfrm>
          <a:prstGeom prst="rect">
            <a:avLst/>
          </a:prstGeom>
          <a:noFill/>
          <a:ln>
            <a:noFill/>
          </a:ln>
        </p:spPr>
      </p:pic>
      <p:sp>
        <p:nvSpPr>
          <p:cNvPr id="674" name="Google Shape;674;p13"/>
          <p:cNvSpPr/>
          <p:nvPr/>
        </p:nvSpPr>
        <p:spPr>
          <a:xfrm>
            <a:off x="7848000" y="2736000"/>
            <a:ext cx="936000" cy="144000"/>
          </a:xfrm>
          <a:prstGeom prst="rect">
            <a:avLst/>
          </a:prstGeom>
          <a:solidFill>
            <a:srgbClr val="FBE4D4"/>
          </a:solidFill>
          <a:ln cap="flat" cmpd="sng" w="12700">
            <a:solidFill>
              <a:schemeClr val="accent2"/>
            </a:solidFill>
            <a:prstDash val="solid"/>
            <a:miter lim="800000"/>
            <a:headEnd len="sm" w="sm" type="none"/>
            <a:tailEnd len="sm" w="sm" type="none"/>
          </a:ln>
        </p:spPr>
        <p:txBody>
          <a:bodyPr anchorCtr="0" anchor="t" bIns="0" lIns="91425" spcFirstLastPara="1" rIns="91425" wrap="square" tIns="0">
            <a:noAutofit/>
          </a:bodyPr>
          <a:lstStyle/>
          <a:p>
            <a:pPr indent="0" lvl="0" marL="0" marR="0" rtl="0" algn="ctr">
              <a:spcBef>
                <a:spcPts val="0"/>
              </a:spcBef>
              <a:spcAft>
                <a:spcPts val="0"/>
              </a:spcAft>
              <a:buNone/>
            </a:pPr>
            <a:r>
              <a:rPr lang="ja-JP" sz="1000">
                <a:solidFill>
                  <a:schemeClr val="dk1"/>
                </a:solidFill>
                <a:latin typeface="Arial"/>
                <a:ea typeface="Arial"/>
                <a:cs typeface="Arial"/>
                <a:sym typeface="Arial"/>
              </a:rPr>
              <a:t>10.1.1.51</a:t>
            </a:r>
            <a:endParaRPr sz="1000">
              <a:solidFill>
                <a:schemeClr val="dk1"/>
              </a:solidFill>
              <a:latin typeface="Arial"/>
              <a:ea typeface="Arial"/>
              <a:cs typeface="Arial"/>
              <a:sym typeface="Arial"/>
            </a:endParaRPr>
          </a:p>
        </p:txBody>
      </p:sp>
      <p:grpSp>
        <p:nvGrpSpPr>
          <p:cNvPr id="675" name="Google Shape;675;p13"/>
          <p:cNvGrpSpPr/>
          <p:nvPr/>
        </p:nvGrpSpPr>
        <p:grpSpPr>
          <a:xfrm>
            <a:off x="6408000" y="3096000"/>
            <a:ext cx="2448000" cy="1368000"/>
            <a:chOff x="6408000" y="3168000"/>
            <a:chExt cx="2448000" cy="1368000"/>
          </a:xfrm>
        </p:grpSpPr>
        <p:sp>
          <p:nvSpPr>
            <p:cNvPr id="676" name="Google Shape;676;p13"/>
            <p:cNvSpPr/>
            <p:nvPr/>
          </p:nvSpPr>
          <p:spPr>
            <a:xfrm>
              <a:off x="6408000" y="3168000"/>
              <a:ext cx="2448000" cy="1296000"/>
            </a:xfrm>
            <a:prstGeom prst="roundRect">
              <a:avLst>
                <a:gd fmla="val 5512" name="adj"/>
              </a:avLst>
            </a:prstGeom>
            <a:solidFill>
              <a:schemeClr val="lt1"/>
            </a:solidFill>
            <a:ln cap="flat" cmpd="sng" w="12700">
              <a:solidFill>
                <a:schemeClr val="accent3"/>
              </a:solidFill>
              <a:prstDash val="solid"/>
              <a:miter lim="800000"/>
              <a:headEnd len="sm" w="sm" type="none"/>
              <a:tailEnd len="sm" w="sm" type="none"/>
            </a:ln>
          </p:spPr>
          <p:txBody>
            <a:bodyPr anchorCtr="0" anchor="t" bIns="45700" lIns="504000" spcFirstLastPara="1" rIns="36000" wrap="square" tIns="72000">
              <a:noAutofit/>
            </a:bodyPr>
            <a:lstStyle/>
            <a:p>
              <a:pPr indent="0" lvl="0" marL="0" marR="0" rtl="0" algn="l">
                <a:spcBef>
                  <a:spcPts val="0"/>
                </a:spcBef>
                <a:spcAft>
                  <a:spcPts val="0"/>
                </a:spcAft>
                <a:buNone/>
              </a:pPr>
              <a:r>
                <a:rPr b="1" lang="ja-JP" sz="1400">
                  <a:solidFill>
                    <a:schemeClr val="dk1"/>
                  </a:solidFill>
                  <a:latin typeface="Arial"/>
                  <a:ea typeface="Arial"/>
                  <a:cs typeface="Arial"/>
                  <a:sym typeface="Arial"/>
                </a:rPr>
                <a:t>ｸﾗｲｱﾝﾄ端末(10台)</a:t>
              </a:r>
              <a:endParaRPr/>
            </a:p>
            <a:p>
              <a:pPr indent="0" lvl="0" marL="0" marR="0" rtl="0" algn="l">
                <a:spcBef>
                  <a:spcPts val="0"/>
                </a:spcBef>
                <a:spcAft>
                  <a:spcPts val="0"/>
                </a:spcAft>
                <a:buNone/>
              </a:pPr>
              <a:r>
                <a:rPr lang="ja-JP" sz="1200">
                  <a:solidFill>
                    <a:schemeClr val="dk1"/>
                  </a:solidFill>
                  <a:latin typeface="Arial"/>
                  <a:ea typeface="Arial"/>
                  <a:cs typeface="Arial"/>
                  <a:sym typeface="Arial"/>
                </a:rPr>
                <a:t>Windows XP Pro SP3</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ja-JP" sz="1200">
                  <a:solidFill>
                    <a:schemeClr val="dk1"/>
                  </a:solidFill>
                  <a:latin typeface="Arial"/>
                  <a:ea typeface="Arial"/>
                  <a:cs typeface="Arial"/>
                  <a:sym typeface="Arial"/>
                </a:rPr>
                <a:t>Oracle Client 12c</a:t>
              </a:r>
              <a:endParaRPr/>
            </a:p>
          </p:txBody>
        </p:sp>
        <p:sp>
          <p:nvSpPr>
            <p:cNvPr id="677" name="Google Shape;677;p13"/>
            <p:cNvSpPr/>
            <p:nvPr/>
          </p:nvSpPr>
          <p:spPr>
            <a:xfrm>
              <a:off x="6480000" y="4032000"/>
              <a:ext cx="2304000" cy="288000"/>
            </a:xfrm>
            <a:prstGeom prst="roundRect">
              <a:avLst>
                <a:gd fmla="val 22049" name="adj"/>
              </a:avLst>
            </a:prstGeom>
            <a:solidFill>
              <a:schemeClr val="accent2"/>
            </a:solidFill>
            <a:ln>
              <a:noFill/>
            </a:ln>
          </p:spPr>
          <p:txBody>
            <a:bodyPr anchorCtr="0" anchor="ctr" bIns="45700" lIns="72000" spcFirstLastPara="1" rIns="36000" wrap="square" tIns="45700">
              <a:noAutofit/>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運転管理ｼｽﾃﾑAP</a:t>
              </a:r>
              <a:endParaRPr b="1" sz="1400">
                <a:solidFill>
                  <a:schemeClr val="lt1"/>
                </a:solidFill>
                <a:latin typeface="Arial"/>
                <a:ea typeface="Arial"/>
                <a:cs typeface="Arial"/>
                <a:sym typeface="Arial"/>
              </a:endParaRPr>
            </a:p>
          </p:txBody>
        </p:sp>
        <p:pic>
          <p:nvPicPr>
            <p:cNvPr id="678" name="Google Shape;678;p13"/>
            <p:cNvPicPr preferRelativeResize="0"/>
            <p:nvPr/>
          </p:nvPicPr>
          <p:blipFill rotWithShape="1">
            <a:blip r:embed="rId4">
              <a:alphaModFix/>
            </a:blip>
            <a:srcRect b="0" l="0" r="0" t="0"/>
            <a:stretch/>
          </p:blipFill>
          <p:spPr>
            <a:xfrm>
              <a:off x="6480000" y="3276000"/>
              <a:ext cx="365295" cy="288000"/>
            </a:xfrm>
            <a:prstGeom prst="rect">
              <a:avLst/>
            </a:prstGeom>
            <a:noFill/>
            <a:ln>
              <a:noFill/>
            </a:ln>
          </p:spPr>
        </p:pic>
        <p:sp>
          <p:nvSpPr>
            <p:cNvPr id="679" name="Google Shape;679;p13"/>
            <p:cNvSpPr/>
            <p:nvPr/>
          </p:nvSpPr>
          <p:spPr>
            <a:xfrm>
              <a:off x="7848000" y="4392000"/>
              <a:ext cx="936000" cy="144000"/>
            </a:xfrm>
            <a:prstGeom prst="rect">
              <a:avLst/>
            </a:prstGeom>
            <a:solidFill>
              <a:srgbClr val="FBE4D4"/>
            </a:solidFill>
            <a:ln cap="flat" cmpd="sng" w="12700">
              <a:solidFill>
                <a:schemeClr val="accent2"/>
              </a:solidFill>
              <a:prstDash val="solid"/>
              <a:miter lim="800000"/>
              <a:headEnd len="sm" w="sm" type="none"/>
              <a:tailEnd len="sm" w="sm" type="none"/>
            </a:ln>
          </p:spPr>
          <p:txBody>
            <a:bodyPr anchorCtr="0" anchor="t" bIns="0" lIns="91425" spcFirstLastPara="1" rIns="91425" wrap="square" tIns="0">
              <a:noAutofit/>
            </a:bodyPr>
            <a:lstStyle/>
            <a:p>
              <a:pPr indent="0" lvl="0" marL="0" marR="0" rtl="0" algn="ctr">
                <a:spcBef>
                  <a:spcPts val="0"/>
                </a:spcBef>
                <a:spcAft>
                  <a:spcPts val="0"/>
                </a:spcAft>
                <a:buNone/>
              </a:pPr>
              <a:r>
                <a:rPr lang="ja-JP" sz="1000">
                  <a:solidFill>
                    <a:schemeClr val="dk1"/>
                  </a:solidFill>
                  <a:latin typeface="Arial"/>
                  <a:ea typeface="Arial"/>
                  <a:cs typeface="Arial"/>
                  <a:sym typeface="Arial"/>
                </a:rPr>
                <a:t>10.1.1.100-110</a:t>
              </a:r>
              <a:endParaRPr sz="1000">
                <a:solidFill>
                  <a:schemeClr val="dk1"/>
                </a:solidFill>
                <a:latin typeface="Arial"/>
                <a:ea typeface="Arial"/>
                <a:cs typeface="Arial"/>
                <a:sym typeface="Arial"/>
              </a:endParaRPr>
            </a:p>
          </p:txBody>
        </p:sp>
      </p:grpSp>
      <p:grpSp>
        <p:nvGrpSpPr>
          <p:cNvPr id="680" name="Google Shape;680;p13"/>
          <p:cNvGrpSpPr/>
          <p:nvPr/>
        </p:nvGrpSpPr>
        <p:grpSpPr>
          <a:xfrm>
            <a:off x="3780000" y="3096000"/>
            <a:ext cx="2448000" cy="1368000"/>
            <a:chOff x="3780000" y="3168000"/>
            <a:chExt cx="2448000" cy="1368000"/>
          </a:xfrm>
        </p:grpSpPr>
        <p:sp>
          <p:nvSpPr>
            <p:cNvPr id="681" name="Google Shape;681;p13"/>
            <p:cNvSpPr/>
            <p:nvPr/>
          </p:nvSpPr>
          <p:spPr>
            <a:xfrm>
              <a:off x="3780000" y="3168000"/>
              <a:ext cx="2448000" cy="1296000"/>
            </a:xfrm>
            <a:prstGeom prst="roundRect">
              <a:avLst>
                <a:gd fmla="val 5512" name="adj"/>
              </a:avLst>
            </a:prstGeom>
            <a:solidFill>
              <a:schemeClr val="lt1"/>
            </a:solidFill>
            <a:ln cap="flat" cmpd="sng" w="12700">
              <a:solidFill>
                <a:schemeClr val="accent3"/>
              </a:solidFill>
              <a:prstDash val="solid"/>
              <a:miter lim="800000"/>
              <a:headEnd len="sm" w="sm" type="none"/>
              <a:tailEnd len="sm" w="sm" type="none"/>
            </a:ln>
          </p:spPr>
          <p:txBody>
            <a:bodyPr anchorCtr="0" anchor="t" bIns="45700" lIns="504000" spcFirstLastPara="1" rIns="72000" wrap="square" tIns="72000">
              <a:noAutofit/>
            </a:bodyPr>
            <a:lstStyle/>
            <a:p>
              <a:pPr indent="0" lvl="0" marL="0" marR="0" rtl="0" algn="l">
                <a:spcBef>
                  <a:spcPts val="0"/>
                </a:spcBef>
                <a:spcAft>
                  <a:spcPts val="0"/>
                </a:spcAft>
                <a:buNone/>
              </a:pPr>
              <a:r>
                <a:rPr b="1" lang="ja-JP" sz="1400">
                  <a:solidFill>
                    <a:schemeClr val="dk1"/>
                  </a:solidFill>
                  <a:latin typeface="Arial"/>
                  <a:ea typeface="Arial"/>
                  <a:cs typeface="Arial"/>
                  <a:sym typeface="Arial"/>
                </a:rPr>
                <a:t>DBｻｰﾊﾞ(ﾊﾞｯｸｱｯﾌﾟ)</a:t>
              </a:r>
              <a:endParaRPr b="1" sz="1400">
                <a:solidFill>
                  <a:schemeClr val="dk1"/>
                </a:solidFill>
                <a:latin typeface="Arial"/>
                <a:ea typeface="Arial"/>
                <a:cs typeface="Arial"/>
                <a:sym typeface="Arial"/>
              </a:endParaRPr>
            </a:p>
            <a:p>
              <a:pPr indent="0" lvl="0" marL="0" marR="0" rtl="0" algn="l">
                <a:spcBef>
                  <a:spcPts val="0"/>
                </a:spcBef>
                <a:spcAft>
                  <a:spcPts val="0"/>
                </a:spcAft>
                <a:buNone/>
              </a:pPr>
              <a:r>
                <a:rPr lang="ja-JP" sz="1200">
                  <a:solidFill>
                    <a:schemeClr val="dk1"/>
                  </a:solidFill>
                  <a:latin typeface="Arial"/>
                  <a:ea typeface="Arial"/>
                  <a:cs typeface="Arial"/>
                  <a:sym typeface="Arial"/>
                </a:rPr>
                <a:t>Windows Server 2012 R2</a:t>
              </a:r>
              <a:endParaRPr/>
            </a:p>
            <a:p>
              <a:pPr indent="0" lvl="0" marL="0" marR="0" rtl="0" algn="l">
                <a:spcBef>
                  <a:spcPts val="0"/>
                </a:spcBef>
                <a:spcAft>
                  <a:spcPts val="0"/>
                </a:spcAft>
                <a:buNone/>
              </a:pPr>
              <a:r>
                <a:rPr lang="ja-JP" sz="1200">
                  <a:solidFill>
                    <a:schemeClr val="dk1"/>
                  </a:solidFill>
                  <a:latin typeface="Arial"/>
                  <a:ea typeface="Arial"/>
                  <a:cs typeface="Arial"/>
                  <a:sym typeface="Arial"/>
                </a:rPr>
                <a:t>Oracle 12c</a:t>
              </a:r>
              <a:endParaRPr sz="1200">
                <a:solidFill>
                  <a:schemeClr val="dk1"/>
                </a:solidFill>
                <a:latin typeface="Arial"/>
                <a:ea typeface="Arial"/>
                <a:cs typeface="Arial"/>
                <a:sym typeface="Arial"/>
              </a:endParaRPr>
            </a:p>
          </p:txBody>
        </p:sp>
        <p:pic>
          <p:nvPicPr>
            <p:cNvPr id="682" name="Google Shape;682;p13"/>
            <p:cNvPicPr preferRelativeResize="0"/>
            <p:nvPr/>
          </p:nvPicPr>
          <p:blipFill rotWithShape="1">
            <a:blip r:embed="rId3">
              <a:alphaModFix/>
            </a:blip>
            <a:srcRect b="0" l="0" r="0" t="0"/>
            <a:stretch/>
          </p:blipFill>
          <p:spPr>
            <a:xfrm>
              <a:off x="3924000" y="3240000"/>
              <a:ext cx="218508" cy="396000"/>
            </a:xfrm>
            <a:prstGeom prst="rect">
              <a:avLst/>
            </a:prstGeom>
            <a:noFill/>
            <a:ln>
              <a:noFill/>
            </a:ln>
          </p:spPr>
        </p:pic>
        <p:sp>
          <p:nvSpPr>
            <p:cNvPr id="683" name="Google Shape;683;p13"/>
            <p:cNvSpPr/>
            <p:nvPr/>
          </p:nvSpPr>
          <p:spPr>
            <a:xfrm>
              <a:off x="3851999" y="4032000"/>
              <a:ext cx="2304000" cy="288000"/>
            </a:xfrm>
            <a:prstGeom prst="roundRect">
              <a:avLst>
                <a:gd fmla="val 22049" name="adj"/>
              </a:avLst>
            </a:prstGeom>
            <a:solidFill>
              <a:schemeClr val="accent2"/>
            </a:solidFill>
            <a:ln>
              <a:noFill/>
            </a:ln>
          </p:spPr>
          <p:txBody>
            <a:bodyPr anchorCtr="0" anchor="ctr" bIns="45700" lIns="72000" spcFirstLastPara="1" rIns="36000" wrap="square" tIns="45700">
              <a:noAutofit/>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運転管理ｼｽﾃﾑDB(ﾊﾞｯｸｱｯﾌﾟ)</a:t>
              </a:r>
              <a:endParaRPr b="1" sz="1400">
                <a:solidFill>
                  <a:schemeClr val="lt1"/>
                </a:solidFill>
                <a:latin typeface="Arial"/>
                <a:ea typeface="Arial"/>
                <a:cs typeface="Arial"/>
                <a:sym typeface="Arial"/>
              </a:endParaRPr>
            </a:p>
          </p:txBody>
        </p:sp>
        <p:sp>
          <p:nvSpPr>
            <p:cNvPr id="684" name="Google Shape;684;p13"/>
            <p:cNvSpPr/>
            <p:nvPr/>
          </p:nvSpPr>
          <p:spPr>
            <a:xfrm>
              <a:off x="5220000" y="4392000"/>
              <a:ext cx="936000" cy="144000"/>
            </a:xfrm>
            <a:prstGeom prst="rect">
              <a:avLst/>
            </a:prstGeom>
            <a:solidFill>
              <a:srgbClr val="FBE4D4"/>
            </a:solidFill>
            <a:ln cap="flat" cmpd="sng" w="12700">
              <a:solidFill>
                <a:schemeClr val="accent2"/>
              </a:solidFill>
              <a:prstDash val="solid"/>
              <a:miter lim="800000"/>
              <a:headEnd len="sm" w="sm" type="none"/>
              <a:tailEnd len="sm" w="sm" type="none"/>
            </a:ln>
          </p:spPr>
          <p:txBody>
            <a:bodyPr anchorCtr="0" anchor="t" bIns="0" lIns="91425" spcFirstLastPara="1" rIns="91425" wrap="square" tIns="0">
              <a:noAutofit/>
            </a:bodyPr>
            <a:lstStyle/>
            <a:p>
              <a:pPr indent="0" lvl="0" marL="0" marR="0" rtl="0" algn="ctr">
                <a:spcBef>
                  <a:spcPts val="0"/>
                </a:spcBef>
                <a:spcAft>
                  <a:spcPts val="0"/>
                </a:spcAft>
                <a:buNone/>
              </a:pPr>
              <a:r>
                <a:rPr lang="ja-JP" sz="1000">
                  <a:solidFill>
                    <a:schemeClr val="dk1"/>
                  </a:solidFill>
                  <a:latin typeface="Arial"/>
                  <a:ea typeface="Arial"/>
                  <a:cs typeface="Arial"/>
                  <a:sym typeface="Arial"/>
                </a:rPr>
                <a:t>10.1.1.21</a:t>
              </a:r>
              <a:endParaRPr sz="1000">
                <a:solidFill>
                  <a:schemeClr val="dk1"/>
                </a:solidFill>
                <a:latin typeface="Arial"/>
                <a:ea typeface="Arial"/>
                <a:cs typeface="Arial"/>
                <a:sym typeface="Arial"/>
              </a:endParaRPr>
            </a:p>
          </p:txBody>
        </p:sp>
      </p:grpSp>
      <p:grpSp>
        <p:nvGrpSpPr>
          <p:cNvPr id="685" name="Google Shape;685;p13"/>
          <p:cNvGrpSpPr/>
          <p:nvPr/>
        </p:nvGrpSpPr>
        <p:grpSpPr>
          <a:xfrm>
            <a:off x="1152000" y="3096000"/>
            <a:ext cx="2448000" cy="1368000"/>
            <a:chOff x="1152000" y="3168000"/>
            <a:chExt cx="2448000" cy="1368000"/>
          </a:xfrm>
        </p:grpSpPr>
        <p:sp>
          <p:nvSpPr>
            <p:cNvPr id="686" name="Google Shape;686;p13"/>
            <p:cNvSpPr/>
            <p:nvPr/>
          </p:nvSpPr>
          <p:spPr>
            <a:xfrm>
              <a:off x="1152000" y="3168000"/>
              <a:ext cx="2448000" cy="1296000"/>
            </a:xfrm>
            <a:prstGeom prst="roundRect">
              <a:avLst>
                <a:gd fmla="val 5512" name="adj"/>
              </a:avLst>
            </a:prstGeom>
            <a:solidFill>
              <a:schemeClr val="lt1"/>
            </a:solidFill>
            <a:ln cap="flat" cmpd="sng" w="12700">
              <a:solidFill>
                <a:schemeClr val="accent3"/>
              </a:solidFill>
              <a:prstDash val="solid"/>
              <a:miter lim="800000"/>
              <a:headEnd len="sm" w="sm" type="none"/>
              <a:tailEnd len="sm" w="sm" type="none"/>
            </a:ln>
          </p:spPr>
          <p:txBody>
            <a:bodyPr anchorCtr="0" anchor="t" bIns="45700" lIns="504000" spcFirstLastPara="1" rIns="72000" wrap="square" tIns="72000">
              <a:noAutofit/>
            </a:bodyPr>
            <a:lstStyle/>
            <a:p>
              <a:pPr indent="0" lvl="0" marL="0" marR="0" rtl="0" algn="l">
                <a:spcBef>
                  <a:spcPts val="0"/>
                </a:spcBef>
                <a:spcAft>
                  <a:spcPts val="0"/>
                </a:spcAft>
                <a:buNone/>
              </a:pPr>
              <a:r>
                <a:rPr b="1" lang="ja-JP" sz="1400">
                  <a:solidFill>
                    <a:schemeClr val="dk1"/>
                  </a:solidFill>
                  <a:latin typeface="Arial"/>
                  <a:ea typeface="Arial"/>
                  <a:cs typeface="Arial"/>
                  <a:sym typeface="Arial"/>
                </a:rPr>
                <a:t>DBｻｰﾊﾞ</a:t>
              </a:r>
              <a:endParaRPr b="1" sz="1400">
                <a:solidFill>
                  <a:schemeClr val="dk1"/>
                </a:solidFill>
                <a:latin typeface="Arial"/>
                <a:ea typeface="Arial"/>
                <a:cs typeface="Arial"/>
                <a:sym typeface="Arial"/>
              </a:endParaRPr>
            </a:p>
            <a:p>
              <a:pPr indent="0" lvl="0" marL="0" marR="0" rtl="0" algn="l">
                <a:spcBef>
                  <a:spcPts val="0"/>
                </a:spcBef>
                <a:spcAft>
                  <a:spcPts val="0"/>
                </a:spcAft>
                <a:buNone/>
              </a:pPr>
              <a:r>
                <a:rPr lang="ja-JP" sz="1200">
                  <a:solidFill>
                    <a:schemeClr val="dk1"/>
                  </a:solidFill>
                  <a:latin typeface="Arial"/>
                  <a:ea typeface="Arial"/>
                  <a:cs typeface="Arial"/>
                  <a:sym typeface="Arial"/>
                </a:rPr>
                <a:t>Windows Server 2012 R2</a:t>
              </a:r>
              <a:endParaRPr/>
            </a:p>
            <a:p>
              <a:pPr indent="0" lvl="0" marL="0" marR="0" rtl="0" algn="l">
                <a:spcBef>
                  <a:spcPts val="0"/>
                </a:spcBef>
                <a:spcAft>
                  <a:spcPts val="0"/>
                </a:spcAft>
                <a:buNone/>
              </a:pPr>
              <a:r>
                <a:rPr lang="ja-JP" sz="1200">
                  <a:solidFill>
                    <a:schemeClr val="dk1"/>
                  </a:solidFill>
                  <a:latin typeface="Arial"/>
                  <a:ea typeface="Arial"/>
                  <a:cs typeface="Arial"/>
                  <a:sym typeface="Arial"/>
                </a:rPr>
                <a:t>Oracle 12c</a:t>
              </a:r>
              <a:endParaRPr/>
            </a:p>
            <a:p>
              <a:pPr indent="0" lvl="0" marL="0" marR="0" rtl="0" algn="l">
                <a:spcBef>
                  <a:spcPts val="0"/>
                </a:spcBef>
                <a:spcAft>
                  <a:spcPts val="0"/>
                </a:spcAft>
                <a:buNone/>
              </a:pPr>
              <a:r>
                <a:rPr lang="ja-JP" sz="1200">
                  <a:solidFill>
                    <a:schemeClr val="dk1"/>
                  </a:solidFill>
                  <a:latin typeface="Arial"/>
                  <a:ea typeface="Arial"/>
                  <a:cs typeface="Arial"/>
                  <a:sym typeface="Arial"/>
                </a:rPr>
                <a:t>Operation Manager</a:t>
              </a:r>
              <a:endParaRPr/>
            </a:p>
          </p:txBody>
        </p:sp>
        <p:pic>
          <p:nvPicPr>
            <p:cNvPr id="687" name="Google Shape;687;p13"/>
            <p:cNvPicPr preferRelativeResize="0"/>
            <p:nvPr/>
          </p:nvPicPr>
          <p:blipFill rotWithShape="1">
            <a:blip r:embed="rId3">
              <a:alphaModFix/>
            </a:blip>
            <a:srcRect b="0" l="0" r="0" t="0"/>
            <a:stretch/>
          </p:blipFill>
          <p:spPr>
            <a:xfrm>
              <a:off x="1296000" y="3240000"/>
              <a:ext cx="218508" cy="396000"/>
            </a:xfrm>
            <a:prstGeom prst="rect">
              <a:avLst/>
            </a:prstGeom>
            <a:noFill/>
            <a:ln>
              <a:noFill/>
            </a:ln>
          </p:spPr>
        </p:pic>
        <p:sp>
          <p:nvSpPr>
            <p:cNvPr id="688" name="Google Shape;688;p13"/>
            <p:cNvSpPr/>
            <p:nvPr/>
          </p:nvSpPr>
          <p:spPr>
            <a:xfrm>
              <a:off x="1223999" y="4032000"/>
              <a:ext cx="2304000" cy="288000"/>
            </a:xfrm>
            <a:prstGeom prst="roundRect">
              <a:avLst>
                <a:gd fmla="val 22049" name="adj"/>
              </a:avLst>
            </a:prstGeom>
            <a:solidFill>
              <a:schemeClr val="accent2"/>
            </a:solidFill>
            <a:ln>
              <a:noFill/>
            </a:ln>
          </p:spPr>
          <p:txBody>
            <a:bodyPr anchorCtr="0" anchor="ctr" bIns="45700" lIns="72000" spcFirstLastPara="1" rIns="36000" wrap="square" tIns="45700">
              <a:noAutofit/>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運転管理ｼｽﾃﾑDB</a:t>
              </a:r>
              <a:endParaRPr b="1" sz="1400">
                <a:solidFill>
                  <a:schemeClr val="lt1"/>
                </a:solidFill>
                <a:latin typeface="Arial"/>
                <a:ea typeface="Arial"/>
                <a:cs typeface="Arial"/>
                <a:sym typeface="Arial"/>
              </a:endParaRPr>
            </a:p>
          </p:txBody>
        </p:sp>
        <p:sp>
          <p:nvSpPr>
            <p:cNvPr id="689" name="Google Shape;689;p13"/>
            <p:cNvSpPr/>
            <p:nvPr/>
          </p:nvSpPr>
          <p:spPr>
            <a:xfrm>
              <a:off x="2592000" y="4392000"/>
              <a:ext cx="936000" cy="144000"/>
            </a:xfrm>
            <a:prstGeom prst="rect">
              <a:avLst/>
            </a:prstGeom>
            <a:solidFill>
              <a:srgbClr val="FBE4D4"/>
            </a:solidFill>
            <a:ln cap="flat" cmpd="sng" w="12700">
              <a:solidFill>
                <a:schemeClr val="accent2"/>
              </a:solidFill>
              <a:prstDash val="solid"/>
              <a:miter lim="800000"/>
              <a:headEnd len="sm" w="sm" type="none"/>
              <a:tailEnd len="sm" w="sm" type="none"/>
            </a:ln>
          </p:spPr>
          <p:txBody>
            <a:bodyPr anchorCtr="0" anchor="t" bIns="0" lIns="91425" spcFirstLastPara="1" rIns="91425" wrap="square" tIns="0">
              <a:noAutofit/>
            </a:bodyPr>
            <a:lstStyle/>
            <a:p>
              <a:pPr indent="0" lvl="0" marL="0" marR="0" rtl="0" algn="ctr">
                <a:spcBef>
                  <a:spcPts val="0"/>
                </a:spcBef>
                <a:spcAft>
                  <a:spcPts val="0"/>
                </a:spcAft>
                <a:buNone/>
              </a:pPr>
              <a:r>
                <a:rPr lang="ja-JP" sz="1000">
                  <a:solidFill>
                    <a:schemeClr val="dk1"/>
                  </a:solidFill>
                  <a:latin typeface="Arial"/>
                  <a:ea typeface="Arial"/>
                  <a:cs typeface="Arial"/>
                  <a:sym typeface="Arial"/>
                </a:rPr>
                <a:t>10.1.1.10</a:t>
              </a:r>
              <a:endParaRPr sz="1000">
                <a:solidFill>
                  <a:schemeClr val="dk1"/>
                </a:solidFill>
                <a:latin typeface="Arial"/>
                <a:ea typeface="Arial"/>
                <a:cs typeface="Arial"/>
                <a:sym typeface="Arial"/>
              </a:endParaRPr>
            </a:p>
          </p:txBody>
        </p:sp>
      </p:grpSp>
      <p:sp>
        <p:nvSpPr>
          <p:cNvPr id="690" name="Google Shape;690;p13"/>
          <p:cNvSpPr/>
          <p:nvPr/>
        </p:nvSpPr>
        <p:spPr>
          <a:xfrm>
            <a:off x="1872000" y="5256000"/>
            <a:ext cx="936000" cy="144000"/>
          </a:xfrm>
          <a:prstGeom prst="rect">
            <a:avLst/>
          </a:prstGeom>
          <a:solidFill>
            <a:srgbClr val="DDEAF6"/>
          </a:solidFill>
          <a:ln cap="flat" cmpd="sng" w="12700">
            <a:solidFill>
              <a:schemeClr val="accent1"/>
            </a:solidFill>
            <a:prstDash val="solid"/>
            <a:miter lim="800000"/>
            <a:headEnd len="sm" w="sm" type="none"/>
            <a:tailEnd len="sm" w="sm" type="none"/>
          </a:ln>
        </p:spPr>
        <p:txBody>
          <a:bodyPr anchorCtr="0" anchor="t" bIns="0" lIns="91425" spcFirstLastPara="1" rIns="91425" wrap="square" tIns="0">
            <a:noAutofit/>
          </a:bodyPr>
          <a:lstStyle/>
          <a:p>
            <a:pPr indent="0" lvl="0" marL="0" marR="0" rtl="0" algn="ctr">
              <a:spcBef>
                <a:spcPts val="0"/>
              </a:spcBef>
              <a:spcAft>
                <a:spcPts val="0"/>
              </a:spcAft>
              <a:buNone/>
            </a:pPr>
            <a:r>
              <a:rPr lang="ja-JP" sz="1000">
                <a:solidFill>
                  <a:schemeClr val="dk1"/>
                </a:solidFill>
                <a:latin typeface="Arial"/>
                <a:ea typeface="Arial"/>
                <a:cs typeface="Arial"/>
                <a:sym typeface="Arial"/>
              </a:rPr>
              <a:t>10.1.1.120-121</a:t>
            </a:r>
            <a:endParaRPr sz="1000">
              <a:solidFill>
                <a:schemeClr val="dk1"/>
              </a:solidFill>
              <a:latin typeface="Arial"/>
              <a:ea typeface="Arial"/>
              <a:cs typeface="Arial"/>
              <a:sym typeface="Arial"/>
            </a:endParaRPr>
          </a:p>
        </p:txBody>
      </p:sp>
      <p:sp>
        <p:nvSpPr>
          <p:cNvPr id="691" name="Google Shape;691;p13"/>
          <p:cNvSpPr/>
          <p:nvPr/>
        </p:nvSpPr>
        <p:spPr>
          <a:xfrm>
            <a:off x="5040000" y="4752000"/>
            <a:ext cx="1944000" cy="720000"/>
          </a:xfrm>
          <a:prstGeom prst="roundRect">
            <a:avLst>
              <a:gd fmla="val 8819" name="adj"/>
            </a:avLst>
          </a:prstGeom>
          <a:solidFill>
            <a:srgbClr val="EDEDED"/>
          </a:solidFill>
          <a:ln cap="flat" cmpd="sng" w="12700">
            <a:solidFill>
              <a:schemeClr val="accent3"/>
            </a:solidFill>
            <a:prstDash val="solid"/>
            <a:miter lim="800000"/>
            <a:headEnd len="sm" w="sm" type="none"/>
            <a:tailEnd len="sm" w="sm" type="none"/>
          </a:ln>
        </p:spPr>
        <p:txBody>
          <a:bodyPr anchorCtr="0" anchor="t" bIns="0" lIns="108000" spcFirstLastPara="1" rIns="108000" wrap="square" tIns="36000">
            <a:noAutofit/>
          </a:bodyPr>
          <a:lstStyle/>
          <a:p>
            <a:pPr indent="0" lvl="0" marL="0" marR="0" rtl="0" algn="ctr">
              <a:spcBef>
                <a:spcPts val="0"/>
              </a:spcBef>
              <a:spcAft>
                <a:spcPts val="0"/>
              </a:spcAft>
              <a:buNone/>
            </a:pPr>
            <a:r>
              <a:rPr b="1" lang="ja-JP" sz="1400">
                <a:solidFill>
                  <a:schemeClr val="dk1"/>
                </a:solidFill>
                <a:latin typeface="Arial"/>
                <a:ea typeface="Arial"/>
                <a:cs typeface="Arial"/>
                <a:sym typeface="Arial"/>
              </a:rPr>
              <a:t>自動倉庫</a:t>
            </a:r>
            <a:endParaRPr b="1" sz="1400">
              <a:solidFill>
                <a:schemeClr val="dk1"/>
              </a:solidFill>
              <a:latin typeface="Arial"/>
              <a:ea typeface="Arial"/>
              <a:cs typeface="Arial"/>
              <a:sym typeface="Arial"/>
            </a:endParaRPr>
          </a:p>
        </p:txBody>
      </p:sp>
      <p:sp>
        <p:nvSpPr>
          <p:cNvPr id="692" name="Google Shape;692;p13"/>
          <p:cNvSpPr/>
          <p:nvPr/>
        </p:nvSpPr>
        <p:spPr>
          <a:xfrm>
            <a:off x="5112000" y="5040000"/>
            <a:ext cx="1800000" cy="288000"/>
          </a:xfrm>
          <a:prstGeom prst="roundRect">
            <a:avLst>
              <a:gd fmla="val 22049" name="adj"/>
            </a:avLst>
          </a:prstGeom>
          <a:solidFill>
            <a:schemeClr val="accent1"/>
          </a:solidFill>
          <a:ln cap="flat" cmpd="sng" w="12700">
            <a:solidFill>
              <a:schemeClr val="accent1"/>
            </a:solidFill>
            <a:prstDash val="solid"/>
            <a:miter lim="800000"/>
            <a:headEnd len="sm" w="sm" type="none"/>
            <a:tailEnd len="sm" w="sm" type="none"/>
          </a:ln>
        </p:spPr>
        <p:txBody>
          <a:bodyPr anchorCtr="0" anchor="ctr" bIns="45700" lIns="72000" spcFirstLastPara="1" rIns="36000" wrap="square" tIns="45700">
            <a:noAutofit/>
          </a:bodyPr>
          <a:lstStyle/>
          <a:p>
            <a:pPr indent="0" lvl="0" marL="0" marR="0" rtl="0" algn="ctr">
              <a:spcBef>
                <a:spcPts val="0"/>
              </a:spcBef>
              <a:spcAft>
                <a:spcPts val="0"/>
              </a:spcAft>
              <a:buNone/>
            </a:pPr>
            <a:r>
              <a:rPr lang="ja-JP" sz="1400">
                <a:solidFill>
                  <a:schemeClr val="lt1"/>
                </a:solidFill>
                <a:latin typeface="Arial"/>
                <a:ea typeface="Arial"/>
                <a:cs typeface="Arial"/>
                <a:sym typeface="Arial"/>
              </a:rPr>
              <a:t>自動倉庫ｼｽﾃﾑ</a:t>
            </a:r>
            <a:endParaRPr/>
          </a:p>
        </p:txBody>
      </p:sp>
      <p:sp>
        <p:nvSpPr>
          <p:cNvPr id="693" name="Google Shape;693;p13"/>
          <p:cNvSpPr/>
          <p:nvPr/>
        </p:nvSpPr>
        <p:spPr>
          <a:xfrm>
            <a:off x="7920000" y="5256000"/>
            <a:ext cx="936000" cy="144000"/>
          </a:xfrm>
          <a:prstGeom prst="rect">
            <a:avLst/>
          </a:prstGeom>
          <a:solidFill>
            <a:srgbClr val="DDEAF6"/>
          </a:solidFill>
          <a:ln cap="flat" cmpd="sng" w="12700">
            <a:solidFill>
              <a:schemeClr val="accent1"/>
            </a:solidFill>
            <a:prstDash val="solid"/>
            <a:miter lim="800000"/>
            <a:headEnd len="sm" w="sm" type="none"/>
            <a:tailEnd len="sm" w="sm" type="none"/>
          </a:ln>
        </p:spPr>
        <p:txBody>
          <a:bodyPr anchorCtr="0" anchor="t" bIns="0" lIns="91425" spcFirstLastPara="1" rIns="91425" wrap="square" tIns="0">
            <a:noAutofit/>
          </a:bodyPr>
          <a:lstStyle/>
          <a:p>
            <a:pPr indent="0" lvl="0" marL="0" marR="0" rtl="0" algn="ctr">
              <a:spcBef>
                <a:spcPts val="0"/>
              </a:spcBef>
              <a:spcAft>
                <a:spcPts val="0"/>
              </a:spcAft>
              <a:buNone/>
            </a:pPr>
            <a:r>
              <a:rPr lang="ja-JP" sz="1000">
                <a:solidFill>
                  <a:schemeClr val="dk1"/>
                </a:solidFill>
                <a:latin typeface="Arial"/>
                <a:ea typeface="Arial"/>
                <a:cs typeface="Arial"/>
                <a:sym typeface="Arial"/>
              </a:rPr>
              <a:t>10.1.4.10</a:t>
            </a:r>
            <a:endParaRPr sz="1000">
              <a:solidFill>
                <a:schemeClr val="dk1"/>
              </a:solidFill>
              <a:latin typeface="Arial"/>
              <a:ea typeface="Arial"/>
              <a:cs typeface="Arial"/>
              <a:sym typeface="Arial"/>
            </a:endParaRPr>
          </a:p>
        </p:txBody>
      </p:sp>
      <p:sp>
        <p:nvSpPr>
          <p:cNvPr id="694" name="Google Shape;694;p13"/>
          <p:cNvSpPr/>
          <p:nvPr/>
        </p:nvSpPr>
        <p:spPr>
          <a:xfrm>
            <a:off x="3888000" y="5976000"/>
            <a:ext cx="936000" cy="144000"/>
          </a:xfrm>
          <a:prstGeom prst="rect">
            <a:avLst/>
          </a:prstGeom>
          <a:solidFill>
            <a:srgbClr val="DDEAF6"/>
          </a:solidFill>
          <a:ln cap="flat" cmpd="sng" w="12700">
            <a:solidFill>
              <a:schemeClr val="accent1"/>
            </a:solidFill>
            <a:prstDash val="solid"/>
            <a:miter lim="800000"/>
            <a:headEnd len="sm" w="sm" type="none"/>
            <a:tailEnd len="sm" w="sm" type="none"/>
          </a:ln>
        </p:spPr>
        <p:txBody>
          <a:bodyPr anchorCtr="0" anchor="t" bIns="0" lIns="91425" spcFirstLastPara="1" rIns="91425" wrap="square" tIns="0">
            <a:noAutofit/>
          </a:bodyPr>
          <a:lstStyle/>
          <a:p>
            <a:pPr indent="0" lvl="0" marL="0" marR="0" rtl="0" algn="ctr">
              <a:spcBef>
                <a:spcPts val="0"/>
              </a:spcBef>
              <a:spcAft>
                <a:spcPts val="0"/>
              </a:spcAft>
              <a:buNone/>
            </a:pPr>
            <a:r>
              <a:rPr lang="ja-JP" sz="1000">
                <a:solidFill>
                  <a:schemeClr val="dk1"/>
                </a:solidFill>
                <a:latin typeface="Arial"/>
                <a:ea typeface="Arial"/>
                <a:cs typeface="Arial"/>
                <a:sym typeface="Arial"/>
              </a:rPr>
              <a:t>10.1.2.13</a:t>
            </a:r>
            <a:endParaRPr sz="1000">
              <a:solidFill>
                <a:schemeClr val="dk1"/>
              </a:solidFill>
              <a:latin typeface="Arial"/>
              <a:ea typeface="Arial"/>
              <a:cs typeface="Arial"/>
              <a:sym typeface="Arial"/>
            </a:endParaRPr>
          </a:p>
        </p:txBody>
      </p:sp>
      <p:sp>
        <p:nvSpPr>
          <p:cNvPr id="695" name="Google Shape;695;p13"/>
          <p:cNvSpPr/>
          <p:nvPr/>
        </p:nvSpPr>
        <p:spPr>
          <a:xfrm>
            <a:off x="1512000" y="5976000"/>
            <a:ext cx="1296000" cy="144000"/>
          </a:xfrm>
          <a:prstGeom prst="rect">
            <a:avLst/>
          </a:prstGeom>
          <a:solidFill>
            <a:srgbClr val="DDEAF6"/>
          </a:solidFill>
          <a:ln cap="flat" cmpd="sng" w="12700">
            <a:solidFill>
              <a:schemeClr val="accent1"/>
            </a:solidFill>
            <a:prstDash val="solid"/>
            <a:miter lim="800000"/>
            <a:headEnd len="sm" w="sm" type="none"/>
            <a:tailEnd len="sm" w="sm" type="none"/>
          </a:ln>
        </p:spPr>
        <p:txBody>
          <a:bodyPr anchorCtr="0" anchor="t" bIns="0" lIns="91425" spcFirstLastPara="1" rIns="91425" wrap="square" tIns="0">
            <a:noAutofit/>
          </a:bodyPr>
          <a:lstStyle/>
          <a:p>
            <a:pPr indent="0" lvl="0" marL="0" marR="0" rtl="0" algn="ctr">
              <a:spcBef>
                <a:spcPts val="0"/>
              </a:spcBef>
              <a:spcAft>
                <a:spcPts val="0"/>
              </a:spcAft>
              <a:buNone/>
            </a:pPr>
            <a:r>
              <a:rPr lang="ja-JP" sz="1000">
                <a:solidFill>
                  <a:schemeClr val="dk1"/>
                </a:solidFill>
                <a:latin typeface="Arial"/>
                <a:ea typeface="Arial"/>
                <a:cs typeface="Arial"/>
                <a:sym typeface="Arial"/>
              </a:rPr>
              <a:t>10.178.128.114(EAI)</a:t>
            </a:r>
            <a:endParaRPr sz="1000">
              <a:solidFill>
                <a:schemeClr val="dk1"/>
              </a:solidFill>
              <a:latin typeface="Arial"/>
              <a:ea typeface="Arial"/>
              <a:cs typeface="Arial"/>
              <a:sym typeface="Arial"/>
            </a:endParaRPr>
          </a:p>
        </p:txBody>
      </p:sp>
      <p:cxnSp>
        <p:nvCxnSpPr>
          <p:cNvPr id="696" name="Google Shape;696;p13"/>
          <p:cNvCxnSpPr/>
          <p:nvPr/>
        </p:nvCxnSpPr>
        <p:spPr>
          <a:xfrm rot="10800000">
            <a:off x="6012000" y="5328000"/>
            <a:ext cx="0" cy="216000"/>
          </a:xfrm>
          <a:prstGeom prst="straightConnector1">
            <a:avLst/>
          </a:prstGeom>
          <a:noFill/>
          <a:ln cap="flat" cmpd="sng" w="28575">
            <a:solidFill>
              <a:schemeClr val="accent3"/>
            </a:solidFill>
            <a:prstDash val="solid"/>
            <a:miter lim="800000"/>
            <a:headEnd len="sm" w="sm" type="none"/>
            <a:tailEnd len="sm" w="sm" type="none"/>
          </a:ln>
        </p:spPr>
      </p:cxnSp>
      <p:sp>
        <p:nvSpPr>
          <p:cNvPr id="697" name="Google Shape;697;p13"/>
          <p:cNvSpPr/>
          <p:nvPr/>
        </p:nvSpPr>
        <p:spPr>
          <a:xfrm>
            <a:off x="5904000" y="5256000"/>
            <a:ext cx="936000" cy="144000"/>
          </a:xfrm>
          <a:prstGeom prst="rect">
            <a:avLst/>
          </a:prstGeom>
          <a:solidFill>
            <a:srgbClr val="DDEAF6"/>
          </a:solidFill>
          <a:ln cap="flat" cmpd="sng" w="12700">
            <a:solidFill>
              <a:schemeClr val="accent1"/>
            </a:solidFill>
            <a:prstDash val="solid"/>
            <a:miter lim="800000"/>
            <a:headEnd len="sm" w="sm" type="none"/>
            <a:tailEnd len="sm" w="sm" type="none"/>
          </a:ln>
        </p:spPr>
        <p:txBody>
          <a:bodyPr anchorCtr="0" anchor="t" bIns="0" lIns="91425" spcFirstLastPara="1" rIns="91425" wrap="square" tIns="0">
            <a:noAutofit/>
          </a:bodyPr>
          <a:lstStyle/>
          <a:p>
            <a:pPr indent="0" lvl="0" marL="0" marR="0" rtl="0" algn="ctr">
              <a:spcBef>
                <a:spcPts val="0"/>
              </a:spcBef>
              <a:spcAft>
                <a:spcPts val="0"/>
              </a:spcAft>
              <a:buNone/>
            </a:pPr>
            <a:r>
              <a:rPr lang="ja-JP" sz="1000">
                <a:solidFill>
                  <a:schemeClr val="dk1"/>
                </a:solidFill>
                <a:latin typeface="Arial"/>
                <a:ea typeface="Arial"/>
                <a:cs typeface="Arial"/>
                <a:sym typeface="Arial"/>
              </a:rPr>
              <a:t>10.1.1.251</a:t>
            </a:r>
            <a:endParaRPr sz="1000">
              <a:solidFill>
                <a:schemeClr val="dk1"/>
              </a:solidFill>
              <a:latin typeface="Arial"/>
              <a:ea typeface="Arial"/>
              <a:cs typeface="Arial"/>
              <a:sym typeface="Arial"/>
            </a:endParaRPr>
          </a:p>
        </p:txBody>
      </p:sp>
      <p:cxnSp>
        <p:nvCxnSpPr>
          <p:cNvPr id="698" name="Google Shape;698;p13"/>
          <p:cNvCxnSpPr/>
          <p:nvPr/>
        </p:nvCxnSpPr>
        <p:spPr>
          <a:xfrm rot="10800000">
            <a:off x="504000" y="1152000"/>
            <a:ext cx="0" cy="1008000"/>
          </a:xfrm>
          <a:prstGeom prst="straightConnector1">
            <a:avLst/>
          </a:prstGeom>
          <a:noFill/>
          <a:ln cap="flat" cmpd="sng" w="28575">
            <a:solidFill>
              <a:schemeClr val="accent3"/>
            </a:solidFill>
            <a:prstDash val="solid"/>
            <a:miter lim="800000"/>
            <a:headEnd len="sm" w="sm" type="none"/>
            <a:tailEnd len="sm" w="sm" type="none"/>
          </a:ln>
        </p:spPr>
      </p:cxnSp>
      <p:cxnSp>
        <p:nvCxnSpPr>
          <p:cNvPr id="699" name="Google Shape;699;p13"/>
          <p:cNvCxnSpPr/>
          <p:nvPr/>
        </p:nvCxnSpPr>
        <p:spPr>
          <a:xfrm rot="10800000">
            <a:off x="504000" y="2592000"/>
            <a:ext cx="0" cy="3384000"/>
          </a:xfrm>
          <a:prstGeom prst="straightConnector1">
            <a:avLst/>
          </a:prstGeom>
          <a:noFill/>
          <a:ln cap="flat" cmpd="sng" w="28575">
            <a:solidFill>
              <a:schemeClr val="accent3"/>
            </a:solidFill>
            <a:prstDash val="solid"/>
            <a:miter lim="800000"/>
            <a:headEnd len="sm" w="sm" type="none"/>
            <a:tailEnd len="sm" w="sm" type="none"/>
          </a:ln>
        </p:spPr>
      </p:cxnSp>
      <p:pic>
        <p:nvPicPr>
          <p:cNvPr id="700" name="Google Shape;700;p13"/>
          <p:cNvPicPr preferRelativeResize="0"/>
          <p:nvPr/>
        </p:nvPicPr>
        <p:blipFill rotWithShape="1">
          <a:blip r:embed="rId5">
            <a:alphaModFix/>
          </a:blip>
          <a:srcRect b="0" l="0" r="0" t="0"/>
          <a:stretch/>
        </p:blipFill>
        <p:spPr>
          <a:xfrm>
            <a:off x="288000" y="2160000"/>
            <a:ext cx="536562" cy="432000"/>
          </a:xfrm>
          <a:prstGeom prst="rect">
            <a:avLst/>
          </a:prstGeom>
          <a:noFill/>
          <a:ln>
            <a:noFill/>
          </a:ln>
        </p:spPr>
      </p:pic>
      <p:sp>
        <p:nvSpPr>
          <p:cNvPr id="701" name="Google Shape;701;p13"/>
          <p:cNvSpPr txBox="1"/>
          <p:nvPr/>
        </p:nvSpPr>
        <p:spPr>
          <a:xfrm>
            <a:off x="72000" y="2592000"/>
            <a:ext cx="46800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FW</a:t>
            </a:r>
            <a:endParaRPr sz="1400">
              <a:solidFill>
                <a:schemeClr val="dk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6" name="Shape 706"/>
        <p:cNvGrpSpPr/>
        <p:nvPr/>
      </p:nvGrpSpPr>
      <p:grpSpPr>
        <a:xfrm>
          <a:off x="0" y="0"/>
          <a:ext cx="0" cy="0"/>
          <a:chOff x="0" y="0"/>
          <a:chExt cx="0" cy="0"/>
        </a:xfrm>
      </p:grpSpPr>
      <p:sp>
        <p:nvSpPr>
          <p:cNvPr id="707" name="Google Shape;707;p14"/>
          <p:cNvSpPr/>
          <p:nvPr/>
        </p:nvSpPr>
        <p:spPr>
          <a:xfrm>
            <a:off x="2484000" y="3600000"/>
            <a:ext cx="1440000" cy="432000"/>
          </a:xfrm>
          <a:prstGeom prst="roundRect">
            <a:avLst>
              <a:gd fmla="val 14699" name="adj"/>
            </a:avLst>
          </a:prstGeom>
          <a:solidFill>
            <a:schemeClr val="accent1"/>
          </a:solidFill>
          <a:ln>
            <a:noFill/>
          </a:ln>
        </p:spPr>
        <p:txBody>
          <a:bodyPr anchorCtr="0" anchor="ctr" bIns="45700" lIns="36000" spcFirstLastPara="1" rIns="36000" wrap="square" tIns="45700">
            <a:noAutofit/>
          </a:bodyPr>
          <a:lstStyle/>
          <a:p>
            <a:pPr indent="0" lvl="0" marL="0" marR="0" rtl="0" algn="ctr">
              <a:spcBef>
                <a:spcPts val="0"/>
              </a:spcBef>
              <a:spcAft>
                <a:spcPts val="0"/>
              </a:spcAft>
              <a:buNone/>
            </a:pPr>
            <a:r>
              <a:rPr lang="ja-JP" sz="1200">
                <a:solidFill>
                  <a:schemeClr val="lt1"/>
                </a:solidFill>
                <a:latin typeface="Arial"/>
                <a:ea typeface="Arial"/>
                <a:cs typeface="Arial"/>
                <a:sym typeface="Arial"/>
              </a:rPr>
              <a:t>添加剤ロット</a:t>
            </a:r>
            <a:endParaRPr sz="1200">
              <a:solidFill>
                <a:schemeClr val="lt1"/>
              </a:solidFill>
              <a:latin typeface="Arial"/>
              <a:ea typeface="Arial"/>
              <a:cs typeface="Arial"/>
              <a:sym typeface="Arial"/>
            </a:endParaRPr>
          </a:p>
          <a:p>
            <a:pPr indent="0" lvl="0" marL="0" marR="0" rtl="0" algn="ctr">
              <a:spcBef>
                <a:spcPts val="0"/>
              </a:spcBef>
              <a:spcAft>
                <a:spcPts val="0"/>
              </a:spcAft>
              <a:buNone/>
            </a:pPr>
            <a:r>
              <a:rPr lang="ja-JP" sz="1200">
                <a:solidFill>
                  <a:schemeClr val="lt1"/>
                </a:solidFill>
                <a:latin typeface="Arial"/>
                <a:ea typeface="Arial"/>
                <a:cs typeface="Arial"/>
                <a:sym typeface="Arial"/>
              </a:rPr>
              <a:t>管理システム</a:t>
            </a:r>
            <a:endParaRPr sz="1200">
              <a:solidFill>
                <a:schemeClr val="lt1"/>
              </a:solidFill>
              <a:latin typeface="Arial"/>
              <a:ea typeface="Arial"/>
              <a:cs typeface="Arial"/>
              <a:sym typeface="Arial"/>
            </a:endParaRPr>
          </a:p>
        </p:txBody>
      </p:sp>
      <p:sp>
        <p:nvSpPr>
          <p:cNvPr id="708" name="Google Shape;708;p14"/>
          <p:cNvSpPr/>
          <p:nvPr/>
        </p:nvSpPr>
        <p:spPr>
          <a:xfrm>
            <a:off x="4104000" y="3600000"/>
            <a:ext cx="1656000" cy="1296000"/>
          </a:xfrm>
          <a:prstGeom prst="roundRect">
            <a:avLst>
              <a:gd fmla="val 4900" name="adj"/>
            </a:avLst>
          </a:prstGeom>
          <a:solidFill>
            <a:schemeClr val="accent2"/>
          </a:solidFill>
          <a:ln cap="flat" cmpd="sng" w="9525">
            <a:solidFill>
              <a:schemeClr val="accent2"/>
            </a:solidFill>
            <a:prstDash val="solid"/>
            <a:miter lim="800000"/>
            <a:headEnd len="sm" w="sm" type="none"/>
            <a:tailEnd len="sm" w="sm" type="none"/>
          </a:ln>
        </p:spPr>
        <p:txBody>
          <a:bodyPr anchorCtr="0" anchor="ctr" bIns="45700" lIns="36000" spcFirstLastPara="1" rIns="36000" wrap="square" tIns="45700">
            <a:noAutofit/>
          </a:bodyPr>
          <a:lstStyle/>
          <a:p>
            <a:pPr indent="0" lvl="0" marL="0" marR="0" rtl="0" algn="ctr">
              <a:spcBef>
                <a:spcPts val="0"/>
              </a:spcBef>
              <a:spcAft>
                <a:spcPts val="0"/>
              </a:spcAft>
              <a:buNone/>
            </a:pPr>
            <a:r>
              <a:rPr b="1" lang="ja-JP" sz="1600">
                <a:solidFill>
                  <a:schemeClr val="lt1"/>
                </a:solidFill>
                <a:latin typeface="Arial"/>
                <a:ea typeface="Arial"/>
                <a:cs typeface="Arial"/>
                <a:sym typeface="Arial"/>
              </a:rPr>
              <a:t>千葉運転管理</a:t>
            </a:r>
            <a:endParaRPr b="1" sz="1600">
              <a:solidFill>
                <a:schemeClr val="lt1"/>
              </a:solidFill>
              <a:latin typeface="Arial"/>
              <a:ea typeface="Arial"/>
              <a:cs typeface="Arial"/>
              <a:sym typeface="Arial"/>
            </a:endParaRPr>
          </a:p>
          <a:p>
            <a:pPr indent="0" lvl="0" marL="0" marR="0" rtl="0" algn="ctr">
              <a:spcBef>
                <a:spcPts val="0"/>
              </a:spcBef>
              <a:spcAft>
                <a:spcPts val="0"/>
              </a:spcAft>
              <a:buNone/>
            </a:pPr>
            <a:r>
              <a:rPr b="1" lang="ja-JP" sz="1600">
                <a:solidFill>
                  <a:schemeClr val="lt1"/>
                </a:solidFill>
                <a:latin typeface="Arial"/>
                <a:ea typeface="Arial"/>
                <a:cs typeface="Arial"/>
                <a:sym typeface="Arial"/>
              </a:rPr>
              <a:t>システム</a:t>
            </a:r>
            <a:endParaRPr/>
          </a:p>
        </p:txBody>
      </p:sp>
      <p:sp>
        <p:nvSpPr>
          <p:cNvPr id="709" name="Google Shape;709;p14"/>
          <p:cNvSpPr txBox="1"/>
          <p:nvPr>
            <p:ph type="title"/>
          </p:nvPr>
        </p:nvSpPr>
        <p:spPr>
          <a:xfrm>
            <a:off x="144000" y="36000"/>
            <a:ext cx="8856000" cy="5760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3000"/>
              <a:buFont typeface="Arial"/>
              <a:buNone/>
            </a:pPr>
            <a:r>
              <a:rPr lang="ja-JP"/>
              <a:t>システム配置（AsIs）</a:t>
            </a:r>
            <a:endParaRPr/>
          </a:p>
        </p:txBody>
      </p:sp>
      <p:sp>
        <p:nvSpPr>
          <p:cNvPr id="710" name="Google Shape;710;p14"/>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ja-JP"/>
              <a:t>Copyright© 2020 SystemEXE,Inc. all rights reserved.</a:t>
            </a:r>
            <a:endParaRPr/>
          </a:p>
        </p:txBody>
      </p:sp>
      <p:sp>
        <p:nvSpPr>
          <p:cNvPr id="711" name="Google Shape;711;p14"/>
          <p:cNvSpPr txBox="1"/>
          <p:nvPr>
            <p:ph idx="12" type="sldNum"/>
          </p:nvPr>
        </p:nvSpPr>
        <p:spPr>
          <a:xfrm>
            <a:off x="4212000" y="6500068"/>
            <a:ext cx="720000" cy="288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ja-JP"/>
              <a:t>‹#›</a:t>
            </a:fld>
            <a:endParaRPr/>
          </a:p>
        </p:txBody>
      </p:sp>
      <p:sp>
        <p:nvSpPr>
          <p:cNvPr id="712" name="Google Shape;712;p14"/>
          <p:cNvSpPr/>
          <p:nvPr/>
        </p:nvSpPr>
        <p:spPr>
          <a:xfrm>
            <a:off x="864000" y="4464000"/>
            <a:ext cx="1440000" cy="432000"/>
          </a:xfrm>
          <a:prstGeom prst="roundRect">
            <a:avLst>
              <a:gd fmla="val 14699" name="adj"/>
            </a:avLst>
          </a:prstGeom>
          <a:solidFill>
            <a:schemeClr val="accent1"/>
          </a:solidFill>
          <a:ln>
            <a:noFill/>
          </a:ln>
        </p:spPr>
        <p:txBody>
          <a:bodyPr anchorCtr="0" anchor="ctr" bIns="45700" lIns="36000" spcFirstLastPara="1" rIns="36000" wrap="square" tIns="45700">
            <a:noAutofit/>
          </a:bodyPr>
          <a:lstStyle/>
          <a:p>
            <a:pPr indent="0" lvl="0" marL="0" marR="0" rtl="0" algn="ctr">
              <a:spcBef>
                <a:spcPts val="0"/>
              </a:spcBef>
              <a:spcAft>
                <a:spcPts val="0"/>
              </a:spcAft>
              <a:buNone/>
            </a:pPr>
            <a:r>
              <a:rPr lang="ja-JP" sz="1200">
                <a:solidFill>
                  <a:schemeClr val="lt1"/>
                </a:solidFill>
                <a:latin typeface="Arial"/>
                <a:ea typeface="Arial"/>
                <a:cs typeface="Arial"/>
                <a:sym typeface="Arial"/>
              </a:rPr>
              <a:t>ETS-R</a:t>
            </a:r>
            <a:endParaRPr/>
          </a:p>
          <a:p>
            <a:pPr indent="0" lvl="0" marL="0" marR="0" rtl="0" algn="ctr">
              <a:spcBef>
                <a:spcPts val="0"/>
              </a:spcBef>
              <a:spcAft>
                <a:spcPts val="0"/>
              </a:spcAft>
              <a:buNone/>
            </a:pPr>
            <a:r>
              <a:rPr lang="ja-JP" sz="1200">
                <a:solidFill>
                  <a:schemeClr val="lt1"/>
                </a:solidFill>
                <a:latin typeface="Arial"/>
                <a:ea typeface="Arial"/>
                <a:cs typeface="Arial"/>
                <a:sym typeface="Arial"/>
              </a:rPr>
              <a:t>(運転管理)</a:t>
            </a:r>
            <a:endParaRPr sz="1200">
              <a:solidFill>
                <a:schemeClr val="lt1"/>
              </a:solidFill>
              <a:latin typeface="Arial"/>
              <a:ea typeface="Arial"/>
              <a:cs typeface="Arial"/>
              <a:sym typeface="Arial"/>
            </a:endParaRPr>
          </a:p>
        </p:txBody>
      </p:sp>
      <p:sp>
        <p:nvSpPr>
          <p:cNvPr id="713" name="Google Shape;713;p14"/>
          <p:cNvSpPr txBox="1"/>
          <p:nvPr/>
        </p:nvSpPr>
        <p:spPr>
          <a:xfrm>
            <a:off x="5832000" y="864000"/>
            <a:ext cx="3168000" cy="1008000"/>
          </a:xfrm>
          <a:prstGeom prst="rect">
            <a:avLst/>
          </a:prstGeom>
          <a:noFill/>
          <a:ln>
            <a:noFill/>
          </a:ln>
        </p:spPr>
        <p:txBody>
          <a:bodyPr anchorCtr="0" anchor="t" bIns="45700" lIns="91425" spcFirstLastPara="1" rIns="91425" wrap="square" tIns="45700">
            <a:noAutofit/>
          </a:bodyPr>
          <a:lstStyle/>
          <a:p>
            <a:pPr indent="-171450" lvl="0" marL="171450" marR="0" rtl="0" algn="l">
              <a:spcBef>
                <a:spcPts val="0"/>
              </a:spcBef>
              <a:spcAft>
                <a:spcPts val="0"/>
              </a:spcAft>
              <a:buClr>
                <a:schemeClr val="dk1"/>
              </a:buClr>
              <a:buSzPts val="1200"/>
              <a:buFont typeface="Arial"/>
              <a:buChar char="※"/>
            </a:pPr>
            <a:r>
              <a:rPr lang="ja-JP" sz="1200">
                <a:solidFill>
                  <a:schemeClr val="dk1"/>
                </a:solidFill>
                <a:latin typeface="Arial"/>
                <a:ea typeface="Arial"/>
                <a:cs typeface="Arial"/>
                <a:sym typeface="Arial"/>
              </a:rPr>
              <a:t>各システムが配置されているレベルは現段階での弊社による想定となります。プロジェクト開始後に改めて確認いたします。</a:t>
            </a:r>
            <a:endParaRPr/>
          </a:p>
        </p:txBody>
      </p:sp>
      <p:sp>
        <p:nvSpPr>
          <p:cNvPr id="714" name="Google Shape;714;p14"/>
          <p:cNvSpPr/>
          <p:nvPr/>
        </p:nvSpPr>
        <p:spPr>
          <a:xfrm rot="5400000">
            <a:off x="378000" y="5922000"/>
            <a:ext cx="540000" cy="28800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L2</a:t>
            </a:r>
            <a:endParaRPr b="1" sz="1400">
              <a:solidFill>
                <a:schemeClr val="lt1"/>
              </a:solidFill>
              <a:latin typeface="Arial"/>
              <a:ea typeface="Arial"/>
              <a:cs typeface="Arial"/>
              <a:sym typeface="Arial"/>
            </a:endParaRPr>
          </a:p>
        </p:txBody>
      </p:sp>
      <p:sp>
        <p:nvSpPr>
          <p:cNvPr id="715" name="Google Shape;715;p14"/>
          <p:cNvSpPr/>
          <p:nvPr/>
        </p:nvSpPr>
        <p:spPr>
          <a:xfrm rot="5400000">
            <a:off x="324000" y="5256000"/>
            <a:ext cx="648000" cy="288000"/>
          </a:xfrm>
          <a:prstGeom prst="rect">
            <a:avLst/>
          </a:prstGeom>
          <a:solidFill>
            <a:schemeClr val="accent3"/>
          </a:solidFill>
          <a:ln>
            <a:noFill/>
          </a:ln>
        </p:spPr>
        <p:txBody>
          <a:bodyPr anchorCtr="0" anchor="ctr" bIns="45700" lIns="36000" spcFirstLastPara="1" rIns="36000" wrap="square" tIns="45700">
            <a:noAutofit/>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L2.5</a:t>
            </a:r>
            <a:endParaRPr b="1" sz="1400">
              <a:solidFill>
                <a:schemeClr val="lt1"/>
              </a:solidFill>
              <a:latin typeface="Arial"/>
              <a:ea typeface="Arial"/>
              <a:cs typeface="Arial"/>
              <a:sym typeface="Arial"/>
            </a:endParaRPr>
          </a:p>
        </p:txBody>
      </p:sp>
      <p:sp>
        <p:nvSpPr>
          <p:cNvPr id="716" name="Google Shape;716;p14"/>
          <p:cNvSpPr/>
          <p:nvPr/>
        </p:nvSpPr>
        <p:spPr>
          <a:xfrm rot="5400000">
            <a:off x="-108000" y="4104000"/>
            <a:ext cx="1512000" cy="28800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L3</a:t>
            </a:r>
            <a:endParaRPr b="1" sz="1400">
              <a:solidFill>
                <a:schemeClr val="lt1"/>
              </a:solidFill>
              <a:latin typeface="Arial"/>
              <a:ea typeface="Arial"/>
              <a:cs typeface="Arial"/>
              <a:sym typeface="Arial"/>
            </a:endParaRPr>
          </a:p>
        </p:txBody>
      </p:sp>
      <p:sp>
        <p:nvSpPr>
          <p:cNvPr id="717" name="Google Shape;717;p14"/>
          <p:cNvSpPr/>
          <p:nvPr/>
        </p:nvSpPr>
        <p:spPr>
          <a:xfrm rot="5400000">
            <a:off x="324000" y="2952000"/>
            <a:ext cx="648000" cy="28800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L3.5</a:t>
            </a:r>
            <a:endParaRPr b="1" sz="1400">
              <a:solidFill>
                <a:schemeClr val="lt1"/>
              </a:solidFill>
              <a:latin typeface="Arial"/>
              <a:ea typeface="Arial"/>
              <a:cs typeface="Arial"/>
              <a:sym typeface="Arial"/>
            </a:endParaRPr>
          </a:p>
        </p:txBody>
      </p:sp>
      <p:cxnSp>
        <p:nvCxnSpPr>
          <p:cNvPr id="718" name="Google Shape;718;p14"/>
          <p:cNvCxnSpPr/>
          <p:nvPr/>
        </p:nvCxnSpPr>
        <p:spPr>
          <a:xfrm>
            <a:off x="503999" y="2736000"/>
            <a:ext cx="8496000" cy="0"/>
          </a:xfrm>
          <a:prstGeom prst="straightConnector1">
            <a:avLst/>
          </a:prstGeom>
          <a:noFill/>
          <a:ln cap="flat" cmpd="sng" w="12700">
            <a:solidFill>
              <a:schemeClr val="accent3"/>
            </a:solidFill>
            <a:prstDash val="solid"/>
            <a:miter lim="800000"/>
            <a:headEnd len="sm" w="sm" type="none"/>
            <a:tailEnd len="sm" w="sm" type="none"/>
          </a:ln>
        </p:spPr>
      </p:cxnSp>
      <p:cxnSp>
        <p:nvCxnSpPr>
          <p:cNvPr id="719" name="Google Shape;719;p14"/>
          <p:cNvCxnSpPr/>
          <p:nvPr/>
        </p:nvCxnSpPr>
        <p:spPr>
          <a:xfrm>
            <a:off x="503999" y="3456000"/>
            <a:ext cx="8496000" cy="0"/>
          </a:xfrm>
          <a:prstGeom prst="straightConnector1">
            <a:avLst/>
          </a:prstGeom>
          <a:noFill/>
          <a:ln cap="flat" cmpd="sng" w="12700">
            <a:solidFill>
              <a:schemeClr val="accent3"/>
            </a:solidFill>
            <a:prstDash val="solid"/>
            <a:miter lim="800000"/>
            <a:headEnd len="sm" w="sm" type="none"/>
            <a:tailEnd len="sm" w="sm" type="none"/>
          </a:ln>
        </p:spPr>
      </p:cxnSp>
      <p:cxnSp>
        <p:nvCxnSpPr>
          <p:cNvPr id="720" name="Google Shape;720;p14"/>
          <p:cNvCxnSpPr/>
          <p:nvPr/>
        </p:nvCxnSpPr>
        <p:spPr>
          <a:xfrm>
            <a:off x="503999" y="5040000"/>
            <a:ext cx="8496000" cy="0"/>
          </a:xfrm>
          <a:prstGeom prst="straightConnector1">
            <a:avLst/>
          </a:prstGeom>
          <a:noFill/>
          <a:ln cap="flat" cmpd="sng" w="12700">
            <a:solidFill>
              <a:schemeClr val="accent3"/>
            </a:solidFill>
            <a:prstDash val="solid"/>
            <a:miter lim="800000"/>
            <a:headEnd len="sm" w="sm" type="none"/>
            <a:tailEnd len="sm" w="sm" type="none"/>
          </a:ln>
        </p:spPr>
      </p:cxnSp>
      <p:cxnSp>
        <p:nvCxnSpPr>
          <p:cNvPr id="721" name="Google Shape;721;p14"/>
          <p:cNvCxnSpPr/>
          <p:nvPr/>
        </p:nvCxnSpPr>
        <p:spPr>
          <a:xfrm>
            <a:off x="503999" y="5760000"/>
            <a:ext cx="8496000" cy="0"/>
          </a:xfrm>
          <a:prstGeom prst="straightConnector1">
            <a:avLst/>
          </a:prstGeom>
          <a:noFill/>
          <a:ln cap="flat" cmpd="sng" w="12700">
            <a:solidFill>
              <a:schemeClr val="accent3"/>
            </a:solidFill>
            <a:prstDash val="solid"/>
            <a:miter lim="800000"/>
            <a:headEnd len="sm" w="sm" type="none"/>
            <a:tailEnd len="sm" w="sm" type="none"/>
          </a:ln>
        </p:spPr>
      </p:cxnSp>
      <p:cxnSp>
        <p:nvCxnSpPr>
          <p:cNvPr id="722" name="Google Shape;722;p14"/>
          <p:cNvCxnSpPr/>
          <p:nvPr/>
        </p:nvCxnSpPr>
        <p:spPr>
          <a:xfrm>
            <a:off x="144000" y="2016000"/>
            <a:ext cx="8856000" cy="0"/>
          </a:xfrm>
          <a:prstGeom prst="straightConnector1">
            <a:avLst/>
          </a:prstGeom>
          <a:noFill/>
          <a:ln cap="flat" cmpd="sng" w="12700">
            <a:solidFill>
              <a:srgbClr val="A01D45"/>
            </a:solidFill>
            <a:prstDash val="solid"/>
            <a:miter lim="800000"/>
            <a:headEnd len="sm" w="sm" type="none"/>
            <a:tailEnd len="sm" w="sm" type="none"/>
          </a:ln>
        </p:spPr>
      </p:cxnSp>
      <p:sp>
        <p:nvSpPr>
          <p:cNvPr id="723" name="Google Shape;723;p14"/>
          <p:cNvSpPr/>
          <p:nvPr/>
        </p:nvSpPr>
        <p:spPr>
          <a:xfrm rot="5400000">
            <a:off x="-270000" y="1278000"/>
            <a:ext cx="1116000" cy="288000"/>
          </a:xfrm>
          <a:prstGeom prst="rect">
            <a:avLst/>
          </a:prstGeom>
          <a:solidFill>
            <a:srgbClr val="525252"/>
          </a:solidFill>
          <a:ln cap="flat" cmpd="sng" w="19050">
            <a:solidFill>
              <a:srgbClr val="5252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館林DC</a:t>
            </a:r>
            <a:endParaRPr b="1" sz="1400">
              <a:solidFill>
                <a:schemeClr val="lt1"/>
              </a:solidFill>
              <a:latin typeface="Arial"/>
              <a:ea typeface="Arial"/>
              <a:cs typeface="Arial"/>
              <a:sym typeface="Arial"/>
            </a:endParaRPr>
          </a:p>
        </p:txBody>
      </p:sp>
      <p:sp>
        <p:nvSpPr>
          <p:cNvPr id="724" name="Google Shape;724;p14"/>
          <p:cNvSpPr/>
          <p:nvPr/>
        </p:nvSpPr>
        <p:spPr>
          <a:xfrm rot="5400000">
            <a:off x="-1854000" y="4050000"/>
            <a:ext cx="4284000" cy="288000"/>
          </a:xfrm>
          <a:prstGeom prst="rect">
            <a:avLst/>
          </a:prstGeom>
          <a:solidFill>
            <a:srgbClr val="525252"/>
          </a:solidFill>
          <a:ln cap="flat" cmpd="sng" w="19050">
            <a:solidFill>
              <a:srgbClr val="5252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千葉事業所</a:t>
            </a:r>
            <a:endParaRPr b="1" sz="1400">
              <a:solidFill>
                <a:schemeClr val="lt1"/>
              </a:solidFill>
              <a:latin typeface="Arial"/>
              <a:ea typeface="Arial"/>
              <a:cs typeface="Arial"/>
              <a:sym typeface="Arial"/>
            </a:endParaRPr>
          </a:p>
        </p:txBody>
      </p:sp>
      <p:sp>
        <p:nvSpPr>
          <p:cNvPr id="725" name="Google Shape;725;p14"/>
          <p:cNvSpPr/>
          <p:nvPr/>
        </p:nvSpPr>
        <p:spPr>
          <a:xfrm rot="5400000">
            <a:off x="-270000" y="1638000"/>
            <a:ext cx="1836000" cy="28800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L4</a:t>
            </a:r>
            <a:endParaRPr b="1" sz="1400">
              <a:solidFill>
                <a:schemeClr val="lt1"/>
              </a:solidFill>
              <a:latin typeface="Arial"/>
              <a:ea typeface="Arial"/>
              <a:cs typeface="Arial"/>
              <a:sym typeface="Arial"/>
            </a:endParaRPr>
          </a:p>
        </p:txBody>
      </p:sp>
      <p:sp>
        <p:nvSpPr>
          <p:cNvPr id="726" name="Google Shape;726;p14"/>
          <p:cNvSpPr/>
          <p:nvPr/>
        </p:nvSpPr>
        <p:spPr>
          <a:xfrm>
            <a:off x="4212000" y="864000"/>
            <a:ext cx="1440000" cy="432000"/>
          </a:xfrm>
          <a:prstGeom prst="roundRect">
            <a:avLst>
              <a:gd fmla="val 14699" name="adj"/>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200">
                <a:solidFill>
                  <a:schemeClr val="lt1"/>
                </a:solidFill>
                <a:latin typeface="Arial"/>
                <a:ea typeface="Arial"/>
                <a:cs typeface="Arial"/>
                <a:sym typeface="Arial"/>
              </a:rPr>
              <a:t>OneSAP</a:t>
            </a:r>
            <a:endParaRPr sz="1200">
              <a:solidFill>
                <a:schemeClr val="lt1"/>
              </a:solidFill>
              <a:latin typeface="Arial"/>
              <a:ea typeface="Arial"/>
              <a:cs typeface="Arial"/>
              <a:sym typeface="Arial"/>
            </a:endParaRPr>
          </a:p>
        </p:txBody>
      </p:sp>
      <p:cxnSp>
        <p:nvCxnSpPr>
          <p:cNvPr id="727" name="Google Shape;727;p14"/>
          <p:cNvCxnSpPr>
            <a:endCxn id="707" idx="2"/>
          </p:cNvCxnSpPr>
          <p:nvPr/>
        </p:nvCxnSpPr>
        <p:spPr>
          <a:xfrm rot="10800000">
            <a:off x="3204000" y="4032000"/>
            <a:ext cx="900000" cy="144000"/>
          </a:xfrm>
          <a:prstGeom prst="bentConnector2">
            <a:avLst/>
          </a:prstGeom>
          <a:noFill/>
          <a:ln cap="flat" cmpd="sng" w="28575">
            <a:solidFill>
              <a:schemeClr val="accent3"/>
            </a:solidFill>
            <a:prstDash val="solid"/>
            <a:miter lim="800000"/>
            <a:headEnd len="med" w="med" type="triangle"/>
            <a:tailEnd len="med" w="med" type="triangle"/>
          </a:ln>
        </p:spPr>
      </p:cxnSp>
      <p:sp>
        <p:nvSpPr>
          <p:cNvPr id="728" name="Google Shape;728;p14"/>
          <p:cNvSpPr/>
          <p:nvPr/>
        </p:nvSpPr>
        <p:spPr>
          <a:xfrm>
            <a:off x="863999" y="5904000"/>
            <a:ext cx="3996000" cy="432000"/>
          </a:xfrm>
          <a:prstGeom prst="roundRect">
            <a:avLst>
              <a:gd fmla="val 14699" name="adj"/>
            </a:avLst>
          </a:prstGeom>
          <a:solidFill>
            <a:schemeClr val="accent1"/>
          </a:solidFill>
          <a:ln>
            <a:noFill/>
          </a:ln>
        </p:spPr>
        <p:txBody>
          <a:bodyPr anchorCtr="0" anchor="ctr" bIns="45700" lIns="36000" spcFirstLastPara="1" rIns="36000" wrap="square" tIns="45700">
            <a:noAutofit/>
          </a:bodyPr>
          <a:lstStyle/>
          <a:p>
            <a:pPr indent="0" lvl="0" marL="0" marR="0" rtl="0" algn="ctr">
              <a:spcBef>
                <a:spcPts val="0"/>
              </a:spcBef>
              <a:spcAft>
                <a:spcPts val="0"/>
              </a:spcAft>
              <a:buNone/>
            </a:pPr>
            <a:r>
              <a:rPr lang="ja-JP" sz="1200">
                <a:solidFill>
                  <a:schemeClr val="lt1"/>
                </a:solidFill>
                <a:latin typeface="Arial"/>
                <a:ea typeface="Arial"/>
                <a:cs typeface="Arial"/>
                <a:sym typeface="Arial"/>
              </a:rPr>
              <a:t>燃料油運転制御システム</a:t>
            </a:r>
            <a:endParaRPr/>
          </a:p>
        </p:txBody>
      </p:sp>
      <p:sp>
        <p:nvSpPr>
          <p:cNvPr id="729" name="Google Shape;729;p14"/>
          <p:cNvSpPr/>
          <p:nvPr/>
        </p:nvSpPr>
        <p:spPr>
          <a:xfrm>
            <a:off x="7560000" y="4464000"/>
            <a:ext cx="1440000" cy="432000"/>
          </a:xfrm>
          <a:prstGeom prst="roundRect">
            <a:avLst>
              <a:gd fmla="val 14699" name="adj"/>
            </a:avLst>
          </a:prstGeom>
          <a:solidFill>
            <a:schemeClr val="accent1"/>
          </a:solidFill>
          <a:ln>
            <a:noFill/>
          </a:ln>
        </p:spPr>
        <p:txBody>
          <a:bodyPr anchorCtr="0" anchor="ctr" bIns="45700" lIns="36000" spcFirstLastPara="1" rIns="36000" wrap="square" tIns="45700">
            <a:noAutofit/>
          </a:bodyPr>
          <a:lstStyle/>
          <a:p>
            <a:pPr indent="0" lvl="0" marL="0" marR="0" rtl="0" algn="ctr">
              <a:spcBef>
                <a:spcPts val="0"/>
              </a:spcBef>
              <a:spcAft>
                <a:spcPts val="0"/>
              </a:spcAft>
              <a:buNone/>
            </a:pPr>
            <a:r>
              <a:rPr lang="ja-JP" sz="1200">
                <a:solidFill>
                  <a:schemeClr val="lt1"/>
                </a:solidFill>
                <a:latin typeface="Arial"/>
                <a:ea typeface="Arial"/>
                <a:cs typeface="Arial"/>
                <a:sym typeface="Arial"/>
              </a:rPr>
              <a:t>自動倉庫</a:t>
            </a:r>
            <a:endParaRPr sz="1200">
              <a:solidFill>
                <a:schemeClr val="lt1"/>
              </a:solidFill>
              <a:latin typeface="Arial"/>
              <a:ea typeface="Arial"/>
              <a:cs typeface="Arial"/>
              <a:sym typeface="Arial"/>
            </a:endParaRPr>
          </a:p>
          <a:p>
            <a:pPr indent="0" lvl="0" marL="0" marR="0" rtl="0" algn="ctr">
              <a:spcBef>
                <a:spcPts val="0"/>
              </a:spcBef>
              <a:spcAft>
                <a:spcPts val="0"/>
              </a:spcAft>
              <a:buNone/>
            </a:pPr>
            <a:r>
              <a:rPr lang="ja-JP" sz="1200">
                <a:solidFill>
                  <a:schemeClr val="lt1"/>
                </a:solidFill>
                <a:latin typeface="Arial"/>
                <a:ea typeface="Arial"/>
                <a:cs typeface="Arial"/>
                <a:sym typeface="Arial"/>
              </a:rPr>
              <a:t>システム</a:t>
            </a:r>
            <a:endParaRPr sz="1200">
              <a:solidFill>
                <a:schemeClr val="lt1"/>
              </a:solidFill>
              <a:latin typeface="Arial"/>
              <a:ea typeface="Arial"/>
              <a:cs typeface="Arial"/>
              <a:sym typeface="Arial"/>
            </a:endParaRPr>
          </a:p>
        </p:txBody>
      </p:sp>
      <p:sp>
        <p:nvSpPr>
          <p:cNvPr id="730" name="Google Shape;730;p14"/>
          <p:cNvSpPr/>
          <p:nvPr/>
        </p:nvSpPr>
        <p:spPr>
          <a:xfrm>
            <a:off x="7560000" y="3600000"/>
            <a:ext cx="1440000" cy="432000"/>
          </a:xfrm>
          <a:prstGeom prst="roundRect">
            <a:avLst>
              <a:gd fmla="val 14699" name="adj"/>
            </a:avLst>
          </a:prstGeom>
          <a:solidFill>
            <a:schemeClr val="accent1"/>
          </a:solidFill>
          <a:ln>
            <a:noFill/>
          </a:ln>
        </p:spPr>
        <p:txBody>
          <a:bodyPr anchorCtr="0" anchor="ctr" bIns="45700" lIns="36000" spcFirstLastPara="1" rIns="36000" wrap="square" tIns="45700">
            <a:noAutofit/>
          </a:bodyPr>
          <a:lstStyle/>
          <a:p>
            <a:pPr indent="0" lvl="0" marL="0" marR="0" rtl="0" algn="ctr">
              <a:spcBef>
                <a:spcPts val="0"/>
              </a:spcBef>
              <a:spcAft>
                <a:spcPts val="0"/>
              </a:spcAft>
              <a:buNone/>
            </a:pPr>
            <a:r>
              <a:rPr lang="ja-JP" sz="1200">
                <a:solidFill>
                  <a:schemeClr val="lt1"/>
                </a:solidFill>
                <a:latin typeface="Arial"/>
                <a:ea typeface="Arial"/>
                <a:cs typeface="Arial"/>
                <a:sym typeface="Arial"/>
              </a:rPr>
              <a:t>充填管理</a:t>
            </a:r>
            <a:endParaRPr sz="1200">
              <a:solidFill>
                <a:schemeClr val="lt1"/>
              </a:solidFill>
              <a:latin typeface="Arial"/>
              <a:ea typeface="Arial"/>
              <a:cs typeface="Arial"/>
              <a:sym typeface="Arial"/>
            </a:endParaRPr>
          </a:p>
          <a:p>
            <a:pPr indent="0" lvl="0" marL="0" marR="0" rtl="0" algn="ctr">
              <a:spcBef>
                <a:spcPts val="0"/>
              </a:spcBef>
              <a:spcAft>
                <a:spcPts val="0"/>
              </a:spcAft>
              <a:buNone/>
            </a:pPr>
            <a:r>
              <a:rPr lang="ja-JP" sz="1200">
                <a:solidFill>
                  <a:schemeClr val="lt1"/>
                </a:solidFill>
                <a:latin typeface="Arial"/>
                <a:ea typeface="Arial"/>
                <a:cs typeface="Arial"/>
                <a:sym typeface="Arial"/>
              </a:rPr>
              <a:t>システム</a:t>
            </a:r>
            <a:endParaRPr sz="1200">
              <a:solidFill>
                <a:schemeClr val="lt1"/>
              </a:solidFill>
              <a:latin typeface="Arial"/>
              <a:ea typeface="Arial"/>
              <a:cs typeface="Arial"/>
              <a:sym typeface="Arial"/>
            </a:endParaRPr>
          </a:p>
        </p:txBody>
      </p:sp>
      <p:sp>
        <p:nvSpPr>
          <p:cNvPr id="731" name="Google Shape;731;p14"/>
          <p:cNvSpPr/>
          <p:nvPr/>
        </p:nvSpPr>
        <p:spPr>
          <a:xfrm>
            <a:off x="2484000" y="4464000"/>
            <a:ext cx="1440000" cy="432000"/>
          </a:xfrm>
          <a:prstGeom prst="roundRect">
            <a:avLst>
              <a:gd fmla="val 14699" name="adj"/>
            </a:avLst>
          </a:prstGeom>
          <a:solidFill>
            <a:schemeClr val="accent1"/>
          </a:solidFill>
          <a:ln>
            <a:noFill/>
          </a:ln>
        </p:spPr>
        <p:txBody>
          <a:bodyPr anchorCtr="0" anchor="ctr" bIns="45700" lIns="36000" spcFirstLastPara="1" rIns="36000" wrap="square" tIns="45700">
            <a:noAutofit/>
          </a:bodyPr>
          <a:lstStyle/>
          <a:p>
            <a:pPr indent="0" lvl="0" marL="0" marR="0" rtl="0" algn="ctr">
              <a:spcBef>
                <a:spcPts val="0"/>
              </a:spcBef>
              <a:spcAft>
                <a:spcPts val="0"/>
              </a:spcAft>
              <a:buNone/>
            </a:pPr>
            <a:r>
              <a:rPr lang="ja-JP" sz="1200">
                <a:solidFill>
                  <a:schemeClr val="lt1"/>
                </a:solidFill>
                <a:latin typeface="Arial"/>
                <a:ea typeface="Arial"/>
                <a:cs typeface="Arial"/>
                <a:sym typeface="Arial"/>
              </a:rPr>
              <a:t>ロット</a:t>
            </a:r>
            <a:endParaRPr sz="1200">
              <a:solidFill>
                <a:schemeClr val="lt1"/>
              </a:solidFill>
              <a:latin typeface="Arial"/>
              <a:ea typeface="Arial"/>
              <a:cs typeface="Arial"/>
              <a:sym typeface="Arial"/>
            </a:endParaRPr>
          </a:p>
          <a:p>
            <a:pPr indent="0" lvl="0" marL="0" marR="0" rtl="0" algn="ctr">
              <a:spcBef>
                <a:spcPts val="0"/>
              </a:spcBef>
              <a:spcAft>
                <a:spcPts val="0"/>
              </a:spcAft>
              <a:buNone/>
            </a:pPr>
            <a:r>
              <a:rPr lang="ja-JP" sz="1200">
                <a:solidFill>
                  <a:schemeClr val="lt1"/>
                </a:solidFill>
                <a:latin typeface="Arial"/>
                <a:ea typeface="Arial"/>
                <a:cs typeface="Arial"/>
                <a:sym typeface="Arial"/>
              </a:rPr>
              <a:t>追跡システム</a:t>
            </a:r>
            <a:endParaRPr sz="1200">
              <a:solidFill>
                <a:schemeClr val="lt1"/>
              </a:solidFill>
              <a:latin typeface="Arial"/>
              <a:ea typeface="Arial"/>
              <a:cs typeface="Arial"/>
              <a:sym typeface="Arial"/>
            </a:endParaRPr>
          </a:p>
        </p:txBody>
      </p:sp>
      <p:cxnSp>
        <p:nvCxnSpPr>
          <p:cNvPr id="732" name="Google Shape;732;p14"/>
          <p:cNvCxnSpPr>
            <a:endCxn id="729" idx="0"/>
          </p:cNvCxnSpPr>
          <p:nvPr/>
        </p:nvCxnSpPr>
        <p:spPr>
          <a:xfrm>
            <a:off x="5760000" y="4320000"/>
            <a:ext cx="2520000" cy="144000"/>
          </a:xfrm>
          <a:prstGeom prst="bentConnector2">
            <a:avLst/>
          </a:prstGeom>
          <a:noFill/>
          <a:ln cap="flat" cmpd="sng" w="28575">
            <a:solidFill>
              <a:schemeClr val="accent3"/>
            </a:solidFill>
            <a:prstDash val="solid"/>
            <a:miter lim="800000"/>
            <a:headEnd len="sm" w="sm" type="none"/>
            <a:tailEnd len="med" w="med" type="triangle"/>
          </a:ln>
        </p:spPr>
      </p:cxnSp>
      <p:cxnSp>
        <p:nvCxnSpPr>
          <p:cNvPr id="733" name="Google Shape;733;p14"/>
          <p:cNvCxnSpPr>
            <a:endCxn id="730" idx="2"/>
          </p:cNvCxnSpPr>
          <p:nvPr/>
        </p:nvCxnSpPr>
        <p:spPr>
          <a:xfrm flipH="1" rot="10800000">
            <a:off x="5760000" y="4032000"/>
            <a:ext cx="2520000" cy="144000"/>
          </a:xfrm>
          <a:prstGeom prst="bentConnector2">
            <a:avLst/>
          </a:prstGeom>
          <a:noFill/>
          <a:ln cap="flat" cmpd="sng" w="28575">
            <a:solidFill>
              <a:schemeClr val="accent3"/>
            </a:solidFill>
            <a:prstDash val="solid"/>
            <a:miter lim="800000"/>
            <a:headEnd len="med" w="med" type="triangle"/>
            <a:tailEnd len="med" w="med" type="triangle"/>
          </a:ln>
        </p:spPr>
      </p:cxnSp>
      <p:cxnSp>
        <p:nvCxnSpPr>
          <p:cNvPr id="734" name="Google Shape;734;p14"/>
          <p:cNvCxnSpPr/>
          <p:nvPr/>
        </p:nvCxnSpPr>
        <p:spPr>
          <a:xfrm>
            <a:off x="1584000" y="4896000"/>
            <a:ext cx="0" cy="1008000"/>
          </a:xfrm>
          <a:prstGeom prst="straightConnector1">
            <a:avLst/>
          </a:prstGeom>
          <a:noFill/>
          <a:ln cap="flat" cmpd="sng" w="28575">
            <a:solidFill>
              <a:schemeClr val="accent3"/>
            </a:solidFill>
            <a:prstDash val="solid"/>
            <a:miter lim="800000"/>
            <a:headEnd len="med" w="med" type="triangle"/>
            <a:tailEnd len="med" w="med" type="triangle"/>
          </a:ln>
        </p:spPr>
      </p:cxnSp>
      <p:sp>
        <p:nvSpPr>
          <p:cNvPr id="735" name="Google Shape;735;p14"/>
          <p:cNvSpPr/>
          <p:nvPr/>
        </p:nvSpPr>
        <p:spPr>
          <a:xfrm>
            <a:off x="864000" y="5184000"/>
            <a:ext cx="1440000" cy="432000"/>
          </a:xfrm>
          <a:prstGeom prst="roundRect">
            <a:avLst>
              <a:gd fmla="val 14699" name="adj"/>
            </a:avLst>
          </a:prstGeom>
          <a:solidFill>
            <a:srgbClr val="DEEBF7">
              <a:alpha val="49803"/>
            </a:srgbClr>
          </a:solidFill>
          <a:ln cap="flat" cmpd="sng" w="9525">
            <a:solidFill>
              <a:schemeClr val="accent1"/>
            </a:solidFill>
            <a:prstDash val="solid"/>
            <a:miter lim="800000"/>
            <a:headEnd len="sm" w="sm" type="none"/>
            <a:tailEnd len="sm" w="sm" type="none"/>
          </a:ln>
        </p:spPr>
        <p:txBody>
          <a:bodyPr anchorCtr="0" anchor="ctr" bIns="45700" lIns="36000" spcFirstLastPara="1" rIns="36000" wrap="square" tIns="45700">
            <a:noAutofit/>
          </a:bodyPr>
          <a:lstStyle/>
          <a:p>
            <a:pPr indent="0" lvl="0" marL="0" marR="0" rtl="0" algn="ctr">
              <a:spcBef>
                <a:spcPts val="0"/>
              </a:spcBef>
              <a:spcAft>
                <a:spcPts val="0"/>
              </a:spcAft>
              <a:buNone/>
            </a:pPr>
            <a:r>
              <a:rPr lang="ja-JP" sz="1200">
                <a:solidFill>
                  <a:schemeClr val="dk1"/>
                </a:solidFill>
                <a:latin typeface="Arial"/>
                <a:ea typeface="Arial"/>
                <a:cs typeface="Arial"/>
                <a:sym typeface="Arial"/>
              </a:rPr>
              <a:t>EAI(L2.5)</a:t>
            </a:r>
            <a:endParaRPr sz="1200">
              <a:solidFill>
                <a:schemeClr val="dk1"/>
              </a:solidFill>
              <a:latin typeface="Arial"/>
              <a:ea typeface="Arial"/>
              <a:cs typeface="Arial"/>
              <a:sym typeface="Arial"/>
            </a:endParaRPr>
          </a:p>
        </p:txBody>
      </p:sp>
      <p:cxnSp>
        <p:nvCxnSpPr>
          <p:cNvPr id="736" name="Google Shape;736;p14"/>
          <p:cNvCxnSpPr>
            <a:endCxn id="731" idx="0"/>
          </p:cNvCxnSpPr>
          <p:nvPr/>
        </p:nvCxnSpPr>
        <p:spPr>
          <a:xfrm flipH="1">
            <a:off x="3204000" y="4320000"/>
            <a:ext cx="900000" cy="144000"/>
          </a:xfrm>
          <a:prstGeom prst="bentConnector2">
            <a:avLst/>
          </a:prstGeom>
          <a:noFill/>
          <a:ln cap="flat" cmpd="sng" w="28575">
            <a:solidFill>
              <a:schemeClr val="accent3"/>
            </a:solidFill>
            <a:prstDash val="solid"/>
            <a:miter lim="800000"/>
            <a:headEnd len="med" w="med" type="triangle"/>
            <a:tailEnd len="sm" w="sm" type="none"/>
          </a:ln>
        </p:spPr>
      </p:cxnSp>
      <p:cxnSp>
        <p:nvCxnSpPr>
          <p:cNvPr id="737" name="Google Shape;737;p14"/>
          <p:cNvCxnSpPr>
            <a:endCxn id="712" idx="0"/>
          </p:cNvCxnSpPr>
          <p:nvPr/>
        </p:nvCxnSpPr>
        <p:spPr>
          <a:xfrm flipH="1">
            <a:off x="1584000" y="3600000"/>
            <a:ext cx="3204000" cy="864000"/>
          </a:xfrm>
          <a:prstGeom prst="bentConnector3">
            <a:avLst>
              <a:gd fmla="val 0" name="adj1"/>
            </a:avLst>
          </a:prstGeom>
          <a:noFill/>
          <a:ln cap="flat" cmpd="sng" w="28575">
            <a:solidFill>
              <a:schemeClr val="accent3"/>
            </a:solidFill>
            <a:prstDash val="solid"/>
            <a:miter lim="800000"/>
            <a:headEnd len="med" w="med" type="triangle"/>
            <a:tailEnd len="med" w="med" type="triangle"/>
          </a:ln>
        </p:spPr>
      </p:cxnSp>
      <p:cxnSp>
        <p:nvCxnSpPr>
          <p:cNvPr id="738" name="Google Shape;738;p14"/>
          <p:cNvCxnSpPr/>
          <p:nvPr/>
        </p:nvCxnSpPr>
        <p:spPr>
          <a:xfrm>
            <a:off x="5076000" y="1296000"/>
            <a:ext cx="0" cy="2304000"/>
          </a:xfrm>
          <a:prstGeom prst="straightConnector1">
            <a:avLst/>
          </a:prstGeom>
          <a:noFill/>
          <a:ln cap="flat" cmpd="sng" w="28575">
            <a:solidFill>
              <a:schemeClr val="accent3"/>
            </a:solidFill>
            <a:prstDash val="solid"/>
            <a:miter lim="800000"/>
            <a:headEnd len="med" w="med" type="triangle"/>
            <a:tailEnd len="med" w="med" type="triangle"/>
          </a:ln>
        </p:spPr>
      </p:cxnSp>
      <p:sp>
        <p:nvSpPr>
          <p:cNvPr id="739" name="Google Shape;739;p14"/>
          <p:cNvSpPr/>
          <p:nvPr/>
        </p:nvSpPr>
        <p:spPr>
          <a:xfrm>
            <a:off x="4212000" y="1440000"/>
            <a:ext cx="1440000" cy="432000"/>
          </a:xfrm>
          <a:prstGeom prst="roundRect">
            <a:avLst>
              <a:gd fmla="val 14699" name="adj"/>
            </a:avLst>
          </a:prstGeom>
          <a:solidFill>
            <a:srgbClr val="DEEBF7">
              <a:alpha val="49803"/>
            </a:srgbClr>
          </a:solid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200">
                <a:solidFill>
                  <a:schemeClr val="dk1"/>
                </a:solidFill>
                <a:latin typeface="Arial"/>
                <a:ea typeface="Arial"/>
                <a:cs typeface="Arial"/>
                <a:sym typeface="Arial"/>
              </a:rPr>
              <a:t>連携基盤</a:t>
            </a:r>
            <a:endParaRPr sz="1200">
              <a:solidFill>
                <a:schemeClr val="dk1"/>
              </a:solidFill>
              <a:latin typeface="Arial"/>
              <a:ea typeface="Arial"/>
              <a:cs typeface="Arial"/>
              <a:sym typeface="Arial"/>
            </a:endParaRPr>
          </a:p>
        </p:txBody>
      </p:sp>
      <p:cxnSp>
        <p:nvCxnSpPr>
          <p:cNvPr id="740" name="Google Shape;740;p14"/>
          <p:cNvCxnSpPr/>
          <p:nvPr/>
        </p:nvCxnSpPr>
        <p:spPr>
          <a:xfrm flipH="1" rot="-5400000">
            <a:off x="5616000" y="4824000"/>
            <a:ext cx="1224000" cy="936000"/>
          </a:xfrm>
          <a:prstGeom prst="bentConnector2">
            <a:avLst/>
          </a:prstGeom>
          <a:noFill/>
          <a:ln cap="flat" cmpd="sng" w="28575">
            <a:solidFill>
              <a:schemeClr val="accent3"/>
            </a:solidFill>
            <a:prstDash val="solid"/>
            <a:miter lim="800000"/>
            <a:headEnd len="sm" w="sm" type="none"/>
            <a:tailEnd len="med" w="med" type="triangle"/>
          </a:ln>
        </p:spPr>
      </p:cxnSp>
      <p:sp>
        <p:nvSpPr>
          <p:cNvPr id="741" name="Google Shape;741;p14"/>
          <p:cNvSpPr/>
          <p:nvPr/>
        </p:nvSpPr>
        <p:spPr>
          <a:xfrm>
            <a:off x="5940000" y="3600000"/>
            <a:ext cx="1440000" cy="1296000"/>
          </a:xfrm>
          <a:prstGeom prst="roundRect">
            <a:avLst>
              <a:gd fmla="val 4900" name="adj"/>
            </a:avLst>
          </a:prstGeom>
          <a:solidFill>
            <a:srgbClr val="DEEBF7">
              <a:alpha val="49803"/>
            </a:srgbClr>
          </a:solidFill>
          <a:ln cap="flat" cmpd="sng" w="12700">
            <a:solidFill>
              <a:schemeClr val="accent1"/>
            </a:solidFill>
            <a:prstDash val="solid"/>
            <a:miter lim="800000"/>
            <a:headEnd len="sm" w="sm" type="none"/>
            <a:tailEnd len="sm" w="sm" type="none"/>
          </a:ln>
        </p:spPr>
        <p:txBody>
          <a:bodyPr anchorCtr="0" anchor="ctr" bIns="45700" lIns="36000" spcFirstLastPara="1" rIns="36000" wrap="square" tIns="45700">
            <a:noAutofit/>
          </a:bodyPr>
          <a:lstStyle/>
          <a:p>
            <a:pPr indent="0" lvl="0" marL="0" marR="0" rtl="0" algn="ctr">
              <a:spcBef>
                <a:spcPts val="0"/>
              </a:spcBef>
              <a:spcAft>
                <a:spcPts val="0"/>
              </a:spcAft>
              <a:buNone/>
            </a:pPr>
            <a:r>
              <a:rPr lang="ja-JP" sz="1200">
                <a:solidFill>
                  <a:schemeClr val="dk1"/>
                </a:solidFill>
                <a:latin typeface="Arial"/>
                <a:ea typeface="Arial"/>
                <a:cs typeface="Arial"/>
                <a:sym typeface="Arial"/>
              </a:rPr>
              <a:t>制御システム</a:t>
            </a:r>
            <a:endParaRPr sz="1200">
              <a:solidFill>
                <a:schemeClr val="dk1"/>
              </a:solidFill>
              <a:latin typeface="Arial"/>
              <a:ea typeface="Arial"/>
              <a:cs typeface="Arial"/>
              <a:sym typeface="Arial"/>
            </a:endParaRPr>
          </a:p>
          <a:p>
            <a:pPr indent="0" lvl="0" marL="0" marR="0" rtl="0" algn="ctr">
              <a:spcBef>
                <a:spcPts val="0"/>
              </a:spcBef>
              <a:spcAft>
                <a:spcPts val="0"/>
              </a:spcAft>
              <a:buNone/>
            </a:pPr>
            <a:r>
              <a:rPr lang="ja-JP" sz="1200">
                <a:solidFill>
                  <a:schemeClr val="dk1"/>
                </a:solidFill>
                <a:latin typeface="Arial"/>
                <a:ea typeface="Arial"/>
                <a:cs typeface="Arial"/>
                <a:sym typeface="Arial"/>
              </a:rPr>
              <a:t>通信サーバ</a:t>
            </a:r>
            <a:endParaRPr sz="1200">
              <a:solidFill>
                <a:schemeClr val="dk1"/>
              </a:solidFill>
              <a:latin typeface="Arial"/>
              <a:ea typeface="Arial"/>
              <a:cs typeface="Arial"/>
              <a:sym typeface="Arial"/>
            </a:endParaRPr>
          </a:p>
        </p:txBody>
      </p:sp>
      <p:sp>
        <p:nvSpPr>
          <p:cNvPr id="742" name="Google Shape;742;p14"/>
          <p:cNvSpPr/>
          <p:nvPr/>
        </p:nvSpPr>
        <p:spPr>
          <a:xfrm>
            <a:off x="864000" y="2880000"/>
            <a:ext cx="1440000" cy="432000"/>
          </a:xfrm>
          <a:prstGeom prst="roundRect">
            <a:avLst>
              <a:gd fmla="val 14699" name="adj"/>
            </a:avLst>
          </a:prstGeom>
          <a:solidFill>
            <a:srgbClr val="DEEBF7">
              <a:alpha val="49803"/>
            </a:srgbClr>
          </a:solidFill>
          <a:ln cap="flat" cmpd="sng" w="9525">
            <a:solidFill>
              <a:schemeClr val="accent1"/>
            </a:solidFill>
            <a:prstDash val="solid"/>
            <a:miter lim="800000"/>
            <a:headEnd len="sm" w="sm" type="none"/>
            <a:tailEnd len="sm" w="sm" type="none"/>
          </a:ln>
        </p:spPr>
        <p:txBody>
          <a:bodyPr anchorCtr="0" anchor="ctr" bIns="45700" lIns="36000" spcFirstLastPara="1" rIns="36000" wrap="square" tIns="45700">
            <a:noAutofit/>
          </a:bodyPr>
          <a:lstStyle/>
          <a:p>
            <a:pPr indent="0" lvl="0" marL="0" marR="0" rtl="0" algn="ctr">
              <a:spcBef>
                <a:spcPts val="0"/>
              </a:spcBef>
              <a:spcAft>
                <a:spcPts val="0"/>
              </a:spcAft>
              <a:buNone/>
            </a:pPr>
            <a:r>
              <a:rPr lang="ja-JP" sz="1200">
                <a:solidFill>
                  <a:schemeClr val="dk1"/>
                </a:solidFill>
                <a:latin typeface="Arial"/>
                <a:ea typeface="Arial"/>
                <a:cs typeface="Arial"/>
                <a:sym typeface="Arial"/>
              </a:rPr>
              <a:t>EAI(L3.5)</a:t>
            </a:r>
            <a:endParaRPr sz="1200">
              <a:solidFill>
                <a:schemeClr val="dk1"/>
              </a:solidFill>
              <a:latin typeface="Arial"/>
              <a:ea typeface="Arial"/>
              <a:cs typeface="Arial"/>
              <a:sym typeface="Arial"/>
            </a:endParaRPr>
          </a:p>
        </p:txBody>
      </p:sp>
      <p:sp>
        <p:nvSpPr>
          <p:cNvPr id="743" name="Google Shape;743;p14"/>
          <p:cNvSpPr/>
          <p:nvPr/>
        </p:nvSpPr>
        <p:spPr>
          <a:xfrm>
            <a:off x="4212000" y="2879999"/>
            <a:ext cx="1440000" cy="432000"/>
          </a:xfrm>
          <a:prstGeom prst="roundRect">
            <a:avLst>
              <a:gd fmla="val 14699" name="adj"/>
            </a:avLst>
          </a:prstGeom>
          <a:solidFill>
            <a:srgbClr val="DEEBF7">
              <a:alpha val="49803"/>
            </a:srgbClr>
          </a:solidFill>
          <a:ln cap="flat" cmpd="sng" w="12700">
            <a:solidFill>
              <a:schemeClr val="accent1"/>
            </a:solidFill>
            <a:prstDash val="solid"/>
            <a:miter lim="800000"/>
            <a:headEnd len="sm" w="sm" type="none"/>
            <a:tailEnd len="sm" w="sm" type="none"/>
          </a:ln>
        </p:spPr>
        <p:txBody>
          <a:bodyPr anchorCtr="0" anchor="ctr" bIns="45700" lIns="36000" spcFirstLastPara="1" rIns="36000" wrap="square" tIns="45700">
            <a:noAutofit/>
          </a:bodyPr>
          <a:lstStyle/>
          <a:p>
            <a:pPr indent="0" lvl="0" marL="0" marR="0" rtl="0" algn="ctr">
              <a:spcBef>
                <a:spcPts val="0"/>
              </a:spcBef>
              <a:spcAft>
                <a:spcPts val="0"/>
              </a:spcAft>
              <a:buNone/>
            </a:pPr>
            <a:r>
              <a:rPr lang="ja-JP" sz="1200">
                <a:solidFill>
                  <a:schemeClr val="dk1"/>
                </a:solidFill>
                <a:latin typeface="Arial"/>
                <a:ea typeface="Arial"/>
                <a:cs typeface="Arial"/>
                <a:sym typeface="Arial"/>
              </a:rPr>
              <a:t>通信サーバ</a:t>
            </a:r>
            <a:endParaRPr sz="1200">
              <a:solidFill>
                <a:schemeClr val="dk1"/>
              </a:solidFill>
              <a:latin typeface="Arial"/>
              <a:ea typeface="Arial"/>
              <a:cs typeface="Arial"/>
              <a:sym typeface="Arial"/>
            </a:endParaRPr>
          </a:p>
        </p:txBody>
      </p:sp>
      <p:cxnSp>
        <p:nvCxnSpPr>
          <p:cNvPr id="744" name="Google Shape;744;p14"/>
          <p:cNvCxnSpPr>
            <a:stCxn id="729" idx="2"/>
            <a:endCxn id="731" idx="2"/>
          </p:cNvCxnSpPr>
          <p:nvPr/>
        </p:nvCxnSpPr>
        <p:spPr>
          <a:xfrm rot="5400000">
            <a:off x="5741700" y="2358300"/>
            <a:ext cx="600" cy="5076000"/>
          </a:xfrm>
          <a:prstGeom prst="bentConnector3">
            <a:avLst>
              <a:gd fmla="val 37041667" name="adj1"/>
            </a:avLst>
          </a:prstGeom>
          <a:noFill/>
          <a:ln cap="flat" cmpd="sng" w="28575">
            <a:solidFill>
              <a:schemeClr val="accent3"/>
            </a:solidFill>
            <a:prstDash val="solid"/>
            <a:miter lim="800000"/>
            <a:headEnd len="med" w="med" type="triangle"/>
            <a:tailEnd len="med" w="med" type="triangle"/>
          </a:ln>
        </p:spPr>
      </p:cxnSp>
      <p:sp>
        <p:nvSpPr>
          <p:cNvPr id="745" name="Google Shape;745;p14"/>
          <p:cNvSpPr/>
          <p:nvPr/>
        </p:nvSpPr>
        <p:spPr>
          <a:xfrm>
            <a:off x="4716000" y="2246825"/>
            <a:ext cx="720000" cy="144000"/>
          </a:xfrm>
          <a:prstGeom prst="rect">
            <a:avLst/>
          </a:prstGeom>
          <a:solidFill>
            <a:schemeClr val="lt1">
              <a:alpha val="49803"/>
            </a:schemeClr>
          </a:solidFill>
          <a:ln cap="flat" cmpd="sng" w="12700">
            <a:solidFill>
              <a:srgbClr val="DBDBD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000">
                <a:solidFill>
                  <a:schemeClr val="dk1"/>
                </a:solidFill>
                <a:latin typeface="Arial"/>
                <a:ea typeface="Arial"/>
                <a:cs typeface="Arial"/>
                <a:sym typeface="Arial"/>
              </a:rPr>
              <a:t>OWFT</a:t>
            </a:r>
            <a:endParaRPr sz="1000">
              <a:solidFill>
                <a:schemeClr val="dk1"/>
              </a:solidFill>
              <a:latin typeface="Arial"/>
              <a:ea typeface="Arial"/>
              <a:cs typeface="Arial"/>
              <a:sym typeface="Arial"/>
            </a:endParaRPr>
          </a:p>
        </p:txBody>
      </p:sp>
      <p:sp>
        <p:nvSpPr>
          <p:cNvPr id="746" name="Google Shape;746;p14"/>
          <p:cNvSpPr/>
          <p:nvPr/>
        </p:nvSpPr>
        <p:spPr>
          <a:xfrm>
            <a:off x="7560000" y="4104000"/>
            <a:ext cx="576000" cy="144000"/>
          </a:xfrm>
          <a:prstGeom prst="rect">
            <a:avLst/>
          </a:prstGeom>
          <a:solidFill>
            <a:schemeClr val="lt1">
              <a:alpha val="49803"/>
            </a:schemeClr>
          </a:solidFill>
          <a:ln cap="flat" cmpd="sng" w="12700">
            <a:solidFill>
              <a:srgbClr val="DBDBD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000">
                <a:solidFill>
                  <a:schemeClr val="dk1"/>
                </a:solidFill>
                <a:latin typeface="Arial"/>
                <a:ea typeface="Arial"/>
                <a:cs typeface="Arial"/>
                <a:sym typeface="Arial"/>
              </a:rPr>
              <a:t>DBﾘﾝｸ</a:t>
            </a:r>
            <a:endParaRPr/>
          </a:p>
        </p:txBody>
      </p:sp>
      <p:sp>
        <p:nvSpPr>
          <p:cNvPr id="747" name="Google Shape;747;p14"/>
          <p:cNvSpPr/>
          <p:nvPr/>
        </p:nvSpPr>
        <p:spPr>
          <a:xfrm>
            <a:off x="7560000" y="4256400"/>
            <a:ext cx="576000" cy="144000"/>
          </a:xfrm>
          <a:prstGeom prst="rect">
            <a:avLst/>
          </a:prstGeom>
          <a:solidFill>
            <a:schemeClr val="lt1">
              <a:alpha val="49803"/>
            </a:schemeClr>
          </a:solidFill>
          <a:ln cap="flat" cmpd="sng" w="12700">
            <a:solidFill>
              <a:srgbClr val="DBDBD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000">
                <a:solidFill>
                  <a:schemeClr val="dk1"/>
                </a:solidFill>
                <a:latin typeface="Arial"/>
                <a:ea typeface="Arial"/>
                <a:cs typeface="Arial"/>
                <a:sym typeface="Arial"/>
              </a:rPr>
              <a:t>DBﾘﾝｸ</a:t>
            </a:r>
            <a:endParaRPr/>
          </a:p>
        </p:txBody>
      </p:sp>
      <p:sp>
        <p:nvSpPr>
          <p:cNvPr id="748" name="Google Shape;748;p14"/>
          <p:cNvSpPr/>
          <p:nvPr/>
        </p:nvSpPr>
        <p:spPr>
          <a:xfrm>
            <a:off x="3348000" y="4104000"/>
            <a:ext cx="576000" cy="144000"/>
          </a:xfrm>
          <a:prstGeom prst="rect">
            <a:avLst/>
          </a:prstGeom>
          <a:solidFill>
            <a:schemeClr val="lt1">
              <a:alpha val="49803"/>
            </a:schemeClr>
          </a:solidFill>
          <a:ln cap="flat" cmpd="sng" w="12700">
            <a:solidFill>
              <a:srgbClr val="DBDBD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000">
                <a:solidFill>
                  <a:schemeClr val="dk1"/>
                </a:solidFill>
                <a:latin typeface="Arial"/>
                <a:ea typeface="Arial"/>
                <a:cs typeface="Arial"/>
                <a:sym typeface="Arial"/>
              </a:rPr>
              <a:t>DB共有</a:t>
            </a:r>
            <a:endParaRPr sz="1000">
              <a:solidFill>
                <a:schemeClr val="dk1"/>
              </a:solidFill>
              <a:latin typeface="Arial"/>
              <a:ea typeface="Arial"/>
              <a:cs typeface="Arial"/>
              <a:sym typeface="Arial"/>
            </a:endParaRPr>
          </a:p>
        </p:txBody>
      </p:sp>
      <p:sp>
        <p:nvSpPr>
          <p:cNvPr id="749" name="Google Shape;749;p14"/>
          <p:cNvSpPr/>
          <p:nvPr/>
        </p:nvSpPr>
        <p:spPr>
          <a:xfrm>
            <a:off x="3348000" y="4248000"/>
            <a:ext cx="576000" cy="144000"/>
          </a:xfrm>
          <a:prstGeom prst="rect">
            <a:avLst/>
          </a:prstGeom>
          <a:solidFill>
            <a:schemeClr val="lt1">
              <a:alpha val="49803"/>
            </a:schemeClr>
          </a:solidFill>
          <a:ln cap="flat" cmpd="sng" w="12700">
            <a:solidFill>
              <a:srgbClr val="DBDBD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000">
                <a:solidFill>
                  <a:schemeClr val="dk1"/>
                </a:solidFill>
                <a:latin typeface="Arial"/>
                <a:ea typeface="Arial"/>
                <a:cs typeface="Arial"/>
                <a:sym typeface="Arial"/>
              </a:rPr>
              <a:t>DB共有</a:t>
            </a:r>
            <a:endParaRPr sz="1000">
              <a:solidFill>
                <a:schemeClr val="dk1"/>
              </a:solidFill>
              <a:latin typeface="Arial"/>
              <a:ea typeface="Arial"/>
              <a:cs typeface="Arial"/>
              <a:sym typeface="Arial"/>
            </a:endParaRPr>
          </a:p>
        </p:txBody>
      </p:sp>
      <p:sp>
        <p:nvSpPr>
          <p:cNvPr id="750" name="Google Shape;750;p14"/>
          <p:cNvSpPr/>
          <p:nvPr/>
        </p:nvSpPr>
        <p:spPr>
          <a:xfrm>
            <a:off x="6408000" y="5256000"/>
            <a:ext cx="576000" cy="144000"/>
          </a:xfrm>
          <a:prstGeom prst="rect">
            <a:avLst/>
          </a:prstGeom>
          <a:solidFill>
            <a:schemeClr val="lt1">
              <a:alpha val="49803"/>
            </a:schemeClr>
          </a:solidFill>
          <a:ln cap="flat" cmpd="sng" w="12700">
            <a:solidFill>
              <a:srgbClr val="DBDBD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000">
                <a:solidFill>
                  <a:schemeClr val="dk1"/>
                </a:solidFill>
                <a:latin typeface="Arial"/>
                <a:ea typeface="Arial"/>
                <a:cs typeface="Arial"/>
                <a:sym typeface="Arial"/>
              </a:rPr>
              <a:t>DBﾘﾝｸ</a:t>
            </a:r>
            <a:endParaRPr/>
          </a:p>
        </p:txBody>
      </p:sp>
      <p:sp>
        <p:nvSpPr>
          <p:cNvPr id="751" name="Google Shape;751;p14"/>
          <p:cNvSpPr/>
          <p:nvPr/>
        </p:nvSpPr>
        <p:spPr>
          <a:xfrm>
            <a:off x="4644000" y="5040000"/>
            <a:ext cx="576000" cy="144000"/>
          </a:xfrm>
          <a:prstGeom prst="rect">
            <a:avLst/>
          </a:prstGeom>
          <a:solidFill>
            <a:schemeClr val="lt1">
              <a:alpha val="49803"/>
            </a:schemeClr>
          </a:solidFill>
          <a:ln cap="flat" cmpd="sng" w="12700">
            <a:solidFill>
              <a:srgbClr val="DBDBD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000">
                <a:solidFill>
                  <a:schemeClr val="dk1"/>
                </a:solidFill>
                <a:latin typeface="Arial"/>
                <a:ea typeface="Arial"/>
                <a:cs typeface="Arial"/>
                <a:sym typeface="Arial"/>
              </a:rPr>
              <a:t>DB共有</a:t>
            </a:r>
            <a:endParaRPr sz="1000">
              <a:solidFill>
                <a:schemeClr val="dk1"/>
              </a:solidFill>
              <a:latin typeface="Arial"/>
              <a:ea typeface="Arial"/>
              <a:cs typeface="Arial"/>
              <a:sym typeface="Arial"/>
            </a:endParaRPr>
          </a:p>
        </p:txBody>
      </p:sp>
      <p:sp>
        <p:nvSpPr>
          <p:cNvPr id="752" name="Google Shape;752;p14"/>
          <p:cNvSpPr/>
          <p:nvPr/>
        </p:nvSpPr>
        <p:spPr>
          <a:xfrm>
            <a:off x="3348000" y="3132000"/>
            <a:ext cx="576000" cy="144000"/>
          </a:xfrm>
          <a:prstGeom prst="rect">
            <a:avLst/>
          </a:prstGeom>
          <a:solidFill>
            <a:schemeClr val="lt1">
              <a:alpha val="49803"/>
            </a:schemeClr>
          </a:solidFill>
          <a:ln cap="flat" cmpd="sng" w="12700">
            <a:solidFill>
              <a:srgbClr val="DBDBD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000">
                <a:solidFill>
                  <a:schemeClr val="dk1"/>
                </a:solidFill>
                <a:latin typeface="Arial"/>
                <a:ea typeface="Arial"/>
                <a:cs typeface="Arial"/>
                <a:sym typeface="Arial"/>
              </a:rPr>
              <a:t>NAS</a:t>
            </a:r>
            <a:endParaRPr sz="1000">
              <a:solidFill>
                <a:schemeClr val="dk1"/>
              </a:solidFill>
              <a:latin typeface="Arial"/>
              <a:ea typeface="Arial"/>
              <a:cs typeface="Arial"/>
              <a:sym typeface="Arial"/>
            </a:endParaRPr>
          </a:p>
        </p:txBody>
      </p:sp>
      <p:sp>
        <p:nvSpPr>
          <p:cNvPr id="753" name="Google Shape;753;p14"/>
          <p:cNvSpPr/>
          <p:nvPr/>
        </p:nvSpPr>
        <p:spPr>
          <a:xfrm>
            <a:off x="5004000" y="5904000"/>
            <a:ext cx="3996000" cy="432000"/>
          </a:xfrm>
          <a:prstGeom prst="roundRect">
            <a:avLst>
              <a:gd fmla="val 14699" name="adj"/>
            </a:avLst>
          </a:prstGeom>
          <a:solidFill>
            <a:schemeClr val="accent1"/>
          </a:solidFill>
          <a:ln>
            <a:noFill/>
          </a:ln>
        </p:spPr>
        <p:txBody>
          <a:bodyPr anchorCtr="0" anchor="ctr" bIns="45700" lIns="36000" spcFirstLastPara="1" rIns="36000" wrap="square" tIns="45700">
            <a:noAutofit/>
          </a:bodyPr>
          <a:lstStyle/>
          <a:p>
            <a:pPr indent="0" lvl="0" marL="0" marR="0" rtl="0" algn="ctr">
              <a:spcBef>
                <a:spcPts val="0"/>
              </a:spcBef>
              <a:spcAft>
                <a:spcPts val="0"/>
              </a:spcAft>
              <a:buNone/>
            </a:pPr>
            <a:r>
              <a:rPr lang="ja-JP" sz="1200">
                <a:solidFill>
                  <a:schemeClr val="lt1"/>
                </a:solidFill>
                <a:latin typeface="Arial"/>
                <a:ea typeface="Arial"/>
                <a:cs typeface="Arial"/>
                <a:sym typeface="Arial"/>
              </a:rPr>
              <a:t>潤滑油運転制御システム</a:t>
            </a:r>
            <a:endParaRPr/>
          </a:p>
        </p:txBody>
      </p:sp>
      <p:sp>
        <p:nvSpPr>
          <p:cNvPr id="754" name="Google Shape;754;p14"/>
          <p:cNvSpPr/>
          <p:nvPr/>
        </p:nvSpPr>
        <p:spPr>
          <a:xfrm>
            <a:off x="8432857" y="720000"/>
            <a:ext cx="1407192" cy="1152000"/>
          </a:xfrm>
          <a:prstGeom prst="wedgeRoundRectCallout">
            <a:avLst>
              <a:gd fmla="val -20833" name="adj1"/>
              <a:gd fmla="val 62500" name="adj2"/>
              <a:gd fmla="val 0" name="adj3"/>
            </a:avLst>
          </a:prstGeom>
          <a:solidFill>
            <a:schemeClr val="accent1"/>
          </a:solidFill>
          <a:ln cap="flat" cmpd="sng" w="190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600">
                <a:solidFill>
                  <a:schemeClr val="lt1"/>
                </a:solidFill>
                <a:latin typeface="Arial"/>
                <a:ea typeface="Arial"/>
                <a:cs typeface="Arial"/>
                <a:sym typeface="Arial"/>
              </a:rPr>
              <a:t>運転制御</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8" name="Shape 758"/>
        <p:cNvGrpSpPr/>
        <p:nvPr/>
      </p:nvGrpSpPr>
      <p:grpSpPr>
        <a:xfrm>
          <a:off x="0" y="0"/>
          <a:ext cx="0" cy="0"/>
          <a:chOff x="0" y="0"/>
          <a:chExt cx="0" cy="0"/>
        </a:xfrm>
      </p:grpSpPr>
      <p:sp>
        <p:nvSpPr>
          <p:cNvPr id="759" name="Google Shape;759;p15"/>
          <p:cNvSpPr txBox="1"/>
          <p:nvPr>
            <p:ph type="title"/>
          </p:nvPr>
        </p:nvSpPr>
        <p:spPr>
          <a:xfrm>
            <a:off x="144000" y="36000"/>
            <a:ext cx="8856000" cy="5760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3000"/>
              <a:buFont typeface="Arial"/>
              <a:buNone/>
            </a:pPr>
            <a:r>
              <a:rPr lang="ja-JP"/>
              <a:t>アプリケーションの配置（AsIs）</a:t>
            </a:r>
            <a:endParaRPr/>
          </a:p>
        </p:txBody>
      </p:sp>
      <p:sp>
        <p:nvSpPr>
          <p:cNvPr id="760" name="Google Shape;760;p15"/>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ja-JP"/>
              <a:t>Copyright© 2020 SystemEXE,Inc. all rights reserved.</a:t>
            </a:r>
            <a:endParaRPr/>
          </a:p>
        </p:txBody>
      </p:sp>
      <p:sp>
        <p:nvSpPr>
          <p:cNvPr id="761" name="Google Shape;761;p15"/>
          <p:cNvSpPr txBox="1"/>
          <p:nvPr>
            <p:ph idx="12" type="sldNum"/>
          </p:nvPr>
        </p:nvSpPr>
        <p:spPr>
          <a:xfrm>
            <a:off x="4212000" y="6500068"/>
            <a:ext cx="720000" cy="288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ja-JP"/>
              <a:t>‹#›</a:t>
            </a:fld>
            <a:endParaRPr/>
          </a:p>
        </p:txBody>
      </p:sp>
      <p:sp>
        <p:nvSpPr>
          <p:cNvPr id="762" name="Google Shape;762;p15"/>
          <p:cNvSpPr txBox="1"/>
          <p:nvPr/>
        </p:nvSpPr>
        <p:spPr>
          <a:xfrm>
            <a:off x="144000" y="864000"/>
            <a:ext cx="6768000" cy="72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運転管理システムはサブシステムおよび機能によりプログラム（VBProject）が分かれており、メニュープログラム(CO00000D.exe)から各プログラムが起動される仕組みとなっております。　　　　　　　　　　　　　　　　</a:t>
            </a:r>
            <a:r>
              <a:rPr lang="ja-JP" sz="1200">
                <a:solidFill>
                  <a:schemeClr val="dk1"/>
                </a:solidFill>
                <a:latin typeface="Arial"/>
                <a:ea typeface="Arial"/>
                <a:cs typeface="Arial"/>
                <a:sym typeface="Arial"/>
              </a:rPr>
              <a:t>※ 下記は一例です。</a:t>
            </a:r>
            <a:endParaRPr sz="1200">
              <a:solidFill>
                <a:schemeClr val="dk1"/>
              </a:solidFill>
              <a:latin typeface="Arial"/>
              <a:ea typeface="Arial"/>
              <a:cs typeface="Arial"/>
              <a:sym typeface="Arial"/>
            </a:endParaRPr>
          </a:p>
        </p:txBody>
      </p:sp>
      <p:grpSp>
        <p:nvGrpSpPr>
          <p:cNvPr id="763" name="Google Shape;763;p15"/>
          <p:cNvGrpSpPr/>
          <p:nvPr/>
        </p:nvGrpSpPr>
        <p:grpSpPr>
          <a:xfrm>
            <a:off x="2304000" y="2088000"/>
            <a:ext cx="4536000" cy="1728000"/>
            <a:chOff x="2376000" y="1980000"/>
            <a:chExt cx="4536000" cy="1728000"/>
          </a:xfrm>
        </p:grpSpPr>
        <p:sp>
          <p:nvSpPr>
            <p:cNvPr id="764" name="Google Shape;764;p15"/>
            <p:cNvSpPr/>
            <p:nvPr/>
          </p:nvSpPr>
          <p:spPr>
            <a:xfrm>
              <a:off x="2376000" y="1980000"/>
              <a:ext cx="4536000" cy="1728000"/>
            </a:xfrm>
            <a:prstGeom prst="roundRect">
              <a:avLst>
                <a:gd fmla="val 4302" name="adj"/>
              </a:avLst>
            </a:prstGeom>
            <a:solidFill>
              <a:srgbClr val="FBE4D4"/>
            </a:solidFill>
            <a:ln cap="flat" cmpd="sng" w="9525">
              <a:solidFill>
                <a:schemeClr val="accent2"/>
              </a:solidFill>
              <a:prstDash val="solid"/>
              <a:miter lim="800000"/>
              <a:headEnd len="sm" w="sm" type="none"/>
              <a:tailEnd len="sm" w="sm" type="none"/>
            </a:ln>
          </p:spPr>
          <p:txBody>
            <a:bodyPr anchorCtr="0" anchor="t" bIns="45700" lIns="36000" spcFirstLastPara="1" rIns="36000" wrap="square" tIns="45700">
              <a:noAutofit/>
            </a:bodyPr>
            <a:lstStyle/>
            <a:p>
              <a:pPr indent="0" lvl="0" marL="0" marR="0" rtl="0" algn="l">
                <a:spcBef>
                  <a:spcPts val="0"/>
                </a:spcBef>
                <a:spcAft>
                  <a:spcPts val="0"/>
                </a:spcAft>
                <a:buNone/>
              </a:pPr>
              <a:r>
                <a:rPr b="1" lang="ja-JP" sz="1400">
                  <a:solidFill>
                    <a:schemeClr val="dk1"/>
                  </a:solidFill>
                  <a:latin typeface="Arial"/>
                  <a:ea typeface="Arial"/>
                  <a:cs typeface="Arial"/>
                  <a:sym typeface="Arial"/>
                </a:rPr>
                <a:t>CO00000D.exe (メニュー)</a:t>
              </a:r>
              <a:endParaRPr b="1" sz="1400">
                <a:solidFill>
                  <a:schemeClr val="dk1"/>
                </a:solidFill>
                <a:latin typeface="Arial"/>
                <a:ea typeface="Arial"/>
                <a:cs typeface="Arial"/>
                <a:sym typeface="Arial"/>
              </a:endParaRPr>
            </a:p>
          </p:txBody>
        </p:sp>
        <p:sp>
          <p:nvSpPr>
            <p:cNvPr id="765" name="Google Shape;765;p15"/>
            <p:cNvSpPr/>
            <p:nvPr/>
          </p:nvSpPr>
          <p:spPr>
            <a:xfrm>
              <a:off x="3924000" y="2268000"/>
              <a:ext cx="1440000" cy="432000"/>
            </a:xfrm>
            <a:prstGeom prst="roundRect">
              <a:avLst>
                <a:gd fmla="val 14699" name="adj"/>
              </a:avLst>
            </a:prstGeom>
            <a:solidFill>
              <a:schemeClr val="lt1"/>
            </a:solidFill>
            <a:ln cap="flat" cmpd="sng" w="9525">
              <a:solidFill>
                <a:schemeClr val="accent2"/>
              </a:solidFill>
              <a:prstDash val="solid"/>
              <a:miter lim="800000"/>
              <a:headEnd len="sm" w="sm" type="none"/>
              <a:tailEnd len="sm" w="sm" type="none"/>
            </a:ln>
          </p:spPr>
          <p:txBody>
            <a:bodyPr anchorCtr="0" anchor="ctr" bIns="45700" lIns="36000" spcFirstLastPara="1" rIns="36000" wrap="square" tIns="45700">
              <a:noAutofit/>
            </a:bodyPr>
            <a:lstStyle/>
            <a:p>
              <a:pPr indent="0" lvl="0" marL="0" marR="0" rtl="0" algn="ctr">
                <a:spcBef>
                  <a:spcPts val="0"/>
                </a:spcBef>
                <a:spcAft>
                  <a:spcPts val="0"/>
                </a:spcAft>
                <a:buNone/>
              </a:pPr>
              <a:r>
                <a:rPr lang="ja-JP" sz="1200">
                  <a:solidFill>
                    <a:schemeClr val="dk1"/>
                  </a:solidFill>
                  <a:latin typeface="Arial"/>
                  <a:ea typeface="Arial"/>
                  <a:cs typeface="Arial"/>
                  <a:sym typeface="Arial"/>
                </a:rPr>
                <a:t>BO荷繰／</a:t>
              </a:r>
              <a:endParaRPr sz="1200">
                <a:solidFill>
                  <a:schemeClr val="dk1"/>
                </a:solidFill>
                <a:latin typeface="Arial"/>
                <a:ea typeface="Arial"/>
                <a:cs typeface="Arial"/>
                <a:sym typeface="Arial"/>
              </a:endParaRPr>
            </a:p>
            <a:p>
              <a:pPr indent="0" lvl="0" marL="0" marR="0" rtl="0" algn="ctr">
                <a:spcBef>
                  <a:spcPts val="0"/>
                </a:spcBef>
                <a:spcAft>
                  <a:spcPts val="0"/>
                </a:spcAft>
                <a:buNone/>
              </a:pPr>
              <a:r>
                <a:rPr lang="ja-JP" sz="1200">
                  <a:solidFill>
                    <a:schemeClr val="dk1"/>
                  </a:solidFill>
                  <a:latin typeface="Arial"/>
                  <a:ea typeface="Arial"/>
                  <a:cs typeface="Arial"/>
                  <a:sym typeface="Arial"/>
                </a:rPr>
                <a:t>シフト計画</a:t>
              </a:r>
              <a:endParaRPr sz="1200">
                <a:solidFill>
                  <a:schemeClr val="dk1"/>
                </a:solidFill>
                <a:latin typeface="Arial"/>
                <a:ea typeface="Arial"/>
                <a:cs typeface="Arial"/>
                <a:sym typeface="Arial"/>
              </a:endParaRPr>
            </a:p>
          </p:txBody>
        </p:sp>
        <p:sp>
          <p:nvSpPr>
            <p:cNvPr id="766" name="Google Shape;766;p15"/>
            <p:cNvSpPr/>
            <p:nvPr/>
          </p:nvSpPr>
          <p:spPr>
            <a:xfrm>
              <a:off x="2448000" y="2268000"/>
              <a:ext cx="1440000" cy="432000"/>
            </a:xfrm>
            <a:prstGeom prst="roundRect">
              <a:avLst>
                <a:gd fmla="val 14699" name="adj"/>
              </a:avLst>
            </a:prstGeom>
            <a:solidFill>
              <a:schemeClr val="lt1"/>
            </a:solidFill>
            <a:ln cap="flat" cmpd="sng" w="9525">
              <a:solidFill>
                <a:schemeClr val="accent2"/>
              </a:solidFill>
              <a:prstDash val="solid"/>
              <a:miter lim="800000"/>
              <a:headEnd len="sm" w="sm" type="none"/>
              <a:tailEnd len="sm" w="sm" type="none"/>
            </a:ln>
          </p:spPr>
          <p:txBody>
            <a:bodyPr anchorCtr="0" anchor="ctr" bIns="45700" lIns="36000" spcFirstLastPara="1" rIns="36000" wrap="square" tIns="45700">
              <a:noAutofit/>
            </a:bodyPr>
            <a:lstStyle/>
            <a:p>
              <a:pPr indent="0" lvl="0" marL="0" marR="0" rtl="0" algn="ctr">
                <a:spcBef>
                  <a:spcPts val="0"/>
                </a:spcBef>
                <a:spcAft>
                  <a:spcPts val="0"/>
                </a:spcAft>
                <a:buNone/>
              </a:pPr>
              <a:r>
                <a:rPr lang="ja-JP" sz="1200">
                  <a:solidFill>
                    <a:schemeClr val="dk1"/>
                  </a:solidFill>
                  <a:latin typeface="Arial"/>
                  <a:ea typeface="Arial"/>
                  <a:cs typeface="Arial"/>
                  <a:sym typeface="Arial"/>
                </a:rPr>
                <a:t>受注・入出荷</a:t>
              </a:r>
              <a:endParaRPr sz="1200">
                <a:solidFill>
                  <a:schemeClr val="dk1"/>
                </a:solidFill>
                <a:latin typeface="Arial"/>
                <a:ea typeface="Arial"/>
                <a:cs typeface="Arial"/>
                <a:sym typeface="Arial"/>
              </a:endParaRPr>
            </a:p>
          </p:txBody>
        </p:sp>
        <p:sp>
          <p:nvSpPr>
            <p:cNvPr id="767" name="Google Shape;767;p15"/>
            <p:cNvSpPr/>
            <p:nvPr/>
          </p:nvSpPr>
          <p:spPr>
            <a:xfrm>
              <a:off x="5400000" y="2268000"/>
              <a:ext cx="1440000" cy="432000"/>
            </a:xfrm>
            <a:prstGeom prst="roundRect">
              <a:avLst>
                <a:gd fmla="val 14699" name="adj"/>
              </a:avLst>
            </a:prstGeom>
            <a:solidFill>
              <a:schemeClr val="lt1"/>
            </a:solidFill>
            <a:ln cap="flat" cmpd="sng" w="9525">
              <a:solidFill>
                <a:schemeClr val="accent2"/>
              </a:solidFill>
              <a:prstDash val="solid"/>
              <a:miter lim="800000"/>
              <a:headEnd len="sm" w="sm" type="none"/>
              <a:tailEnd len="sm" w="sm" type="none"/>
            </a:ln>
          </p:spPr>
          <p:txBody>
            <a:bodyPr anchorCtr="0" anchor="ctr" bIns="45700" lIns="36000" spcFirstLastPara="1" rIns="36000" wrap="square" tIns="45700">
              <a:noAutofit/>
            </a:bodyPr>
            <a:lstStyle/>
            <a:p>
              <a:pPr indent="0" lvl="0" marL="0" marR="0" rtl="0" algn="ctr">
                <a:spcBef>
                  <a:spcPts val="0"/>
                </a:spcBef>
                <a:spcAft>
                  <a:spcPts val="0"/>
                </a:spcAft>
                <a:buNone/>
              </a:pPr>
              <a:r>
                <a:rPr lang="ja-JP" sz="1200">
                  <a:solidFill>
                    <a:schemeClr val="dk1"/>
                  </a:solidFill>
                  <a:latin typeface="Arial"/>
                  <a:ea typeface="Arial"/>
                  <a:cs typeface="Arial"/>
                  <a:sym typeface="Arial"/>
                </a:rPr>
                <a:t>生産計画・発注</a:t>
              </a:r>
              <a:endParaRPr sz="1200">
                <a:solidFill>
                  <a:schemeClr val="dk1"/>
                </a:solidFill>
                <a:latin typeface="Arial"/>
                <a:ea typeface="Arial"/>
                <a:cs typeface="Arial"/>
                <a:sym typeface="Arial"/>
              </a:endParaRPr>
            </a:p>
          </p:txBody>
        </p:sp>
        <p:sp>
          <p:nvSpPr>
            <p:cNvPr id="768" name="Google Shape;768;p15"/>
            <p:cNvSpPr/>
            <p:nvPr/>
          </p:nvSpPr>
          <p:spPr>
            <a:xfrm>
              <a:off x="2448000" y="2736000"/>
              <a:ext cx="1440000" cy="432000"/>
            </a:xfrm>
            <a:prstGeom prst="roundRect">
              <a:avLst>
                <a:gd fmla="val 14699" name="adj"/>
              </a:avLst>
            </a:prstGeom>
            <a:solidFill>
              <a:schemeClr val="lt1"/>
            </a:solidFill>
            <a:ln cap="flat" cmpd="sng" w="9525">
              <a:solidFill>
                <a:schemeClr val="accent2"/>
              </a:solidFill>
              <a:prstDash val="solid"/>
              <a:miter lim="800000"/>
              <a:headEnd len="sm" w="sm" type="none"/>
              <a:tailEnd len="sm" w="sm" type="none"/>
            </a:ln>
          </p:spPr>
          <p:txBody>
            <a:bodyPr anchorCtr="0" anchor="ctr" bIns="45700" lIns="36000" spcFirstLastPara="1" rIns="36000" wrap="square" tIns="45700">
              <a:noAutofit/>
            </a:bodyPr>
            <a:lstStyle/>
            <a:p>
              <a:pPr indent="0" lvl="0" marL="0" marR="0" rtl="0" algn="ctr">
                <a:spcBef>
                  <a:spcPts val="0"/>
                </a:spcBef>
                <a:spcAft>
                  <a:spcPts val="0"/>
                </a:spcAft>
                <a:buNone/>
              </a:pPr>
              <a:r>
                <a:rPr lang="ja-JP" sz="1200">
                  <a:solidFill>
                    <a:schemeClr val="dk1"/>
                  </a:solidFill>
                  <a:latin typeface="Arial"/>
                  <a:ea typeface="Arial"/>
                  <a:cs typeface="Arial"/>
                  <a:sym typeface="Arial"/>
                </a:rPr>
                <a:t>商品管理</a:t>
              </a:r>
              <a:endParaRPr sz="1200">
                <a:solidFill>
                  <a:schemeClr val="dk1"/>
                </a:solidFill>
                <a:latin typeface="Arial"/>
                <a:ea typeface="Arial"/>
                <a:cs typeface="Arial"/>
                <a:sym typeface="Arial"/>
              </a:endParaRPr>
            </a:p>
          </p:txBody>
        </p:sp>
        <p:sp>
          <p:nvSpPr>
            <p:cNvPr id="769" name="Google Shape;769;p15"/>
            <p:cNvSpPr/>
            <p:nvPr/>
          </p:nvSpPr>
          <p:spPr>
            <a:xfrm>
              <a:off x="5400000" y="2736000"/>
              <a:ext cx="1440000" cy="432000"/>
            </a:xfrm>
            <a:prstGeom prst="roundRect">
              <a:avLst>
                <a:gd fmla="val 14699" name="adj"/>
              </a:avLst>
            </a:prstGeom>
            <a:solidFill>
              <a:schemeClr val="lt1"/>
            </a:solidFill>
            <a:ln cap="flat" cmpd="sng" w="9525">
              <a:solidFill>
                <a:schemeClr val="accent2"/>
              </a:solidFill>
              <a:prstDash val="solid"/>
              <a:miter lim="800000"/>
              <a:headEnd len="sm" w="sm" type="none"/>
              <a:tailEnd len="sm" w="sm" type="none"/>
            </a:ln>
          </p:spPr>
          <p:txBody>
            <a:bodyPr anchorCtr="0" anchor="ctr" bIns="45700" lIns="36000" spcFirstLastPara="1" rIns="36000" wrap="square" tIns="45700">
              <a:noAutofit/>
            </a:bodyPr>
            <a:lstStyle/>
            <a:p>
              <a:pPr indent="0" lvl="0" marL="0" marR="0" rtl="0" algn="ctr">
                <a:spcBef>
                  <a:spcPts val="0"/>
                </a:spcBef>
                <a:spcAft>
                  <a:spcPts val="0"/>
                </a:spcAft>
                <a:buNone/>
              </a:pPr>
              <a:r>
                <a:rPr lang="ja-JP" sz="1200">
                  <a:solidFill>
                    <a:schemeClr val="dk1"/>
                  </a:solidFill>
                  <a:latin typeface="Arial"/>
                  <a:ea typeface="Arial"/>
                  <a:cs typeface="Arial"/>
                  <a:sym typeface="Arial"/>
                </a:rPr>
                <a:t>品質管理</a:t>
              </a:r>
              <a:endParaRPr sz="1200">
                <a:solidFill>
                  <a:schemeClr val="dk1"/>
                </a:solidFill>
                <a:latin typeface="Arial"/>
                <a:ea typeface="Arial"/>
                <a:cs typeface="Arial"/>
                <a:sym typeface="Arial"/>
              </a:endParaRPr>
            </a:p>
          </p:txBody>
        </p:sp>
        <p:sp>
          <p:nvSpPr>
            <p:cNvPr id="770" name="Google Shape;770;p15"/>
            <p:cNvSpPr/>
            <p:nvPr/>
          </p:nvSpPr>
          <p:spPr>
            <a:xfrm>
              <a:off x="3924000" y="3204000"/>
              <a:ext cx="1440000" cy="432000"/>
            </a:xfrm>
            <a:prstGeom prst="roundRect">
              <a:avLst>
                <a:gd fmla="val 14699" name="adj"/>
              </a:avLst>
            </a:prstGeom>
            <a:solidFill>
              <a:schemeClr val="lt1"/>
            </a:solidFill>
            <a:ln cap="flat" cmpd="sng" w="9525">
              <a:solidFill>
                <a:schemeClr val="accent2"/>
              </a:solidFill>
              <a:prstDash val="solid"/>
              <a:miter lim="800000"/>
              <a:headEnd len="sm" w="sm" type="none"/>
              <a:tailEnd len="sm" w="sm" type="none"/>
            </a:ln>
          </p:spPr>
          <p:txBody>
            <a:bodyPr anchorCtr="0" anchor="ctr" bIns="45700" lIns="36000" spcFirstLastPara="1" rIns="36000" wrap="square" tIns="45700">
              <a:noAutofit/>
            </a:bodyPr>
            <a:lstStyle/>
            <a:p>
              <a:pPr indent="0" lvl="0" marL="0" marR="0" rtl="0" algn="ctr">
                <a:spcBef>
                  <a:spcPts val="0"/>
                </a:spcBef>
                <a:spcAft>
                  <a:spcPts val="0"/>
                </a:spcAft>
                <a:buNone/>
              </a:pPr>
              <a:r>
                <a:rPr lang="ja-JP" sz="1200">
                  <a:solidFill>
                    <a:schemeClr val="dk1"/>
                  </a:solidFill>
                  <a:latin typeface="Arial"/>
                  <a:ea typeface="Arial"/>
                  <a:cs typeface="Arial"/>
                  <a:sym typeface="Arial"/>
                </a:rPr>
                <a:t>データ検索／</a:t>
              </a:r>
              <a:endParaRPr sz="1200">
                <a:solidFill>
                  <a:schemeClr val="dk1"/>
                </a:solidFill>
                <a:latin typeface="Arial"/>
                <a:ea typeface="Arial"/>
                <a:cs typeface="Arial"/>
                <a:sym typeface="Arial"/>
              </a:endParaRPr>
            </a:p>
            <a:p>
              <a:pPr indent="0" lvl="0" marL="0" marR="0" rtl="0" algn="ctr">
                <a:spcBef>
                  <a:spcPts val="0"/>
                </a:spcBef>
                <a:spcAft>
                  <a:spcPts val="0"/>
                </a:spcAft>
                <a:buNone/>
              </a:pPr>
              <a:r>
                <a:rPr lang="ja-JP" sz="1200">
                  <a:solidFill>
                    <a:schemeClr val="dk1"/>
                  </a:solidFill>
                  <a:latin typeface="Arial"/>
                  <a:ea typeface="Arial"/>
                  <a:cs typeface="Arial"/>
                  <a:sym typeface="Arial"/>
                </a:rPr>
                <a:t>管理資料</a:t>
              </a:r>
              <a:endParaRPr sz="1200">
                <a:solidFill>
                  <a:schemeClr val="dk1"/>
                </a:solidFill>
                <a:latin typeface="Arial"/>
                <a:ea typeface="Arial"/>
                <a:cs typeface="Arial"/>
                <a:sym typeface="Arial"/>
              </a:endParaRPr>
            </a:p>
          </p:txBody>
        </p:sp>
        <p:sp>
          <p:nvSpPr>
            <p:cNvPr id="771" name="Google Shape;771;p15"/>
            <p:cNvSpPr/>
            <p:nvPr/>
          </p:nvSpPr>
          <p:spPr>
            <a:xfrm>
              <a:off x="2448000" y="3204000"/>
              <a:ext cx="1440000" cy="432000"/>
            </a:xfrm>
            <a:prstGeom prst="roundRect">
              <a:avLst>
                <a:gd fmla="val 14699" name="adj"/>
              </a:avLst>
            </a:prstGeom>
            <a:solidFill>
              <a:schemeClr val="lt1"/>
            </a:solidFill>
            <a:ln cap="flat" cmpd="sng" w="9525">
              <a:solidFill>
                <a:schemeClr val="accent2"/>
              </a:solidFill>
              <a:prstDash val="solid"/>
              <a:miter lim="800000"/>
              <a:headEnd len="sm" w="sm" type="none"/>
              <a:tailEnd len="sm" w="sm" type="none"/>
            </a:ln>
          </p:spPr>
          <p:txBody>
            <a:bodyPr anchorCtr="0" anchor="ctr" bIns="45700" lIns="36000" spcFirstLastPara="1" rIns="36000" wrap="square" tIns="45700">
              <a:noAutofit/>
            </a:bodyPr>
            <a:lstStyle/>
            <a:p>
              <a:pPr indent="0" lvl="0" marL="0" marR="0" rtl="0" algn="ctr">
                <a:spcBef>
                  <a:spcPts val="0"/>
                </a:spcBef>
                <a:spcAft>
                  <a:spcPts val="0"/>
                </a:spcAft>
                <a:buNone/>
              </a:pPr>
              <a:r>
                <a:rPr lang="ja-JP" sz="1200">
                  <a:solidFill>
                    <a:schemeClr val="dk1"/>
                  </a:solidFill>
                  <a:latin typeface="Arial"/>
                  <a:ea typeface="Arial"/>
                  <a:cs typeface="Arial"/>
                  <a:sym typeface="Arial"/>
                </a:rPr>
                <a:t>マスタ</a:t>
              </a:r>
              <a:endParaRPr sz="1200">
                <a:solidFill>
                  <a:schemeClr val="dk1"/>
                </a:solidFill>
                <a:latin typeface="Arial"/>
                <a:ea typeface="Arial"/>
                <a:cs typeface="Arial"/>
                <a:sym typeface="Arial"/>
              </a:endParaRPr>
            </a:p>
            <a:p>
              <a:pPr indent="0" lvl="0" marL="0" marR="0" rtl="0" algn="ctr">
                <a:spcBef>
                  <a:spcPts val="0"/>
                </a:spcBef>
                <a:spcAft>
                  <a:spcPts val="0"/>
                </a:spcAft>
                <a:buNone/>
              </a:pPr>
              <a:r>
                <a:rPr lang="ja-JP" sz="1200">
                  <a:solidFill>
                    <a:schemeClr val="dk1"/>
                  </a:solidFill>
                  <a:latin typeface="Arial"/>
                  <a:ea typeface="Arial"/>
                  <a:cs typeface="Arial"/>
                  <a:sym typeface="Arial"/>
                </a:rPr>
                <a:t>メンテナンス</a:t>
              </a:r>
              <a:endParaRPr sz="1200">
                <a:solidFill>
                  <a:schemeClr val="dk1"/>
                </a:solidFill>
                <a:latin typeface="Arial"/>
                <a:ea typeface="Arial"/>
                <a:cs typeface="Arial"/>
                <a:sym typeface="Arial"/>
              </a:endParaRPr>
            </a:p>
          </p:txBody>
        </p:sp>
        <p:sp>
          <p:nvSpPr>
            <p:cNvPr id="772" name="Google Shape;772;p15"/>
            <p:cNvSpPr/>
            <p:nvPr/>
          </p:nvSpPr>
          <p:spPr>
            <a:xfrm>
              <a:off x="5400000" y="3204000"/>
              <a:ext cx="1440000" cy="432000"/>
            </a:xfrm>
            <a:prstGeom prst="roundRect">
              <a:avLst>
                <a:gd fmla="val 14699" name="adj"/>
              </a:avLst>
            </a:prstGeom>
            <a:solidFill>
              <a:srgbClr val="EDEDED"/>
            </a:solidFill>
            <a:ln cap="flat" cmpd="sng" w="9525">
              <a:solidFill>
                <a:schemeClr val="accent2"/>
              </a:solidFill>
              <a:prstDash val="solid"/>
              <a:miter lim="800000"/>
              <a:headEnd len="sm" w="sm" type="none"/>
              <a:tailEnd len="sm" w="sm" type="none"/>
            </a:ln>
          </p:spPr>
          <p:txBody>
            <a:bodyPr anchorCtr="0" anchor="ctr" bIns="45700" lIns="36000" spcFirstLastPara="1" rIns="36000" wrap="square" tIns="45700">
              <a:noAutofit/>
            </a:bodyPr>
            <a:lstStyle/>
            <a:p>
              <a:pPr indent="0" lvl="0" marL="0" marR="0" rtl="0" algn="ctr">
                <a:spcBef>
                  <a:spcPts val="0"/>
                </a:spcBef>
                <a:spcAft>
                  <a:spcPts val="0"/>
                </a:spcAft>
                <a:buNone/>
              </a:pPr>
              <a:r>
                <a:rPr lang="ja-JP" sz="1200">
                  <a:solidFill>
                    <a:srgbClr val="7F7F7F"/>
                  </a:solidFill>
                  <a:latin typeface="Arial"/>
                  <a:ea typeface="Arial"/>
                  <a:cs typeface="Arial"/>
                  <a:sym typeface="Arial"/>
                </a:rPr>
                <a:t>ユーティリティ</a:t>
              </a:r>
              <a:endParaRPr sz="1200">
                <a:solidFill>
                  <a:srgbClr val="7F7F7F"/>
                </a:solidFill>
                <a:latin typeface="Arial"/>
                <a:ea typeface="Arial"/>
                <a:cs typeface="Arial"/>
                <a:sym typeface="Arial"/>
              </a:endParaRPr>
            </a:p>
          </p:txBody>
        </p:sp>
        <p:sp>
          <p:nvSpPr>
            <p:cNvPr id="773" name="Google Shape;773;p15"/>
            <p:cNvSpPr/>
            <p:nvPr/>
          </p:nvSpPr>
          <p:spPr>
            <a:xfrm>
              <a:off x="3924000" y="2739750"/>
              <a:ext cx="1440000" cy="432000"/>
            </a:xfrm>
            <a:prstGeom prst="roundRect">
              <a:avLst>
                <a:gd fmla="val 14699" name="adj"/>
              </a:avLst>
            </a:prstGeom>
            <a:solidFill>
              <a:srgbClr val="EDEDED"/>
            </a:solidFill>
            <a:ln cap="flat" cmpd="sng" w="9525">
              <a:solidFill>
                <a:schemeClr val="accent2"/>
              </a:solidFill>
              <a:prstDash val="solid"/>
              <a:miter lim="800000"/>
              <a:headEnd len="sm" w="sm" type="none"/>
              <a:tailEnd len="sm" w="sm" type="none"/>
            </a:ln>
          </p:spPr>
          <p:txBody>
            <a:bodyPr anchorCtr="0" anchor="ctr" bIns="45700" lIns="36000" spcFirstLastPara="1" rIns="36000" wrap="square" tIns="45700">
              <a:noAutofit/>
            </a:bodyPr>
            <a:lstStyle/>
            <a:p>
              <a:pPr indent="0" lvl="0" marL="0" marR="0" rtl="0" algn="ctr">
                <a:spcBef>
                  <a:spcPts val="0"/>
                </a:spcBef>
                <a:spcAft>
                  <a:spcPts val="0"/>
                </a:spcAft>
                <a:buNone/>
              </a:pPr>
              <a:r>
                <a:t/>
              </a:r>
              <a:endParaRPr sz="1200">
                <a:solidFill>
                  <a:schemeClr val="dk1"/>
                </a:solidFill>
                <a:latin typeface="Arial"/>
                <a:ea typeface="Arial"/>
                <a:cs typeface="Arial"/>
                <a:sym typeface="Arial"/>
              </a:endParaRPr>
            </a:p>
          </p:txBody>
        </p:sp>
      </p:grpSp>
      <p:sp>
        <p:nvSpPr>
          <p:cNvPr id="774" name="Google Shape;774;p15"/>
          <p:cNvSpPr/>
          <p:nvPr/>
        </p:nvSpPr>
        <p:spPr>
          <a:xfrm>
            <a:off x="144000" y="2088000"/>
            <a:ext cx="1728000" cy="1692000"/>
          </a:xfrm>
          <a:prstGeom prst="rect">
            <a:avLst/>
          </a:prstGeom>
          <a:solidFill>
            <a:srgbClr val="EDEDED"/>
          </a:solidFill>
          <a:ln cap="flat" cmpd="sng" w="12700">
            <a:solidFill>
              <a:schemeClr val="accent3"/>
            </a:solidFill>
            <a:prstDash val="solid"/>
            <a:miter lim="800000"/>
            <a:headEnd len="sm" w="sm" type="none"/>
            <a:tailEnd len="sm" w="sm" type="none"/>
          </a:ln>
        </p:spPr>
        <p:txBody>
          <a:bodyPr anchorCtr="0" anchor="t" bIns="45700" lIns="108000" spcFirstLastPara="1" rIns="108000" wrap="square" tIns="45700">
            <a:noAutofit/>
          </a:bodyPr>
          <a:lstStyle/>
          <a:p>
            <a:pPr indent="0" lvl="0" marL="0" marR="0" rtl="0" algn="ctr">
              <a:spcBef>
                <a:spcPts val="0"/>
              </a:spcBef>
              <a:spcAft>
                <a:spcPts val="0"/>
              </a:spcAft>
              <a:buNone/>
            </a:pPr>
            <a:r>
              <a:rPr b="1" lang="ja-JP" sz="1400">
                <a:solidFill>
                  <a:schemeClr val="dk1"/>
                </a:solidFill>
                <a:latin typeface="Arial"/>
                <a:ea typeface="Arial"/>
                <a:cs typeface="Arial"/>
                <a:sym typeface="Arial"/>
              </a:rPr>
              <a:t>受注・入出荷</a:t>
            </a:r>
            <a:endParaRPr b="1" sz="1400">
              <a:solidFill>
                <a:schemeClr val="dk1"/>
              </a:solidFill>
              <a:latin typeface="Arial"/>
              <a:ea typeface="Arial"/>
              <a:cs typeface="Arial"/>
              <a:sym typeface="Arial"/>
            </a:endParaRPr>
          </a:p>
          <a:p>
            <a:pPr indent="0" lvl="0" marL="0" marR="0" rtl="0" algn="ctr">
              <a:spcBef>
                <a:spcPts val="0"/>
              </a:spcBef>
              <a:spcAft>
                <a:spcPts val="0"/>
              </a:spcAft>
              <a:buNone/>
            </a:pPr>
            <a:r>
              <a:rPr b="1" lang="ja-JP" sz="1400">
                <a:solidFill>
                  <a:schemeClr val="dk1"/>
                </a:solidFill>
                <a:latin typeface="Arial"/>
                <a:ea typeface="Arial"/>
                <a:cs typeface="Arial"/>
                <a:sym typeface="Arial"/>
              </a:rPr>
              <a:t>プログラム群</a:t>
            </a:r>
            <a:endParaRPr b="1" sz="1400">
              <a:solidFill>
                <a:schemeClr val="dk1"/>
              </a:solidFill>
              <a:latin typeface="Arial"/>
              <a:ea typeface="Arial"/>
              <a:cs typeface="Arial"/>
              <a:sym typeface="Arial"/>
            </a:endParaRPr>
          </a:p>
        </p:txBody>
      </p:sp>
      <p:sp>
        <p:nvSpPr>
          <p:cNvPr id="775" name="Google Shape;775;p15"/>
          <p:cNvSpPr/>
          <p:nvPr/>
        </p:nvSpPr>
        <p:spPr>
          <a:xfrm>
            <a:off x="288000" y="2628000"/>
            <a:ext cx="1440000" cy="216000"/>
          </a:xfrm>
          <a:prstGeom prst="roundRect">
            <a:avLst>
              <a:gd fmla="val 29398" name="adj"/>
            </a:avLst>
          </a:prstGeom>
          <a:solidFill>
            <a:srgbClr val="FBE4D4"/>
          </a:solidFill>
          <a:ln cap="flat" cmpd="sng" w="9525">
            <a:solidFill>
              <a:schemeClr val="accent2"/>
            </a:solidFill>
            <a:prstDash val="solid"/>
            <a:miter lim="800000"/>
            <a:headEnd len="sm" w="sm" type="none"/>
            <a:tailEnd len="sm" w="sm" type="none"/>
          </a:ln>
        </p:spPr>
        <p:txBody>
          <a:bodyPr anchorCtr="0" anchor="ctr" bIns="45700" lIns="36000" spcFirstLastPara="1" rIns="36000" wrap="square" tIns="45700">
            <a:noAutofit/>
          </a:bodyPr>
          <a:lstStyle/>
          <a:p>
            <a:pPr indent="0" lvl="0" marL="0" marR="0" rtl="0" algn="ctr">
              <a:spcBef>
                <a:spcPts val="0"/>
              </a:spcBef>
              <a:spcAft>
                <a:spcPts val="0"/>
              </a:spcAft>
              <a:buNone/>
            </a:pPr>
            <a:r>
              <a:rPr lang="ja-JP" sz="1200">
                <a:solidFill>
                  <a:schemeClr val="dk1"/>
                </a:solidFill>
                <a:latin typeface="Arial"/>
                <a:ea typeface="Arial"/>
                <a:cs typeface="Arial"/>
                <a:sym typeface="Arial"/>
              </a:rPr>
              <a:t>SH00801D.exe</a:t>
            </a:r>
            <a:endParaRPr sz="1200">
              <a:solidFill>
                <a:schemeClr val="dk1"/>
              </a:solidFill>
              <a:latin typeface="Arial"/>
              <a:ea typeface="Arial"/>
              <a:cs typeface="Arial"/>
              <a:sym typeface="Arial"/>
            </a:endParaRPr>
          </a:p>
        </p:txBody>
      </p:sp>
      <p:sp>
        <p:nvSpPr>
          <p:cNvPr id="776" name="Google Shape;776;p15"/>
          <p:cNvSpPr/>
          <p:nvPr/>
        </p:nvSpPr>
        <p:spPr>
          <a:xfrm>
            <a:off x="288000" y="3204000"/>
            <a:ext cx="1440000" cy="216000"/>
          </a:xfrm>
          <a:prstGeom prst="roundRect">
            <a:avLst>
              <a:gd fmla="val 29398" name="adj"/>
            </a:avLst>
          </a:prstGeom>
          <a:solidFill>
            <a:srgbClr val="FBE4D4"/>
          </a:solidFill>
          <a:ln cap="flat" cmpd="sng" w="9525">
            <a:solidFill>
              <a:schemeClr val="accent2"/>
            </a:solidFill>
            <a:prstDash val="solid"/>
            <a:miter lim="800000"/>
            <a:headEnd len="sm" w="sm" type="none"/>
            <a:tailEnd len="sm" w="sm" type="none"/>
          </a:ln>
        </p:spPr>
        <p:txBody>
          <a:bodyPr anchorCtr="0" anchor="ctr" bIns="45700" lIns="36000" spcFirstLastPara="1" rIns="36000" wrap="square" tIns="45700">
            <a:noAutofit/>
          </a:bodyPr>
          <a:lstStyle/>
          <a:p>
            <a:pPr indent="0" lvl="0" marL="0" marR="0" rtl="0" algn="ctr">
              <a:spcBef>
                <a:spcPts val="0"/>
              </a:spcBef>
              <a:spcAft>
                <a:spcPts val="0"/>
              </a:spcAft>
              <a:buNone/>
            </a:pPr>
            <a:r>
              <a:rPr lang="ja-JP" sz="1200">
                <a:solidFill>
                  <a:schemeClr val="dk1"/>
                </a:solidFill>
                <a:latin typeface="Arial"/>
                <a:ea typeface="Arial"/>
                <a:cs typeface="Arial"/>
                <a:sym typeface="Arial"/>
              </a:rPr>
              <a:t>SC00210D.exe</a:t>
            </a:r>
            <a:endParaRPr/>
          </a:p>
        </p:txBody>
      </p:sp>
      <p:sp>
        <p:nvSpPr>
          <p:cNvPr id="777" name="Google Shape;777;p15"/>
          <p:cNvSpPr/>
          <p:nvPr/>
        </p:nvSpPr>
        <p:spPr>
          <a:xfrm>
            <a:off x="288000" y="2916000"/>
            <a:ext cx="1440000" cy="216000"/>
          </a:xfrm>
          <a:prstGeom prst="roundRect">
            <a:avLst>
              <a:gd fmla="val 29398" name="adj"/>
            </a:avLst>
          </a:prstGeom>
          <a:solidFill>
            <a:srgbClr val="FBE4D4"/>
          </a:solidFill>
          <a:ln cap="flat" cmpd="sng" w="9525">
            <a:solidFill>
              <a:schemeClr val="accent2"/>
            </a:solidFill>
            <a:prstDash val="solid"/>
            <a:miter lim="800000"/>
            <a:headEnd len="sm" w="sm" type="none"/>
            <a:tailEnd len="sm" w="sm" type="none"/>
          </a:ln>
        </p:spPr>
        <p:txBody>
          <a:bodyPr anchorCtr="0" anchor="ctr" bIns="45700" lIns="36000" spcFirstLastPara="1" rIns="36000" wrap="square" tIns="45700">
            <a:noAutofit/>
          </a:bodyPr>
          <a:lstStyle/>
          <a:p>
            <a:pPr indent="0" lvl="0" marL="0" marR="0" rtl="0" algn="ctr">
              <a:spcBef>
                <a:spcPts val="0"/>
              </a:spcBef>
              <a:spcAft>
                <a:spcPts val="0"/>
              </a:spcAft>
              <a:buNone/>
            </a:pPr>
            <a:r>
              <a:rPr lang="ja-JP" sz="1200">
                <a:solidFill>
                  <a:schemeClr val="dk1"/>
                </a:solidFill>
                <a:latin typeface="Arial"/>
                <a:ea typeface="Arial"/>
                <a:cs typeface="Arial"/>
                <a:sym typeface="Arial"/>
              </a:rPr>
              <a:t>SH00802D.exe</a:t>
            </a:r>
            <a:endParaRPr/>
          </a:p>
        </p:txBody>
      </p:sp>
      <p:sp>
        <p:nvSpPr>
          <p:cNvPr id="778" name="Google Shape;778;p15"/>
          <p:cNvSpPr txBox="1"/>
          <p:nvPr/>
        </p:nvSpPr>
        <p:spPr>
          <a:xfrm rot="5400000">
            <a:off x="872065" y="3391880"/>
            <a:ext cx="271869"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a:t>
            </a:r>
            <a:endParaRPr sz="1400">
              <a:solidFill>
                <a:schemeClr val="dk1"/>
              </a:solidFill>
              <a:latin typeface="Arial"/>
              <a:ea typeface="Arial"/>
              <a:cs typeface="Arial"/>
              <a:sym typeface="Arial"/>
            </a:endParaRPr>
          </a:p>
        </p:txBody>
      </p:sp>
      <p:cxnSp>
        <p:nvCxnSpPr>
          <p:cNvPr id="779" name="Google Shape;779;p15"/>
          <p:cNvCxnSpPr>
            <a:stCxn id="766" idx="1"/>
            <a:endCxn id="775" idx="3"/>
          </p:cNvCxnSpPr>
          <p:nvPr/>
        </p:nvCxnSpPr>
        <p:spPr>
          <a:xfrm flipH="1">
            <a:off x="1728000" y="2592000"/>
            <a:ext cx="648000" cy="144000"/>
          </a:xfrm>
          <a:prstGeom prst="bentConnector3">
            <a:avLst>
              <a:gd fmla="val 50000" name="adj1"/>
            </a:avLst>
          </a:prstGeom>
          <a:noFill/>
          <a:ln cap="flat" cmpd="sng" w="28575">
            <a:solidFill>
              <a:schemeClr val="accent3"/>
            </a:solidFill>
            <a:prstDash val="solid"/>
            <a:miter lim="800000"/>
            <a:headEnd len="sm" w="sm" type="none"/>
            <a:tailEnd len="med" w="med" type="triangle"/>
          </a:ln>
        </p:spPr>
      </p:cxnSp>
      <p:cxnSp>
        <p:nvCxnSpPr>
          <p:cNvPr id="780" name="Google Shape;780;p15"/>
          <p:cNvCxnSpPr>
            <a:stCxn id="766" idx="1"/>
            <a:endCxn id="777" idx="3"/>
          </p:cNvCxnSpPr>
          <p:nvPr/>
        </p:nvCxnSpPr>
        <p:spPr>
          <a:xfrm flipH="1">
            <a:off x="1728000" y="2592000"/>
            <a:ext cx="648000" cy="432000"/>
          </a:xfrm>
          <a:prstGeom prst="bentConnector3">
            <a:avLst>
              <a:gd fmla="val 50000" name="adj1"/>
            </a:avLst>
          </a:prstGeom>
          <a:noFill/>
          <a:ln cap="flat" cmpd="sng" w="28575">
            <a:solidFill>
              <a:schemeClr val="accent3"/>
            </a:solidFill>
            <a:prstDash val="solid"/>
            <a:miter lim="800000"/>
            <a:headEnd len="sm" w="sm" type="none"/>
            <a:tailEnd len="med" w="med" type="triangle"/>
          </a:ln>
        </p:spPr>
      </p:cxnSp>
      <p:cxnSp>
        <p:nvCxnSpPr>
          <p:cNvPr id="781" name="Google Shape;781;p15"/>
          <p:cNvCxnSpPr>
            <a:stCxn id="766" idx="1"/>
            <a:endCxn id="776" idx="3"/>
          </p:cNvCxnSpPr>
          <p:nvPr/>
        </p:nvCxnSpPr>
        <p:spPr>
          <a:xfrm flipH="1">
            <a:off x="1728000" y="2592000"/>
            <a:ext cx="648000" cy="720000"/>
          </a:xfrm>
          <a:prstGeom prst="bentConnector3">
            <a:avLst>
              <a:gd fmla="val 50000" name="adj1"/>
            </a:avLst>
          </a:prstGeom>
          <a:noFill/>
          <a:ln cap="flat" cmpd="sng" w="28575">
            <a:solidFill>
              <a:schemeClr val="accent3"/>
            </a:solidFill>
            <a:prstDash val="solid"/>
            <a:miter lim="800000"/>
            <a:headEnd len="sm" w="sm" type="none"/>
            <a:tailEnd len="med" w="med" type="triangle"/>
          </a:ln>
        </p:spPr>
      </p:cxnSp>
      <p:sp>
        <p:nvSpPr>
          <p:cNvPr id="782" name="Google Shape;782;p15"/>
          <p:cNvSpPr/>
          <p:nvPr/>
        </p:nvSpPr>
        <p:spPr>
          <a:xfrm>
            <a:off x="360000" y="3960000"/>
            <a:ext cx="1728000" cy="1692000"/>
          </a:xfrm>
          <a:prstGeom prst="rect">
            <a:avLst/>
          </a:prstGeom>
          <a:solidFill>
            <a:srgbClr val="EDEDED"/>
          </a:solidFill>
          <a:ln cap="flat" cmpd="sng" w="12700">
            <a:solidFill>
              <a:schemeClr val="accent3"/>
            </a:solidFill>
            <a:prstDash val="solid"/>
            <a:miter lim="800000"/>
            <a:headEnd len="sm" w="sm" type="none"/>
            <a:tailEnd len="sm" w="sm" type="none"/>
          </a:ln>
        </p:spPr>
        <p:txBody>
          <a:bodyPr anchorCtr="0" anchor="t" bIns="45700" lIns="108000" spcFirstLastPara="1" rIns="108000" wrap="square" tIns="45700">
            <a:noAutofit/>
          </a:bodyPr>
          <a:lstStyle/>
          <a:p>
            <a:pPr indent="0" lvl="0" marL="0" marR="0" rtl="0" algn="ctr">
              <a:spcBef>
                <a:spcPts val="0"/>
              </a:spcBef>
              <a:spcAft>
                <a:spcPts val="0"/>
              </a:spcAft>
              <a:buNone/>
            </a:pPr>
            <a:r>
              <a:rPr b="1" lang="ja-JP" sz="1400">
                <a:solidFill>
                  <a:schemeClr val="dk1"/>
                </a:solidFill>
                <a:latin typeface="Arial"/>
                <a:ea typeface="Arial"/>
                <a:cs typeface="Arial"/>
                <a:sym typeface="Arial"/>
              </a:rPr>
              <a:t>商品管理</a:t>
            </a:r>
            <a:endParaRPr b="1" sz="1400">
              <a:solidFill>
                <a:schemeClr val="dk1"/>
              </a:solidFill>
              <a:latin typeface="Arial"/>
              <a:ea typeface="Arial"/>
              <a:cs typeface="Arial"/>
              <a:sym typeface="Arial"/>
            </a:endParaRPr>
          </a:p>
          <a:p>
            <a:pPr indent="0" lvl="0" marL="0" marR="0" rtl="0" algn="ctr">
              <a:spcBef>
                <a:spcPts val="0"/>
              </a:spcBef>
              <a:spcAft>
                <a:spcPts val="0"/>
              </a:spcAft>
              <a:buNone/>
            </a:pPr>
            <a:r>
              <a:rPr b="1" lang="ja-JP" sz="1400">
                <a:solidFill>
                  <a:schemeClr val="dk1"/>
                </a:solidFill>
                <a:latin typeface="Arial"/>
                <a:ea typeface="Arial"/>
                <a:cs typeface="Arial"/>
                <a:sym typeface="Arial"/>
              </a:rPr>
              <a:t>プログラム群</a:t>
            </a:r>
            <a:endParaRPr b="1" sz="1400">
              <a:solidFill>
                <a:schemeClr val="dk1"/>
              </a:solidFill>
              <a:latin typeface="Arial"/>
              <a:ea typeface="Arial"/>
              <a:cs typeface="Arial"/>
              <a:sym typeface="Arial"/>
            </a:endParaRPr>
          </a:p>
        </p:txBody>
      </p:sp>
      <p:sp>
        <p:nvSpPr>
          <p:cNvPr id="783" name="Google Shape;783;p15"/>
          <p:cNvSpPr/>
          <p:nvPr/>
        </p:nvSpPr>
        <p:spPr>
          <a:xfrm>
            <a:off x="504000" y="4500000"/>
            <a:ext cx="1440000" cy="216000"/>
          </a:xfrm>
          <a:prstGeom prst="roundRect">
            <a:avLst>
              <a:gd fmla="val 29398" name="adj"/>
            </a:avLst>
          </a:prstGeom>
          <a:solidFill>
            <a:srgbClr val="FBE4D4"/>
          </a:solidFill>
          <a:ln cap="flat" cmpd="sng" w="9525">
            <a:solidFill>
              <a:schemeClr val="accent2"/>
            </a:solidFill>
            <a:prstDash val="solid"/>
            <a:miter lim="800000"/>
            <a:headEnd len="sm" w="sm" type="none"/>
            <a:tailEnd len="sm" w="sm" type="none"/>
          </a:ln>
        </p:spPr>
        <p:txBody>
          <a:bodyPr anchorCtr="0" anchor="ctr" bIns="45700" lIns="36000" spcFirstLastPara="1" rIns="36000" wrap="square" tIns="45700">
            <a:noAutofit/>
          </a:bodyPr>
          <a:lstStyle/>
          <a:p>
            <a:pPr indent="0" lvl="0" marL="0" marR="0" rtl="0" algn="ctr">
              <a:spcBef>
                <a:spcPts val="0"/>
              </a:spcBef>
              <a:spcAft>
                <a:spcPts val="0"/>
              </a:spcAft>
              <a:buNone/>
            </a:pPr>
            <a:r>
              <a:rPr lang="ja-JP" sz="1200">
                <a:solidFill>
                  <a:schemeClr val="dk1"/>
                </a:solidFill>
                <a:latin typeface="Arial"/>
                <a:ea typeface="Arial"/>
                <a:cs typeface="Arial"/>
                <a:sym typeface="Arial"/>
              </a:rPr>
              <a:t>PC00101D.exe</a:t>
            </a:r>
            <a:endParaRPr/>
          </a:p>
        </p:txBody>
      </p:sp>
      <p:sp>
        <p:nvSpPr>
          <p:cNvPr id="784" name="Google Shape;784;p15"/>
          <p:cNvSpPr/>
          <p:nvPr/>
        </p:nvSpPr>
        <p:spPr>
          <a:xfrm>
            <a:off x="504000" y="5076000"/>
            <a:ext cx="1440000" cy="216000"/>
          </a:xfrm>
          <a:prstGeom prst="roundRect">
            <a:avLst>
              <a:gd fmla="val 29398" name="adj"/>
            </a:avLst>
          </a:prstGeom>
          <a:solidFill>
            <a:srgbClr val="FBE4D4"/>
          </a:solidFill>
          <a:ln cap="flat" cmpd="sng" w="9525">
            <a:solidFill>
              <a:schemeClr val="accent2"/>
            </a:solidFill>
            <a:prstDash val="solid"/>
            <a:miter lim="800000"/>
            <a:headEnd len="sm" w="sm" type="none"/>
            <a:tailEnd len="sm" w="sm" type="none"/>
          </a:ln>
        </p:spPr>
        <p:txBody>
          <a:bodyPr anchorCtr="0" anchor="ctr" bIns="45700" lIns="36000" spcFirstLastPara="1" rIns="36000" wrap="square" tIns="45700">
            <a:noAutofit/>
          </a:bodyPr>
          <a:lstStyle/>
          <a:p>
            <a:pPr indent="0" lvl="0" marL="0" marR="0" rtl="0" algn="ctr">
              <a:spcBef>
                <a:spcPts val="0"/>
              </a:spcBef>
              <a:spcAft>
                <a:spcPts val="0"/>
              </a:spcAft>
              <a:buNone/>
            </a:pPr>
            <a:r>
              <a:rPr lang="ja-JP" sz="1200">
                <a:solidFill>
                  <a:schemeClr val="dk1"/>
                </a:solidFill>
                <a:latin typeface="Arial"/>
                <a:ea typeface="Arial"/>
                <a:cs typeface="Arial"/>
                <a:sym typeface="Arial"/>
              </a:rPr>
              <a:t>PC00201D.exe</a:t>
            </a:r>
            <a:endParaRPr/>
          </a:p>
        </p:txBody>
      </p:sp>
      <p:sp>
        <p:nvSpPr>
          <p:cNvPr id="785" name="Google Shape;785;p15"/>
          <p:cNvSpPr/>
          <p:nvPr/>
        </p:nvSpPr>
        <p:spPr>
          <a:xfrm>
            <a:off x="504000" y="4788000"/>
            <a:ext cx="1440000" cy="216000"/>
          </a:xfrm>
          <a:prstGeom prst="roundRect">
            <a:avLst>
              <a:gd fmla="val 29398" name="adj"/>
            </a:avLst>
          </a:prstGeom>
          <a:solidFill>
            <a:srgbClr val="FBE4D4"/>
          </a:solidFill>
          <a:ln cap="flat" cmpd="sng" w="9525">
            <a:solidFill>
              <a:schemeClr val="accent2"/>
            </a:solidFill>
            <a:prstDash val="solid"/>
            <a:miter lim="800000"/>
            <a:headEnd len="sm" w="sm" type="none"/>
            <a:tailEnd len="sm" w="sm" type="none"/>
          </a:ln>
        </p:spPr>
        <p:txBody>
          <a:bodyPr anchorCtr="0" anchor="ctr" bIns="45700" lIns="36000" spcFirstLastPara="1" rIns="36000" wrap="square" tIns="45700">
            <a:noAutofit/>
          </a:bodyPr>
          <a:lstStyle/>
          <a:p>
            <a:pPr indent="0" lvl="0" marL="0" marR="0" rtl="0" algn="ctr">
              <a:spcBef>
                <a:spcPts val="0"/>
              </a:spcBef>
              <a:spcAft>
                <a:spcPts val="0"/>
              </a:spcAft>
              <a:buNone/>
            </a:pPr>
            <a:r>
              <a:rPr lang="ja-JP" sz="1200">
                <a:solidFill>
                  <a:schemeClr val="dk1"/>
                </a:solidFill>
                <a:latin typeface="Arial"/>
                <a:ea typeface="Arial"/>
                <a:cs typeface="Arial"/>
                <a:sym typeface="Arial"/>
              </a:rPr>
              <a:t>PC00102D.exe</a:t>
            </a:r>
            <a:endParaRPr/>
          </a:p>
        </p:txBody>
      </p:sp>
      <p:sp>
        <p:nvSpPr>
          <p:cNvPr id="786" name="Google Shape;786;p15"/>
          <p:cNvSpPr txBox="1"/>
          <p:nvPr/>
        </p:nvSpPr>
        <p:spPr>
          <a:xfrm rot="5400000">
            <a:off x="1088065" y="5263880"/>
            <a:ext cx="271869"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a:t>
            </a:r>
            <a:endParaRPr sz="1400">
              <a:solidFill>
                <a:schemeClr val="dk1"/>
              </a:solidFill>
              <a:latin typeface="Arial"/>
              <a:ea typeface="Arial"/>
              <a:cs typeface="Arial"/>
              <a:sym typeface="Arial"/>
            </a:endParaRPr>
          </a:p>
        </p:txBody>
      </p:sp>
      <p:cxnSp>
        <p:nvCxnSpPr>
          <p:cNvPr id="787" name="Google Shape;787;p15"/>
          <p:cNvCxnSpPr>
            <a:stCxn id="768" idx="1"/>
            <a:endCxn id="784" idx="3"/>
          </p:cNvCxnSpPr>
          <p:nvPr/>
        </p:nvCxnSpPr>
        <p:spPr>
          <a:xfrm flipH="1">
            <a:off x="1944000" y="3060000"/>
            <a:ext cx="432000" cy="2124000"/>
          </a:xfrm>
          <a:prstGeom prst="bentConnector3">
            <a:avLst>
              <a:gd fmla="val 50000" name="adj1"/>
            </a:avLst>
          </a:prstGeom>
          <a:noFill/>
          <a:ln cap="flat" cmpd="sng" w="28575">
            <a:solidFill>
              <a:schemeClr val="accent3"/>
            </a:solidFill>
            <a:prstDash val="solid"/>
            <a:miter lim="800000"/>
            <a:headEnd len="sm" w="sm" type="none"/>
            <a:tailEnd len="med" w="med" type="triangle"/>
          </a:ln>
        </p:spPr>
      </p:cxnSp>
      <p:cxnSp>
        <p:nvCxnSpPr>
          <p:cNvPr id="788" name="Google Shape;788;p15"/>
          <p:cNvCxnSpPr>
            <a:stCxn id="768" idx="1"/>
            <a:endCxn id="783" idx="3"/>
          </p:cNvCxnSpPr>
          <p:nvPr/>
        </p:nvCxnSpPr>
        <p:spPr>
          <a:xfrm flipH="1">
            <a:off x="1944000" y="3060000"/>
            <a:ext cx="432000" cy="1548000"/>
          </a:xfrm>
          <a:prstGeom prst="bentConnector3">
            <a:avLst>
              <a:gd fmla="val 50000" name="adj1"/>
            </a:avLst>
          </a:prstGeom>
          <a:noFill/>
          <a:ln cap="flat" cmpd="sng" w="28575">
            <a:solidFill>
              <a:schemeClr val="accent3"/>
            </a:solidFill>
            <a:prstDash val="solid"/>
            <a:miter lim="800000"/>
            <a:headEnd len="sm" w="sm" type="none"/>
            <a:tailEnd len="med" w="med" type="triangle"/>
          </a:ln>
        </p:spPr>
      </p:cxnSp>
      <p:cxnSp>
        <p:nvCxnSpPr>
          <p:cNvPr id="789" name="Google Shape;789;p15"/>
          <p:cNvCxnSpPr>
            <a:stCxn id="768" idx="1"/>
            <a:endCxn id="785" idx="3"/>
          </p:cNvCxnSpPr>
          <p:nvPr/>
        </p:nvCxnSpPr>
        <p:spPr>
          <a:xfrm flipH="1">
            <a:off x="1944000" y="3060000"/>
            <a:ext cx="432000" cy="1836000"/>
          </a:xfrm>
          <a:prstGeom prst="bentConnector3">
            <a:avLst>
              <a:gd fmla="val 50000" name="adj1"/>
            </a:avLst>
          </a:prstGeom>
          <a:noFill/>
          <a:ln cap="flat" cmpd="sng" w="28575">
            <a:solidFill>
              <a:schemeClr val="accent3"/>
            </a:solidFill>
            <a:prstDash val="solid"/>
            <a:miter lim="800000"/>
            <a:headEnd len="sm" w="sm" type="none"/>
            <a:tailEnd len="med" w="med" type="triangle"/>
          </a:ln>
        </p:spPr>
      </p:cxnSp>
      <p:sp>
        <p:nvSpPr>
          <p:cNvPr id="790" name="Google Shape;790;p15"/>
          <p:cNvSpPr/>
          <p:nvPr/>
        </p:nvSpPr>
        <p:spPr>
          <a:xfrm>
            <a:off x="2664000" y="4680000"/>
            <a:ext cx="1728000" cy="1692000"/>
          </a:xfrm>
          <a:prstGeom prst="rect">
            <a:avLst/>
          </a:prstGeom>
          <a:solidFill>
            <a:srgbClr val="EDEDED"/>
          </a:solidFill>
          <a:ln cap="flat" cmpd="sng" w="12700">
            <a:solidFill>
              <a:schemeClr val="accent3"/>
            </a:solidFill>
            <a:prstDash val="solid"/>
            <a:miter lim="800000"/>
            <a:headEnd len="sm" w="sm" type="none"/>
            <a:tailEnd len="sm" w="sm" type="none"/>
          </a:ln>
        </p:spPr>
        <p:txBody>
          <a:bodyPr anchorCtr="0" anchor="t" bIns="45700" lIns="108000" spcFirstLastPara="1" rIns="108000" wrap="square" tIns="45700">
            <a:noAutofit/>
          </a:bodyPr>
          <a:lstStyle/>
          <a:p>
            <a:pPr indent="0" lvl="0" marL="0" marR="0" rtl="0" algn="ctr">
              <a:spcBef>
                <a:spcPts val="0"/>
              </a:spcBef>
              <a:spcAft>
                <a:spcPts val="0"/>
              </a:spcAft>
              <a:buNone/>
            </a:pPr>
            <a:r>
              <a:rPr b="1" lang="ja-JP" sz="1400">
                <a:solidFill>
                  <a:schemeClr val="dk1"/>
                </a:solidFill>
                <a:latin typeface="Arial"/>
                <a:ea typeface="Arial"/>
                <a:cs typeface="Arial"/>
                <a:sym typeface="Arial"/>
              </a:rPr>
              <a:t>マスタメンテナンス</a:t>
            </a:r>
            <a:endParaRPr b="1" sz="1400">
              <a:solidFill>
                <a:schemeClr val="dk1"/>
              </a:solidFill>
              <a:latin typeface="Arial"/>
              <a:ea typeface="Arial"/>
              <a:cs typeface="Arial"/>
              <a:sym typeface="Arial"/>
            </a:endParaRPr>
          </a:p>
          <a:p>
            <a:pPr indent="0" lvl="0" marL="0" marR="0" rtl="0" algn="ctr">
              <a:spcBef>
                <a:spcPts val="0"/>
              </a:spcBef>
              <a:spcAft>
                <a:spcPts val="0"/>
              </a:spcAft>
              <a:buNone/>
            </a:pPr>
            <a:r>
              <a:rPr b="1" lang="ja-JP" sz="1400">
                <a:solidFill>
                  <a:schemeClr val="dk1"/>
                </a:solidFill>
                <a:latin typeface="Arial"/>
                <a:ea typeface="Arial"/>
                <a:cs typeface="Arial"/>
                <a:sym typeface="Arial"/>
              </a:rPr>
              <a:t>プログラム群</a:t>
            </a:r>
            <a:endParaRPr b="1" sz="1400">
              <a:solidFill>
                <a:schemeClr val="dk1"/>
              </a:solidFill>
              <a:latin typeface="Arial"/>
              <a:ea typeface="Arial"/>
              <a:cs typeface="Arial"/>
              <a:sym typeface="Arial"/>
            </a:endParaRPr>
          </a:p>
        </p:txBody>
      </p:sp>
      <p:sp>
        <p:nvSpPr>
          <p:cNvPr id="791" name="Google Shape;791;p15"/>
          <p:cNvSpPr/>
          <p:nvPr/>
        </p:nvSpPr>
        <p:spPr>
          <a:xfrm>
            <a:off x="2808000" y="5220000"/>
            <a:ext cx="1440000" cy="216000"/>
          </a:xfrm>
          <a:prstGeom prst="roundRect">
            <a:avLst>
              <a:gd fmla="val 29398" name="adj"/>
            </a:avLst>
          </a:prstGeom>
          <a:solidFill>
            <a:srgbClr val="FBE4D4"/>
          </a:solidFill>
          <a:ln cap="flat" cmpd="sng" w="9525">
            <a:solidFill>
              <a:schemeClr val="accent2"/>
            </a:solidFill>
            <a:prstDash val="solid"/>
            <a:miter lim="800000"/>
            <a:headEnd len="sm" w="sm" type="none"/>
            <a:tailEnd len="sm" w="sm" type="none"/>
          </a:ln>
        </p:spPr>
        <p:txBody>
          <a:bodyPr anchorCtr="0" anchor="ctr" bIns="45700" lIns="36000" spcFirstLastPara="1" rIns="36000" wrap="square" tIns="45700">
            <a:noAutofit/>
          </a:bodyPr>
          <a:lstStyle/>
          <a:p>
            <a:pPr indent="0" lvl="0" marL="0" marR="0" rtl="0" algn="ctr">
              <a:spcBef>
                <a:spcPts val="0"/>
              </a:spcBef>
              <a:spcAft>
                <a:spcPts val="0"/>
              </a:spcAft>
              <a:buNone/>
            </a:pPr>
            <a:r>
              <a:rPr lang="ja-JP" sz="1200">
                <a:solidFill>
                  <a:schemeClr val="dk1"/>
                </a:solidFill>
                <a:latin typeface="Arial"/>
                <a:ea typeface="Arial"/>
                <a:cs typeface="Arial"/>
                <a:sym typeface="Arial"/>
              </a:rPr>
              <a:t>SH00801D.exe</a:t>
            </a:r>
            <a:endParaRPr sz="1200">
              <a:solidFill>
                <a:schemeClr val="dk1"/>
              </a:solidFill>
              <a:latin typeface="Arial"/>
              <a:ea typeface="Arial"/>
              <a:cs typeface="Arial"/>
              <a:sym typeface="Arial"/>
            </a:endParaRPr>
          </a:p>
        </p:txBody>
      </p:sp>
      <p:sp>
        <p:nvSpPr>
          <p:cNvPr id="792" name="Google Shape;792;p15"/>
          <p:cNvSpPr/>
          <p:nvPr/>
        </p:nvSpPr>
        <p:spPr>
          <a:xfrm>
            <a:off x="2808000" y="5796000"/>
            <a:ext cx="1440000" cy="216000"/>
          </a:xfrm>
          <a:prstGeom prst="roundRect">
            <a:avLst>
              <a:gd fmla="val 29398" name="adj"/>
            </a:avLst>
          </a:prstGeom>
          <a:solidFill>
            <a:srgbClr val="FBE4D4"/>
          </a:solidFill>
          <a:ln cap="flat" cmpd="sng" w="9525">
            <a:solidFill>
              <a:schemeClr val="accent2"/>
            </a:solidFill>
            <a:prstDash val="solid"/>
            <a:miter lim="800000"/>
            <a:headEnd len="sm" w="sm" type="none"/>
            <a:tailEnd len="sm" w="sm" type="none"/>
          </a:ln>
        </p:spPr>
        <p:txBody>
          <a:bodyPr anchorCtr="0" anchor="ctr" bIns="45700" lIns="36000" spcFirstLastPara="1" rIns="36000" wrap="square" tIns="45700">
            <a:noAutofit/>
          </a:bodyPr>
          <a:lstStyle/>
          <a:p>
            <a:pPr indent="0" lvl="0" marL="0" marR="0" rtl="0" algn="ctr">
              <a:spcBef>
                <a:spcPts val="0"/>
              </a:spcBef>
              <a:spcAft>
                <a:spcPts val="0"/>
              </a:spcAft>
              <a:buNone/>
            </a:pPr>
            <a:r>
              <a:rPr lang="ja-JP" sz="1200">
                <a:solidFill>
                  <a:schemeClr val="dk1"/>
                </a:solidFill>
                <a:latin typeface="Arial"/>
                <a:ea typeface="Arial"/>
                <a:cs typeface="Arial"/>
                <a:sym typeface="Arial"/>
              </a:rPr>
              <a:t>SC00210D.exe</a:t>
            </a:r>
            <a:endParaRPr/>
          </a:p>
        </p:txBody>
      </p:sp>
      <p:sp>
        <p:nvSpPr>
          <p:cNvPr id="793" name="Google Shape;793;p15"/>
          <p:cNvSpPr/>
          <p:nvPr/>
        </p:nvSpPr>
        <p:spPr>
          <a:xfrm>
            <a:off x="2808000" y="5508000"/>
            <a:ext cx="1440000" cy="216000"/>
          </a:xfrm>
          <a:prstGeom prst="roundRect">
            <a:avLst>
              <a:gd fmla="val 29398" name="adj"/>
            </a:avLst>
          </a:prstGeom>
          <a:solidFill>
            <a:srgbClr val="FBE4D4"/>
          </a:solidFill>
          <a:ln cap="flat" cmpd="sng" w="9525">
            <a:solidFill>
              <a:schemeClr val="accent2"/>
            </a:solidFill>
            <a:prstDash val="solid"/>
            <a:miter lim="800000"/>
            <a:headEnd len="sm" w="sm" type="none"/>
            <a:tailEnd len="sm" w="sm" type="none"/>
          </a:ln>
        </p:spPr>
        <p:txBody>
          <a:bodyPr anchorCtr="0" anchor="ctr" bIns="45700" lIns="36000" spcFirstLastPara="1" rIns="36000" wrap="square" tIns="45700">
            <a:noAutofit/>
          </a:bodyPr>
          <a:lstStyle/>
          <a:p>
            <a:pPr indent="0" lvl="0" marL="0" marR="0" rtl="0" algn="ctr">
              <a:spcBef>
                <a:spcPts val="0"/>
              </a:spcBef>
              <a:spcAft>
                <a:spcPts val="0"/>
              </a:spcAft>
              <a:buNone/>
            </a:pPr>
            <a:r>
              <a:rPr lang="ja-JP" sz="1200">
                <a:solidFill>
                  <a:schemeClr val="dk1"/>
                </a:solidFill>
                <a:latin typeface="Arial"/>
                <a:ea typeface="Arial"/>
                <a:cs typeface="Arial"/>
                <a:sym typeface="Arial"/>
              </a:rPr>
              <a:t>SH00802D.exe</a:t>
            </a:r>
            <a:endParaRPr/>
          </a:p>
        </p:txBody>
      </p:sp>
      <p:sp>
        <p:nvSpPr>
          <p:cNvPr id="794" name="Google Shape;794;p15"/>
          <p:cNvSpPr txBox="1"/>
          <p:nvPr/>
        </p:nvSpPr>
        <p:spPr>
          <a:xfrm rot="5400000">
            <a:off x="3392066" y="5983880"/>
            <a:ext cx="271869"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a:t>
            </a:r>
            <a:endParaRPr sz="1400">
              <a:solidFill>
                <a:schemeClr val="dk1"/>
              </a:solidFill>
              <a:latin typeface="Arial"/>
              <a:ea typeface="Arial"/>
              <a:cs typeface="Arial"/>
              <a:sym typeface="Arial"/>
            </a:endParaRPr>
          </a:p>
        </p:txBody>
      </p:sp>
      <p:sp>
        <p:nvSpPr>
          <p:cNvPr id="795" name="Google Shape;795;p15"/>
          <p:cNvSpPr/>
          <p:nvPr/>
        </p:nvSpPr>
        <p:spPr>
          <a:xfrm>
            <a:off x="7272000" y="2844000"/>
            <a:ext cx="1728000" cy="1692000"/>
          </a:xfrm>
          <a:prstGeom prst="rect">
            <a:avLst/>
          </a:prstGeom>
          <a:solidFill>
            <a:srgbClr val="EDEDED"/>
          </a:solidFill>
          <a:ln cap="flat" cmpd="sng" w="12700">
            <a:solidFill>
              <a:schemeClr val="accent3"/>
            </a:solidFill>
            <a:prstDash val="solid"/>
            <a:miter lim="800000"/>
            <a:headEnd len="sm" w="sm" type="none"/>
            <a:tailEnd len="sm" w="sm" type="none"/>
          </a:ln>
        </p:spPr>
        <p:txBody>
          <a:bodyPr anchorCtr="0" anchor="t" bIns="45700" lIns="108000" spcFirstLastPara="1" rIns="108000" wrap="square" tIns="45700">
            <a:noAutofit/>
          </a:bodyPr>
          <a:lstStyle/>
          <a:p>
            <a:pPr indent="0" lvl="0" marL="0" marR="0" rtl="0" algn="ctr">
              <a:spcBef>
                <a:spcPts val="0"/>
              </a:spcBef>
              <a:spcAft>
                <a:spcPts val="0"/>
              </a:spcAft>
              <a:buNone/>
            </a:pPr>
            <a:r>
              <a:rPr b="1" lang="ja-JP" sz="1400">
                <a:solidFill>
                  <a:schemeClr val="dk1"/>
                </a:solidFill>
                <a:latin typeface="Arial"/>
                <a:ea typeface="Arial"/>
                <a:cs typeface="Arial"/>
                <a:sym typeface="Arial"/>
              </a:rPr>
              <a:t>生産計画・発注</a:t>
            </a:r>
            <a:endParaRPr b="1" sz="1400">
              <a:solidFill>
                <a:schemeClr val="dk1"/>
              </a:solidFill>
              <a:latin typeface="Arial"/>
              <a:ea typeface="Arial"/>
              <a:cs typeface="Arial"/>
              <a:sym typeface="Arial"/>
            </a:endParaRPr>
          </a:p>
          <a:p>
            <a:pPr indent="0" lvl="0" marL="0" marR="0" rtl="0" algn="ctr">
              <a:spcBef>
                <a:spcPts val="0"/>
              </a:spcBef>
              <a:spcAft>
                <a:spcPts val="0"/>
              </a:spcAft>
              <a:buNone/>
            </a:pPr>
            <a:r>
              <a:rPr b="1" lang="ja-JP" sz="1400">
                <a:solidFill>
                  <a:schemeClr val="dk1"/>
                </a:solidFill>
                <a:latin typeface="Arial"/>
                <a:ea typeface="Arial"/>
                <a:cs typeface="Arial"/>
                <a:sym typeface="Arial"/>
              </a:rPr>
              <a:t>プログラム群</a:t>
            </a:r>
            <a:endParaRPr b="1" sz="1400">
              <a:solidFill>
                <a:schemeClr val="dk1"/>
              </a:solidFill>
              <a:latin typeface="Arial"/>
              <a:ea typeface="Arial"/>
              <a:cs typeface="Arial"/>
              <a:sym typeface="Arial"/>
            </a:endParaRPr>
          </a:p>
        </p:txBody>
      </p:sp>
      <p:sp>
        <p:nvSpPr>
          <p:cNvPr id="796" name="Google Shape;796;p15"/>
          <p:cNvSpPr/>
          <p:nvPr/>
        </p:nvSpPr>
        <p:spPr>
          <a:xfrm>
            <a:off x="7416000" y="3384000"/>
            <a:ext cx="1440000" cy="216000"/>
          </a:xfrm>
          <a:prstGeom prst="roundRect">
            <a:avLst>
              <a:gd fmla="val 29398" name="adj"/>
            </a:avLst>
          </a:prstGeom>
          <a:solidFill>
            <a:srgbClr val="FBE4D4"/>
          </a:solidFill>
          <a:ln cap="flat" cmpd="sng" w="9525">
            <a:solidFill>
              <a:schemeClr val="accent2"/>
            </a:solidFill>
            <a:prstDash val="solid"/>
            <a:miter lim="800000"/>
            <a:headEnd len="sm" w="sm" type="none"/>
            <a:tailEnd len="sm" w="sm" type="none"/>
          </a:ln>
        </p:spPr>
        <p:txBody>
          <a:bodyPr anchorCtr="0" anchor="ctr" bIns="45700" lIns="36000" spcFirstLastPara="1" rIns="36000" wrap="square" tIns="45700">
            <a:noAutofit/>
          </a:bodyPr>
          <a:lstStyle/>
          <a:p>
            <a:pPr indent="0" lvl="0" marL="0" marR="0" rtl="0" algn="ctr">
              <a:spcBef>
                <a:spcPts val="0"/>
              </a:spcBef>
              <a:spcAft>
                <a:spcPts val="0"/>
              </a:spcAft>
              <a:buNone/>
            </a:pPr>
            <a:r>
              <a:rPr lang="ja-JP" sz="1200">
                <a:solidFill>
                  <a:schemeClr val="dk1"/>
                </a:solidFill>
                <a:latin typeface="Arial"/>
                <a:ea typeface="Arial"/>
                <a:cs typeface="Arial"/>
                <a:sym typeface="Arial"/>
              </a:rPr>
              <a:t>PO40101D.exe</a:t>
            </a:r>
            <a:endParaRPr sz="1200">
              <a:solidFill>
                <a:schemeClr val="dk1"/>
              </a:solidFill>
              <a:latin typeface="Arial"/>
              <a:ea typeface="Arial"/>
              <a:cs typeface="Arial"/>
              <a:sym typeface="Arial"/>
            </a:endParaRPr>
          </a:p>
        </p:txBody>
      </p:sp>
      <p:sp>
        <p:nvSpPr>
          <p:cNvPr id="797" name="Google Shape;797;p15"/>
          <p:cNvSpPr/>
          <p:nvPr/>
        </p:nvSpPr>
        <p:spPr>
          <a:xfrm>
            <a:off x="7416000" y="3960000"/>
            <a:ext cx="1440000" cy="216000"/>
          </a:xfrm>
          <a:prstGeom prst="roundRect">
            <a:avLst>
              <a:gd fmla="val 29398" name="adj"/>
            </a:avLst>
          </a:prstGeom>
          <a:solidFill>
            <a:srgbClr val="FBE4D4"/>
          </a:solidFill>
          <a:ln cap="flat" cmpd="sng" w="9525">
            <a:solidFill>
              <a:schemeClr val="accent2"/>
            </a:solidFill>
            <a:prstDash val="solid"/>
            <a:miter lim="800000"/>
            <a:headEnd len="sm" w="sm" type="none"/>
            <a:tailEnd len="sm" w="sm" type="none"/>
          </a:ln>
        </p:spPr>
        <p:txBody>
          <a:bodyPr anchorCtr="0" anchor="ctr" bIns="45700" lIns="36000" spcFirstLastPara="1" rIns="36000" wrap="square" tIns="45700">
            <a:noAutofit/>
          </a:bodyPr>
          <a:lstStyle/>
          <a:p>
            <a:pPr indent="0" lvl="0" marL="0" marR="0" rtl="0" algn="ctr">
              <a:spcBef>
                <a:spcPts val="0"/>
              </a:spcBef>
              <a:spcAft>
                <a:spcPts val="0"/>
              </a:spcAft>
              <a:buNone/>
            </a:pPr>
            <a:r>
              <a:rPr lang="ja-JP" sz="1200">
                <a:solidFill>
                  <a:schemeClr val="dk1"/>
                </a:solidFill>
                <a:latin typeface="Arial"/>
                <a:ea typeface="Arial"/>
                <a:cs typeface="Arial"/>
                <a:sym typeface="Arial"/>
              </a:rPr>
              <a:t>PO40202D.exe</a:t>
            </a:r>
            <a:endParaRPr/>
          </a:p>
        </p:txBody>
      </p:sp>
      <p:sp>
        <p:nvSpPr>
          <p:cNvPr id="798" name="Google Shape;798;p15"/>
          <p:cNvSpPr/>
          <p:nvPr/>
        </p:nvSpPr>
        <p:spPr>
          <a:xfrm>
            <a:off x="7416000" y="3672000"/>
            <a:ext cx="1440000" cy="216000"/>
          </a:xfrm>
          <a:prstGeom prst="roundRect">
            <a:avLst>
              <a:gd fmla="val 29398" name="adj"/>
            </a:avLst>
          </a:prstGeom>
          <a:solidFill>
            <a:srgbClr val="FBE4D4"/>
          </a:solidFill>
          <a:ln cap="flat" cmpd="sng" w="9525">
            <a:solidFill>
              <a:schemeClr val="accent2"/>
            </a:solidFill>
            <a:prstDash val="solid"/>
            <a:miter lim="800000"/>
            <a:headEnd len="sm" w="sm" type="none"/>
            <a:tailEnd len="sm" w="sm" type="none"/>
          </a:ln>
        </p:spPr>
        <p:txBody>
          <a:bodyPr anchorCtr="0" anchor="ctr" bIns="45700" lIns="36000" spcFirstLastPara="1" rIns="36000" wrap="square" tIns="45700">
            <a:noAutofit/>
          </a:bodyPr>
          <a:lstStyle/>
          <a:p>
            <a:pPr indent="0" lvl="0" marL="0" marR="0" rtl="0" algn="ctr">
              <a:spcBef>
                <a:spcPts val="0"/>
              </a:spcBef>
              <a:spcAft>
                <a:spcPts val="0"/>
              </a:spcAft>
              <a:buNone/>
            </a:pPr>
            <a:r>
              <a:rPr lang="ja-JP" sz="1200">
                <a:solidFill>
                  <a:schemeClr val="dk1"/>
                </a:solidFill>
                <a:latin typeface="Arial"/>
                <a:ea typeface="Arial"/>
                <a:cs typeface="Arial"/>
                <a:sym typeface="Arial"/>
              </a:rPr>
              <a:t>PO40201R.exe</a:t>
            </a:r>
            <a:endParaRPr/>
          </a:p>
        </p:txBody>
      </p:sp>
      <p:sp>
        <p:nvSpPr>
          <p:cNvPr id="799" name="Google Shape;799;p15"/>
          <p:cNvSpPr txBox="1"/>
          <p:nvPr/>
        </p:nvSpPr>
        <p:spPr>
          <a:xfrm rot="5400000">
            <a:off x="8000065" y="4147880"/>
            <a:ext cx="271869"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a:t>
            </a:r>
            <a:endParaRPr sz="1400">
              <a:solidFill>
                <a:schemeClr val="dk1"/>
              </a:solidFill>
              <a:latin typeface="Arial"/>
              <a:ea typeface="Arial"/>
              <a:cs typeface="Arial"/>
              <a:sym typeface="Arial"/>
            </a:endParaRPr>
          </a:p>
        </p:txBody>
      </p:sp>
      <p:sp>
        <p:nvSpPr>
          <p:cNvPr id="800" name="Google Shape;800;p15"/>
          <p:cNvSpPr/>
          <p:nvPr/>
        </p:nvSpPr>
        <p:spPr>
          <a:xfrm>
            <a:off x="7056000" y="4680000"/>
            <a:ext cx="1728000" cy="1692000"/>
          </a:xfrm>
          <a:prstGeom prst="rect">
            <a:avLst/>
          </a:prstGeom>
          <a:solidFill>
            <a:srgbClr val="EDEDED"/>
          </a:solidFill>
          <a:ln cap="flat" cmpd="sng" w="12700">
            <a:solidFill>
              <a:schemeClr val="accent3"/>
            </a:solidFill>
            <a:prstDash val="solid"/>
            <a:miter lim="800000"/>
            <a:headEnd len="sm" w="sm" type="none"/>
            <a:tailEnd len="sm" w="sm" type="none"/>
          </a:ln>
        </p:spPr>
        <p:txBody>
          <a:bodyPr anchorCtr="0" anchor="t" bIns="45700" lIns="108000" spcFirstLastPara="1" rIns="108000" wrap="square" tIns="45700">
            <a:noAutofit/>
          </a:bodyPr>
          <a:lstStyle/>
          <a:p>
            <a:pPr indent="0" lvl="0" marL="0" marR="0" rtl="0" algn="ctr">
              <a:spcBef>
                <a:spcPts val="0"/>
              </a:spcBef>
              <a:spcAft>
                <a:spcPts val="0"/>
              </a:spcAft>
              <a:buNone/>
            </a:pPr>
            <a:r>
              <a:rPr b="1" lang="ja-JP" sz="1400">
                <a:solidFill>
                  <a:schemeClr val="dk1"/>
                </a:solidFill>
                <a:latin typeface="Arial"/>
                <a:ea typeface="Arial"/>
                <a:cs typeface="Arial"/>
                <a:sym typeface="Arial"/>
              </a:rPr>
              <a:t>品質管理</a:t>
            </a:r>
            <a:endParaRPr b="1" sz="1400">
              <a:solidFill>
                <a:schemeClr val="dk1"/>
              </a:solidFill>
              <a:latin typeface="Arial"/>
              <a:ea typeface="Arial"/>
              <a:cs typeface="Arial"/>
              <a:sym typeface="Arial"/>
            </a:endParaRPr>
          </a:p>
          <a:p>
            <a:pPr indent="0" lvl="0" marL="0" marR="0" rtl="0" algn="ctr">
              <a:spcBef>
                <a:spcPts val="0"/>
              </a:spcBef>
              <a:spcAft>
                <a:spcPts val="0"/>
              </a:spcAft>
              <a:buNone/>
            </a:pPr>
            <a:r>
              <a:rPr b="1" lang="ja-JP" sz="1400">
                <a:solidFill>
                  <a:schemeClr val="dk1"/>
                </a:solidFill>
                <a:latin typeface="Arial"/>
                <a:ea typeface="Arial"/>
                <a:cs typeface="Arial"/>
                <a:sym typeface="Arial"/>
              </a:rPr>
              <a:t>プログラム群</a:t>
            </a:r>
            <a:endParaRPr b="1" sz="1400">
              <a:solidFill>
                <a:schemeClr val="dk1"/>
              </a:solidFill>
              <a:latin typeface="Arial"/>
              <a:ea typeface="Arial"/>
              <a:cs typeface="Arial"/>
              <a:sym typeface="Arial"/>
            </a:endParaRPr>
          </a:p>
        </p:txBody>
      </p:sp>
      <p:sp>
        <p:nvSpPr>
          <p:cNvPr id="801" name="Google Shape;801;p15"/>
          <p:cNvSpPr/>
          <p:nvPr/>
        </p:nvSpPr>
        <p:spPr>
          <a:xfrm>
            <a:off x="7200000" y="5220000"/>
            <a:ext cx="1440000" cy="216000"/>
          </a:xfrm>
          <a:prstGeom prst="roundRect">
            <a:avLst>
              <a:gd fmla="val 29398" name="adj"/>
            </a:avLst>
          </a:prstGeom>
          <a:solidFill>
            <a:srgbClr val="FBE4D4"/>
          </a:solidFill>
          <a:ln cap="flat" cmpd="sng" w="9525">
            <a:solidFill>
              <a:schemeClr val="accent2"/>
            </a:solidFill>
            <a:prstDash val="solid"/>
            <a:miter lim="800000"/>
            <a:headEnd len="sm" w="sm" type="none"/>
            <a:tailEnd len="sm" w="sm" type="none"/>
          </a:ln>
        </p:spPr>
        <p:txBody>
          <a:bodyPr anchorCtr="0" anchor="ctr" bIns="45700" lIns="36000" spcFirstLastPara="1" rIns="36000" wrap="square" tIns="45700">
            <a:noAutofit/>
          </a:bodyPr>
          <a:lstStyle/>
          <a:p>
            <a:pPr indent="0" lvl="0" marL="0" marR="0" rtl="0" algn="ctr">
              <a:spcBef>
                <a:spcPts val="0"/>
              </a:spcBef>
              <a:spcAft>
                <a:spcPts val="0"/>
              </a:spcAft>
              <a:buNone/>
            </a:pPr>
            <a:r>
              <a:rPr lang="ja-JP" sz="1200">
                <a:solidFill>
                  <a:schemeClr val="dk1"/>
                </a:solidFill>
                <a:latin typeface="Arial"/>
                <a:ea typeface="Arial"/>
                <a:cs typeface="Arial"/>
                <a:sym typeface="Arial"/>
              </a:rPr>
              <a:t>QU00101D.exe</a:t>
            </a:r>
            <a:endParaRPr/>
          </a:p>
        </p:txBody>
      </p:sp>
      <p:sp>
        <p:nvSpPr>
          <p:cNvPr id="802" name="Google Shape;802;p15"/>
          <p:cNvSpPr/>
          <p:nvPr/>
        </p:nvSpPr>
        <p:spPr>
          <a:xfrm>
            <a:off x="7200000" y="5796000"/>
            <a:ext cx="1440000" cy="216000"/>
          </a:xfrm>
          <a:prstGeom prst="roundRect">
            <a:avLst>
              <a:gd fmla="val 29398" name="adj"/>
            </a:avLst>
          </a:prstGeom>
          <a:solidFill>
            <a:srgbClr val="FBE4D4"/>
          </a:solidFill>
          <a:ln cap="flat" cmpd="sng" w="9525">
            <a:solidFill>
              <a:schemeClr val="accent2"/>
            </a:solidFill>
            <a:prstDash val="solid"/>
            <a:miter lim="800000"/>
            <a:headEnd len="sm" w="sm" type="none"/>
            <a:tailEnd len="sm" w="sm" type="none"/>
          </a:ln>
        </p:spPr>
        <p:txBody>
          <a:bodyPr anchorCtr="0" anchor="ctr" bIns="45700" lIns="36000" spcFirstLastPara="1" rIns="36000" wrap="square" tIns="45700">
            <a:noAutofit/>
          </a:bodyPr>
          <a:lstStyle/>
          <a:p>
            <a:pPr indent="0" lvl="0" marL="0" marR="0" rtl="0" algn="ctr">
              <a:spcBef>
                <a:spcPts val="0"/>
              </a:spcBef>
              <a:spcAft>
                <a:spcPts val="0"/>
              </a:spcAft>
              <a:buNone/>
            </a:pPr>
            <a:r>
              <a:rPr lang="ja-JP" sz="1200">
                <a:solidFill>
                  <a:schemeClr val="dk1"/>
                </a:solidFill>
                <a:latin typeface="Arial"/>
                <a:ea typeface="Arial"/>
                <a:cs typeface="Arial"/>
                <a:sym typeface="Arial"/>
              </a:rPr>
              <a:t>AK01002D.exe</a:t>
            </a:r>
            <a:endParaRPr/>
          </a:p>
        </p:txBody>
      </p:sp>
      <p:sp>
        <p:nvSpPr>
          <p:cNvPr id="803" name="Google Shape;803;p15"/>
          <p:cNvSpPr/>
          <p:nvPr/>
        </p:nvSpPr>
        <p:spPr>
          <a:xfrm>
            <a:off x="7200000" y="5508000"/>
            <a:ext cx="1440000" cy="216000"/>
          </a:xfrm>
          <a:prstGeom prst="roundRect">
            <a:avLst>
              <a:gd fmla="val 29398" name="adj"/>
            </a:avLst>
          </a:prstGeom>
          <a:solidFill>
            <a:srgbClr val="FBE4D4"/>
          </a:solidFill>
          <a:ln cap="flat" cmpd="sng" w="9525">
            <a:solidFill>
              <a:schemeClr val="accent2"/>
            </a:solidFill>
            <a:prstDash val="solid"/>
            <a:miter lim="800000"/>
            <a:headEnd len="sm" w="sm" type="none"/>
            <a:tailEnd len="sm" w="sm" type="none"/>
          </a:ln>
        </p:spPr>
        <p:txBody>
          <a:bodyPr anchorCtr="0" anchor="ctr" bIns="45700" lIns="36000" spcFirstLastPara="1" rIns="36000" wrap="square" tIns="45700">
            <a:noAutofit/>
          </a:bodyPr>
          <a:lstStyle/>
          <a:p>
            <a:pPr indent="0" lvl="0" marL="0" marR="0" rtl="0" algn="ctr">
              <a:spcBef>
                <a:spcPts val="0"/>
              </a:spcBef>
              <a:spcAft>
                <a:spcPts val="0"/>
              </a:spcAft>
              <a:buNone/>
            </a:pPr>
            <a:r>
              <a:rPr lang="ja-JP" sz="1200">
                <a:solidFill>
                  <a:schemeClr val="dk1"/>
                </a:solidFill>
                <a:latin typeface="Arial"/>
                <a:ea typeface="Arial"/>
                <a:cs typeface="Arial"/>
                <a:sym typeface="Arial"/>
              </a:rPr>
              <a:t>QU00301D.exe</a:t>
            </a:r>
            <a:endParaRPr/>
          </a:p>
        </p:txBody>
      </p:sp>
      <p:sp>
        <p:nvSpPr>
          <p:cNvPr id="804" name="Google Shape;804;p15"/>
          <p:cNvSpPr txBox="1"/>
          <p:nvPr/>
        </p:nvSpPr>
        <p:spPr>
          <a:xfrm rot="5400000">
            <a:off x="7784065" y="5983880"/>
            <a:ext cx="271869"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a:t>
            </a:r>
            <a:endParaRPr sz="1400">
              <a:solidFill>
                <a:schemeClr val="dk1"/>
              </a:solidFill>
              <a:latin typeface="Arial"/>
              <a:ea typeface="Arial"/>
              <a:cs typeface="Arial"/>
              <a:sym typeface="Arial"/>
            </a:endParaRPr>
          </a:p>
        </p:txBody>
      </p:sp>
      <p:sp>
        <p:nvSpPr>
          <p:cNvPr id="805" name="Google Shape;805;p15"/>
          <p:cNvSpPr/>
          <p:nvPr/>
        </p:nvSpPr>
        <p:spPr>
          <a:xfrm>
            <a:off x="4896000" y="3960000"/>
            <a:ext cx="1728000" cy="1692000"/>
          </a:xfrm>
          <a:prstGeom prst="rect">
            <a:avLst/>
          </a:prstGeom>
          <a:solidFill>
            <a:srgbClr val="EDEDED"/>
          </a:solidFill>
          <a:ln cap="flat" cmpd="sng" w="12700">
            <a:solidFill>
              <a:schemeClr val="accent3"/>
            </a:solidFill>
            <a:prstDash val="solid"/>
            <a:miter lim="800000"/>
            <a:headEnd len="sm" w="sm" type="none"/>
            <a:tailEnd len="sm" w="sm" type="none"/>
          </a:ln>
        </p:spPr>
        <p:txBody>
          <a:bodyPr anchorCtr="0" anchor="t" bIns="45700" lIns="108000" spcFirstLastPara="1" rIns="108000" wrap="square" tIns="45700">
            <a:noAutofit/>
          </a:bodyPr>
          <a:lstStyle/>
          <a:p>
            <a:pPr indent="0" lvl="0" marL="0" marR="0" rtl="0" algn="ctr">
              <a:spcBef>
                <a:spcPts val="0"/>
              </a:spcBef>
              <a:spcAft>
                <a:spcPts val="0"/>
              </a:spcAft>
              <a:buNone/>
            </a:pPr>
            <a:r>
              <a:rPr b="1" lang="ja-JP" sz="1400">
                <a:solidFill>
                  <a:schemeClr val="dk1"/>
                </a:solidFill>
                <a:latin typeface="Arial"/>
                <a:ea typeface="Arial"/>
                <a:cs typeface="Arial"/>
                <a:sym typeface="Arial"/>
              </a:rPr>
              <a:t>データ管理/管理資料</a:t>
            </a:r>
            <a:endParaRPr b="1" sz="1400">
              <a:solidFill>
                <a:schemeClr val="dk1"/>
              </a:solidFill>
              <a:latin typeface="Arial"/>
              <a:ea typeface="Arial"/>
              <a:cs typeface="Arial"/>
              <a:sym typeface="Arial"/>
            </a:endParaRPr>
          </a:p>
          <a:p>
            <a:pPr indent="0" lvl="0" marL="0" marR="0" rtl="0" algn="ctr">
              <a:spcBef>
                <a:spcPts val="0"/>
              </a:spcBef>
              <a:spcAft>
                <a:spcPts val="0"/>
              </a:spcAft>
              <a:buNone/>
            </a:pPr>
            <a:r>
              <a:rPr b="1" lang="ja-JP" sz="1400">
                <a:solidFill>
                  <a:schemeClr val="dk1"/>
                </a:solidFill>
                <a:latin typeface="Arial"/>
                <a:ea typeface="Arial"/>
                <a:cs typeface="Arial"/>
                <a:sym typeface="Arial"/>
              </a:rPr>
              <a:t>プログラム群</a:t>
            </a:r>
            <a:endParaRPr b="1" sz="1400">
              <a:solidFill>
                <a:schemeClr val="dk1"/>
              </a:solidFill>
              <a:latin typeface="Arial"/>
              <a:ea typeface="Arial"/>
              <a:cs typeface="Arial"/>
              <a:sym typeface="Arial"/>
            </a:endParaRPr>
          </a:p>
        </p:txBody>
      </p:sp>
      <p:sp>
        <p:nvSpPr>
          <p:cNvPr id="806" name="Google Shape;806;p15"/>
          <p:cNvSpPr/>
          <p:nvPr/>
        </p:nvSpPr>
        <p:spPr>
          <a:xfrm>
            <a:off x="5040000" y="4500000"/>
            <a:ext cx="1440000" cy="216000"/>
          </a:xfrm>
          <a:prstGeom prst="roundRect">
            <a:avLst>
              <a:gd fmla="val 29398" name="adj"/>
            </a:avLst>
          </a:prstGeom>
          <a:solidFill>
            <a:srgbClr val="FBE4D4"/>
          </a:solidFill>
          <a:ln cap="flat" cmpd="sng" w="9525">
            <a:solidFill>
              <a:schemeClr val="accent2"/>
            </a:solidFill>
            <a:prstDash val="solid"/>
            <a:miter lim="800000"/>
            <a:headEnd len="sm" w="sm" type="none"/>
            <a:tailEnd len="sm" w="sm" type="none"/>
          </a:ln>
        </p:spPr>
        <p:txBody>
          <a:bodyPr anchorCtr="0" anchor="ctr" bIns="45700" lIns="36000" spcFirstLastPara="1" rIns="36000" wrap="square" tIns="45700">
            <a:noAutofit/>
          </a:bodyPr>
          <a:lstStyle/>
          <a:p>
            <a:pPr indent="0" lvl="0" marL="0" marR="0" rtl="0" algn="ctr">
              <a:spcBef>
                <a:spcPts val="0"/>
              </a:spcBef>
              <a:spcAft>
                <a:spcPts val="0"/>
              </a:spcAft>
              <a:buNone/>
            </a:pPr>
            <a:r>
              <a:rPr lang="ja-JP" sz="1200">
                <a:solidFill>
                  <a:schemeClr val="dk1"/>
                </a:solidFill>
                <a:latin typeface="Arial"/>
                <a:ea typeface="Arial"/>
                <a:cs typeface="Arial"/>
                <a:sym typeface="Arial"/>
              </a:rPr>
              <a:t>BO00301D.exe</a:t>
            </a:r>
            <a:endParaRPr/>
          </a:p>
        </p:txBody>
      </p:sp>
      <p:sp>
        <p:nvSpPr>
          <p:cNvPr id="807" name="Google Shape;807;p15"/>
          <p:cNvSpPr/>
          <p:nvPr/>
        </p:nvSpPr>
        <p:spPr>
          <a:xfrm>
            <a:off x="5040000" y="5076000"/>
            <a:ext cx="1440000" cy="216000"/>
          </a:xfrm>
          <a:prstGeom prst="roundRect">
            <a:avLst>
              <a:gd fmla="val 29398" name="adj"/>
            </a:avLst>
          </a:prstGeom>
          <a:solidFill>
            <a:srgbClr val="FBE4D4"/>
          </a:solidFill>
          <a:ln cap="flat" cmpd="sng" w="9525">
            <a:solidFill>
              <a:schemeClr val="accent2"/>
            </a:solidFill>
            <a:prstDash val="solid"/>
            <a:miter lim="800000"/>
            <a:headEnd len="sm" w="sm" type="none"/>
            <a:tailEnd len="sm" w="sm" type="none"/>
          </a:ln>
        </p:spPr>
        <p:txBody>
          <a:bodyPr anchorCtr="0" anchor="ctr" bIns="45700" lIns="36000" spcFirstLastPara="1" rIns="36000" wrap="square" tIns="45700">
            <a:noAutofit/>
          </a:bodyPr>
          <a:lstStyle/>
          <a:p>
            <a:pPr indent="0" lvl="0" marL="0" marR="0" rtl="0" algn="ctr">
              <a:spcBef>
                <a:spcPts val="0"/>
              </a:spcBef>
              <a:spcAft>
                <a:spcPts val="0"/>
              </a:spcAft>
              <a:buNone/>
            </a:pPr>
            <a:r>
              <a:rPr lang="ja-JP" sz="1200">
                <a:solidFill>
                  <a:schemeClr val="dk1"/>
                </a:solidFill>
                <a:latin typeface="Arial"/>
                <a:ea typeface="Arial"/>
                <a:cs typeface="Arial"/>
                <a:sym typeface="Arial"/>
              </a:rPr>
              <a:t>PO30102D.exe</a:t>
            </a:r>
            <a:endParaRPr/>
          </a:p>
        </p:txBody>
      </p:sp>
      <p:sp>
        <p:nvSpPr>
          <p:cNvPr id="808" name="Google Shape;808;p15"/>
          <p:cNvSpPr/>
          <p:nvPr/>
        </p:nvSpPr>
        <p:spPr>
          <a:xfrm>
            <a:off x="5040000" y="4788000"/>
            <a:ext cx="1440000" cy="216000"/>
          </a:xfrm>
          <a:prstGeom prst="roundRect">
            <a:avLst>
              <a:gd fmla="val 29398" name="adj"/>
            </a:avLst>
          </a:prstGeom>
          <a:solidFill>
            <a:srgbClr val="FBE4D4"/>
          </a:solidFill>
          <a:ln cap="flat" cmpd="sng" w="9525">
            <a:solidFill>
              <a:schemeClr val="accent2"/>
            </a:solidFill>
            <a:prstDash val="solid"/>
            <a:miter lim="800000"/>
            <a:headEnd len="sm" w="sm" type="none"/>
            <a:tailEnd len="sm" w="sm" type="none"/>
          </a:ln>
        </p:spPr>
        <p:txBody>
          <a:bodyPr anchorCtr="0" anchor="ctr" bIns="45700" lIns="36000" spcFirstLastPara="1" rIns="36000" wrap="square" tIns="45700">
            <a:noAutofit/>
          </a:bodyPr>
          <a:lstStyle/>
          <a:p>
            <a:pPr indent="0" lvl="0" marL="0" marR="0" rtl="0" algn="ctr">
              <a:spcBef>
                <a:spcPts val="0"/>
              </a:spcBef>
              <a:spcAft>
                <a:spcPts val="0"/>
              </a:spcAft>
              <a:buNone/>
            </a:pPr>
            <a:r>
              <a:rPr lang="ja-JP" sz="1200">
                <a:solidFill>
                  <a:schemeClr val="dk1"/>
                </a:solidFill>
                <a:latin typeface="Arial"/>
                <a:ea typeface="Arial"/>
                <a:cs typeface="Arial"/>
                <a:sym typeface="Arial"/>
              </a:rPr>
              <a:t>PO40102D.exe</a:t>
            </a:r>
            <a:endParaRPr/>
          </a:p>
        </p:txBody>
      </p:sp>
      <p:sp>
        <p:nvSpPr>
          <p:cNvPr id="809" name="Google Shape;809;p15"/>
          <p:cNvSpPr txBox="1"/>
          <p:nvPr/>
        </p:nvSpPr>
        <p:spPr>
          <a:xfrm rot="5400000">
            <a:off x="5624066" y="5263880"/>
            <a:ext cx="271869"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a:t>
            </a:r>
            <a:endParaRPr sz="1400">
              <a:solidFill>
                <a:schemeClr val="dk1"/>
              </a:solidFill>
              <a:latin typeface="Arial"/>
              <a:ea typeface="Arial"/>
              <a:cs typeface="Arial"/>
              <a:sym typeface="Arial"/>
            </a:endParaRPr>
          </a:p>
        </p:txBody>
      </p:sp>
      <p:cxnSp>
        <p:nvCxnSpPr>
          <p:cNvPr id="810" name="Google Shape;810;p15"/>
          <p:cNvCxnSpPr>
            <a:stCxn id="767" idx="3"/>
            <a:endCxn id="796" idx="1"/>
          </p:cNvCxnSpPr>
          <p:nvPr/>
        </p:nvCxnSpPr>
        <p:spPr>
          <a:xfrm>
            <a:off x="6768000" y="2592000"/>
            <a:ext cx="648000" cy="900000"/>
          </a:xfrm>
          <a:prstGeom prst="bentConnector3">
            <a:avLst>
              <a:gd fmla="val 50000" name="adj1"/>
            </a:avLst>
          </a:prstGeom>
          <a:noFill/>
          <a:ln cap="flat" cmpd="sng" w="28575">
            <a:solidFill>
              <a:schemeClr val="accent3"/>
            </a:solidFill>
            <a:prstDash val="solid"/>
            <a:miter lim="800000"/>
            <a:headEnd len="sm" w="sm" type="none"/>
            <a:tailEnd len="med" w="med" type="triangle"/>
          </a:ln>
        </p:spPr>
      </p:cxnSp>
      <p:cxnSp>
        <p:nvCxnSpPr>
          <p:cNvPr id="811" name="Google Shape;811;p15"/>
          <p:cNvCxnSpPr>
            <a:stCxn id="767" idx="3"/>
            <a:endCxn id="798" idx="1"/>
          </p:cNvCxnSpPr>
          <p:nvPr/>
        </p:nvCxnSpPr>
        <p:spPr>
          <a:xfrm>
            <a:off x="6768000" y="2592000"/>
            <a:ext cx="648000" cy="1188000"/>
          </a:xfrm>
          <a:prstGeom prst="bentConnector3">
            <a:avLst>
              <a:gd fmla="val 50000" name="adj1"/>
            </a:avLst>
          </a:prstGeom>
          <a:noFill/>
          <a:ln cap="flat" cmpd="sng" w="28575">
            <a:solidFill>
              <a:schemeClr val="accent3"/>
            </a:solidFill>
            <a:prstDash val="solid"/>
            <a:miter lim="800000"/>
            <a:headEnd len="sm" w="sm" type="none"/>
            <a:tailEnd len="med" w="med" type="triangle"/>
          </a:ln>
        </p:spPr>
      </p:cxnSp>
      <p:cxnSp>
        <p:nvCxnSpPr>
          <p:cNvPr id="812" name="Google Shape;812;p15"/>
          <p:cNvCxnSpPr>
            <a:stCxn id="767" idx="3"/>
            <a:endCxn id="797" idx="1"/>
          </p:cNvCxnSpPr>
          <p:nvPr/>
        </p:nvCxnSpPr>
        <p:spPr>
          <a:xfrm>
            <a:off x="6768000" y="2592000"/>
            <a:ext cx="648000" cy="1476000"/>
          </a:xfrm>
          <a:prstGeom prst="bentConnector3">
            <a:avLst>
              <a:gd fmla="val 50000" name="adj1"/>
            </a:avLst>
          </a:prstGeom>
          <a:noFill/>
          <a:ln cap="flat" cmpd="sng" w="28575">
            <a:solidFill>
              <a:schemeClr val="accent3"/>
            </a:solidFill>
            <a:prstDash val="solid"/>
            <a:miter lim="800000"/>
            <a:headEnd len="sm" w="sm" type="none"/>
            <a:tailEnd len="med" w="med" type="triangle"/>
          </a:ln>
        </p:spPr>
      </p:cxnSp>
      <p:cxnSp>
        <p:nvCxnSpPr>
          <p:cNvPr id="813" name="Google Shape;813;p15"/>
          <p:cNvCxnSpPr>
            <a:stCxn id="769" idx="3"/>
            <a:endCxn id="801" idx="1"/>
          </p:cNvCxnSpPr>
          <p:nvPr/>
        </p:nvCxnSpPr>
        <p:spPr>
          <a:xfrm>
            <a:off x="6768000" y="3060000"/>
            <a:ext cx="432000" cy="2268000"/>
          </a:xfrm>
          <a:prstGeom prst="bentConnector3">
            <a:avLst>
              <a:gd fmla="val 50000" name="adj1"/>
            </a:avLst>
          </a:prstGeom>
          <a:noFill/>
          <a:ln cap="flat" cmpd="sng" w="28575">
            <a:solidFill>
              <a:schemeClr val="accent3"/>
            </a:solidFill>
            <a:prstDash val="solid"/>
            <a:miter lim="800000"/>
            <a:headEnd len="sm" w="sm" type="none"/>
            <a:tailEnd len="med" w="med" type="triangle"/>
          </a:ln>
        </p:spPr>
      </p:cxnSp>
      <p:cxnSp>
        <p:nvCxnSpPr>
          <p:cNvPr id="814" name="Google Shape;814;p15"/>
          <p:cNvCxnSpPr>
            <a:stCxn id="769" idx="3"/>
            <a:endCxn id="803" idx="1"/>
          </p:cNvCxnSpPr>
          <p:nvPr/>
        </p:nvCxnSpPr>
        <p:spPr>
          <a:xfrm>
            <a:off x="6768000" y="3060000"/>
            <a:ext cx="432000" cy="2556000"/>
          </a:xfrm>
          <a:prstGeom prst="bentConnector3">
            <a:avLst>
              <a:gd fmla="val 50000" name="adj1"/>
            </a:avLst>
          </a:prstGeom>
          <a:noFill/>
          <a:ln cap="flat" cmpd="sng" w="28575">
            <a:solidFill>
              <a:schemeClr val="accent3"/>
            </a:solidFill>
            <a:prstDash val="solid"/>
            <a:miter lim="800000"/>
            <a:headEnd len="sm" w="sm" type="none"/>
            <a:tailEnd len="med" w="med" type="triangle"/>
          </a:ln>
        </p:spPr>
      </p:cxnSp>
      <p:cxnSp>
        <p:nvCxnSpPr>
          <p:cNvPr id="815" name="Google Shape;815;p15"/>
          <p:cNvCxnSpPr>
            <a:stCxn id="769" idx="3"/>
            <a:endCxn id="802" idx="1"/>
          </p:cNvCxnSpPr>
          <p:nvPr/>
        </p:nvCxnSpPr>
        <p:spPr>
          <a:xfrm>
            <a:off x="6768000" y="3060000"/>
            <a:ext cx="432000" cy="2844000"/>
          </a:xfrm>
          <a:prstGeom prst="bentConnector3">
            <a:avLst>
              <a:gd fmla="val 50000" name="adj1"/>
            </a:avLst>
          </a:prstGeom>
          <a:noFill/>
          <a:ln cap="flat" cmpd="sng" w="28575">
            <a:solidFill>
              <a:schemeClr val="accent3"/>
            </a:solidFill>
            <a:prstDash val="solid"/>
            <a:miter lim="800000"/>
            <a:headEnd len="sm" w="sm" type="none"/>
            <a:tailEnd len="med" w="med" type="triangle"/>
          </a:ln>
        </p:spPr>
      </p:cxnSp>
      <p:cxnSp>
        <p:nvCxnSpPr>
          <p:cNvPr id="816" name="Google Shape;816;p15"/>
          <p:cNvCxnSpPr>
            <a:stCxn id="770" idx="2"/>
            <a:endCxn id="806" idx="1"/>
          </p:cNvCxnSpPr>
          <p:nvPr/>
        </p:nvCxnSpPr>
        <p:spPr>
          <a:xfrm flipH="1" rot="-5400000">
            <a:off x="4374000" y="3942000"/>
            <a:ext cx="864000" cy="468000"/>
          </a:xfrm>
          <a:prstGeom prst="bentConnector2">
            <a:avLst/>
          </a:prstGeom>
          <a:noFill/>
          <a:ln cap="flat" cmpd="sng" w="28575">
            <a:solidFill>
              <a:schemeClr val="accent3"/>
            </a:solidFill>
            <a:prstDash val="solid"/>
            <a:miter lim="800000"/>
            <a:headEnd len="sm" w="sm" type="none"/>
            <a:tailEnd len="med" w="med" type="triangle"/>
          </a:ln>
        </p:spPr>
      </p:cxnSp>
      <p:cxnSp>
        <p:nvCxnSpPr>
          <p:cNvPr id="817" name="Google Shape;817;p15"/>
          <p:cNvCxnSpPr>
            <a:stCxn id="770" idx="2"/>
            <a:endCxn id="808" idx="1"/>
          </p:cNvCxnSpPr>
          <p:nvPr/>
        </p:nvCxnSpPr>
        <p:spPr>
          <a:xfrm flipH="1" rot="-5400000">
            <a:off x="4230000" y="4086000"/>
            <a:ext cx="1152000" cy="468000"/>
          </a:xfrm>
          <a:prstGeom prst="bentConnector2">
            <a:avLst/>
          </a:prstGeom>
          <a:noFill/>
          <a:ln cap="flat" cmpd="sng" w="28575">
            <a:solidFill>
              <a:schemeClr val="accent3"/>
            </a:solidFill>
            <a:prstDash val="solid"/>
            <a:miter lim="800000"/>
            <a:headEnd len="sm" w="sm" type="none"/>
            <a:tailEnd len="med" w="med" type="triangle"/>
          </a:ln>
        </p:spPr>
      </p:cxnSp>
      <p:cxnSp>
        <p:nvCxnSpPr>
          <p:cNvPr id="818" name="Google Shape;818;p15"/>
          <p:cNvCxnSpPr>
            <a:stCxn id="770" idx="2"/>
            <a:endCxn id="807" idx="1"/>
          </p:cNvCxnSpPr>
          <p:nvPr/>
        </p:nvCxnSpPr>
        <p:spPr>
          <a:xfrm flipH="1" rot="-5400000">
            <a:off x="4086000" y="4230000"/>
            <a:ext cx="1440000" cy="468000"/>
          </a:xfrm>
          <a:prstGeom prst="bentConnector2">
            <a:avLst/>
          </a:prstGeom>
          <a:noFill/>
          <a:ln cap="flat" cmpd="sng" w="28575">
            <a:solidFill>
              <a:schemeClr val="accent3"/>
            </a:solidFill>
            <a:prstDash val="solid"/>
            <a:miter lim="800000"/>
            <a:headEnd len="sm" w="sm" type="none"/>
            <a:tailEnd len="med" w="med" type="triangle"/>
          </a:ln>
        </p:spPr>
      </p:cxnSp>
      <p:cxnSp>
        <p:nvCxnSpPr>
          <p:cNvPr id="819" name="Google Shape;819;p15"/>
          <p:cNvCxnSpPr>
            <a:endCxn id="791" idx="1"/>
          </p:cNvCxnSpPr>
          <p:nvPr/>
        </p:nvCxnSpPr>
        <p:spPr>
          <a:xfrm flipH="1" rot="-5400000">
            <a:off x="2196000" y="4716000"/>
            <a:ext cx="864000" cy="360000"/>
          </a:xfrm>
          <a:prstGeom prst="bentConnector2">
            <a:avLst/>
          </a:prstGeom>
          <a:noFill/>
          <a:ln cap="flat" cmpd="sng" w="28575">
            <a:solidFill>
              <a:schemeClr val="accent3"/>
            </a:solidFill>
            <a:prstDash val="solid"/>
            <a:miter lim="800000"/>
            <a:headEnd len="sm" w="sm" type="none"/>
            <a:tailEnd len="med" w="med" type="triangle"/>
          </a:ln>
        </p:spPr>
      </p:cxnSp>
      <p:cxnSp>
        <p:nvCxnSpPr>
          <p:cNvPr id="820" name="Google Shape;820;p15"/>
          <p:cNvCxnSpPr>
            <a:endCxn id="793" idx="1"/>
          </p:cNvCxnSpPr>
          <p:nvPr/>
        </p:nvCxnSpPr>
        <p:spPr>
          <a:xfrm flipH="1" rot="-5400000">
            <a:off x="2052000" y="4860000"/>
            <a:ext cx="1152000" cy="360000"/>
          </a:xfrm>
          <a:prstGeom prst="bentConnector2">
            <a:avLst/>
          </a:prstGeom>
          <a:noFill/>
          <a:ln cap="flat" cmpd="sng" w="28575">
            <a:solidFill>
              <a:schemeClr val="accent3"/>
            </a:solidFill>
            <a:prstDash val="solid"/>
            <a:miter lim="800000"/>
            <a:headEnd len="sm" w="sm" type="none"/>
            <a:tailEnd len="med" w="med" type="triangle"/>
          </a:ln>
        </p:spPr>
      </p:cxnSp>
      <p:cxnSp>
        <p:nvCxnSpPr>
          <p:cNvPr id="821" name="Google Shape;821;p15"/>
          <p:cNvCxnSpPr>
            <a:endCxn id="792" idx="1"/>
          </p:cNvCxnSpPr>
          <p:nvPr/>
        </p:nvCxnSpPr>
        <p:spPr>
          <a:xfrm flipH="1" rot="-5400000">
            <a:off x="1908000" y="5004000"/>
            <a:ext cx="1440000" cy="360000"/>
          </a:xfrm>
          <a:prstGeom prst="bentConnector2">
            <a:avLst/>
          </a:prstGeom>
          <a:noFill/>
          <a:ln cap="flat" cmpd="sng" w="28575">
            <a:solidFill>
              <a:schemeClr val="accent3"/>
            </a:solidFill>
            <a:prstDash val="solid"/>
            <a:miter lim="800000"/>
            <a:headEnd len="sm" w="sm" type="none"/>
            <a:tailEnd len="med" w="med" type="triangle"/>
          </a:ln>
        </p:spPr>
      </p:cxnSp>
      <p:cxnSp>
        <p:nvCxnSpPr>
          <p:cNvPr id="822" name="Google Shape;822;p15"/>
          <p:cNvCxnSpPr/>
          <p:nvPr/>
        </p:nvCxnSpPr>
        <p:spPr>
          <a:xfrm>
            <a:off x="3024000" y="3744000"/>
            <a:ext cx="0" cy="288000"/>
          </a:xfrm>
          <a:prstGeom prst="straightConnector1">
            <a:avLst/>
          </a:prstGeom>
          <a:noFill/>
          <a:ln cap="flat" cmpd="sng" w="28575">
            <a:solidFill>
              <a:schemeClr val="accent3"/>
            </a:solidFill>
            <a:prstDash val="solid"/>
            <a:miter lim="800000"/>
            <a:headEnd len="sm" w="sm" type="none"/>
            <a:tailEnd len="med" w="med" type="triangle"/>
          </a:ln>
        </p:spPr>
      </p:cxnSp>
      <p:sp>
        <p:nvSpPr>
          <p:cNvPr id="823" name="Google Shape;823;p15"/>
          <p:cNvSpPr/>
          <p:nvPr/>
        </p:nvSpPr>
        <p:spPr>
          <a:xfrm>
            <a:off x="7272000" y="1008000"/>
            <a:ext cx="1728000" cy="1692000"/>
          </a:xfrm>
          <a:prstGeom prst="rect">
            <a:avLst/>
          </a:prstGeom>
          <a:solidFill>
            <a:srgbClr val="EDEDED"/>
          </a:solidFill>
          <a:ln cap="flat" cmpd="sng" w="12700">
            <a:solidFill>
              <a:schemeClr val="accent3"/>
            </a:solidFill>
            <a:prstDash val="solid"/>
            <a:miter lim="800000"/>
            <a:headEnd len="sm" w="sm" type="none"/>
            <a:tailEnd len="sm" w="sm" type="none"/>
          </a:ln>
        </p:spPr>
        <p:txBody>
          <a:bodyPr anchorCtr="0" anchor="t" bIns="45700" lIns="108000" spcFirstLastPara="1" rIns="108000" wrap="square" tIns="45700">
            <a:noAutofit/>
          </a:bodyPr>
          <a:lstStyle/>
          <a:p>
            <a:pPr indent="0" lvl="0" marL="0" marR="0" rtl="0" algn="ctr">
              <a:spcBef>
                <a:spcPts val="0"/>
              </a:spcBef>
              <a:spcAft>
                <a:spcPts val="0"/>
              </a:spcAft>
              <a:buNone/>
            </a:pPr>
            <a:r>
              <a:rPr b="1" lang="ja-JP" sz="1400">
                <a:solidFill>
                  <a:schemeClr val="dk1"/>
                </a:solidFill>
                <a:latin typeface="Arial"/>
                <a:ea typeface="Arial"/>
                <a:cs typeface="Arial"/>
                <a:sym typeface="Arial"/>
              </a:rPr>
              <a:t>BO荷繰/シフト計画</a:t>
            </a:r>
            <a:endParaRPr b="1" sz="1400">
              <a:solidFill>
                <a:schemeClr val="dk1"/>
              </a:solidFill>
              <a:latin typeface="Arial"/>
              <a:ea typeface="Arial"/>
              <a:cs typeface="Arial"/>
              <a:sym typeface="Arial"/>
            </a:endParaRPr>
          </a:p>
          <a:p>
            <a:pPr indent="0" lvl="0" marL="0" marR="0" rtl="0" algn="ctr">
              <a:spcBef>
                <a:spcPts val="0"/>
              </a:spcBef>
              <a:spcAft>
                <a:spcPts val="0"/>
              </a:spcAft>
              <a:buNone/>
            </a:pPr>
            <a:r>
              <a:rPr b="1" lang="ja-JP" sz="1400">
                <a:solidFill>
                  <a:schemeClr val="dk1"/>
                </a:solidFill>
                <a:latin typeface="Arial"/>
                <a:ea typeface="Arial"/>
                <a:cs typeface="Arial"/>
                <a:sym typeface="Arial"/>
              </a:rPr>
              <a:t>プログラム群</a:t>
            </a:r>
            <a:endParaRPr b="1" sz="1400">
              <a:solidFill>
                <a:schemeClr val="dk1"/>
              </a:solidFill>
              <a:latin typeface="Arial"/>
              <a:ea typeface="Arial"/>
              <a:cs typeface="Arial"/>
              <a:sym typeface="Arial"/>
            </a:endParaRPr>
          </a:p>
        </p:txBody>
      </p:sp>
      <p:sp>
        <p:nvSpPr>
          <p:cNvPr id="824" name="Google Shape;824;p15"/>
          <p:cNvSpPr/>
          <p:nvPr/>
        </p:nvSpPr>
        <p:spPr>
          <a:xfrm>
            <a:off x="7416000" y="1548000"/>
            <a:ext cx="1440000" cy="216000"/>
          </a:xfrm>
          <a:prstGeom prst="roundRect">
            <a:avLst>
              <a:gd fmla="val 29398" name="adj"/>
            </a:avLst>
          </a:prstGeom>
          <a:solidFill>
            <a:srgbClr val="FBE4D4"/>
          </a:solidFill>
          <a:ln cap="flat" cmpd="sng" w="9525">
            <a:solidFill>
              <a:schemeClr val="accent2"/>
            </a:solidFill>
            <a:prstDash val="solid"/>
            <a:miter lim="800000"/>
            <a:headEnd len="sm" w="sm" type="none"/>
            <a:tailEnd len="sm" w="sm" type="none"/>
          </a:ln>
        </p:spPr>
        <p:txBody>
          <a:bodyPr anchorCtr="0" anchor="ctr" bIns="45700" lIns="36000" spcFirstLastPara="1" rIns="36000" wrap="square" tIns="45700">
            <a:noAutofit/>
          </a:bodyPr>
          <a:lstStyle/>
          <a:p>
            <a:pPr indent="0" lvl="0" marL="0" marR="0" rtl="0" algn="ctr">
              <a:spcBef>
                <a:spcPts val="0"/>
              </a:spcBef>
              <a:spcAft>
                <a:spcPts val="0"/>
              </a:spcAft>
              <a:buNone/>
            </a:pPr>
            <a:r>
              <a:rPr lang="ja-JP" sz="1200">
                <a:solidFill>
                  <a:schemeClr val="dk1"/>
                </a:solidFill>
                <a:latin typeface="Arial"/>
                <a:ea typeface="Arial"/>
                <a:cs typeface="Arial"/>
                <a:sym typeface="Arial"/>
              </a:rPr>
              <a:t>BO00100D.exe</a:t>
            </a:r>
            <a:endParaRPr sz="1200">
              <a:solidFill>
                <a:schemeClr val="dk1"/>
              </a:solidFill>
              <a:latin typeface="Arial"/>
              <a:ea typeface="Arial"/>
              <a:cs typeface="Arial"/>
              <a:sym typeface="Arial"/>
            </a:endParaRPr>
          </a:p>
        </p:txBody>
      </p:sp>
      <p:sp>
        <p:nvSpPr>
          <p:cNvPr id="825" name="Google Shape;825;p15"/>
          <p:cNvSpPr/>
          <p:nvPr/>
        </p:nvSpPr>
        <p:spPr>
          <a:xfrm>
            <a:off x="7416000" y="2124000"/>
            <a:ext cx="1440000" cy="216000"/>
          </a:xfrm>
          <a:prstGeom prst="roundRect">
            <a:avLst>
              <a:gd fmla="val 29398" name="adj"/>
            </a:avLst>
          </a:prstGeom>
          <a:solidFill>
            <a:srgbClr val="FBE4D4"/>
          </a:solidFill>
          <a:ln cap="flat" cmpd="sng" w="9525">
            <a:solidFill>
              <a:schemeClr val="accent2"/>
            </a:solidFill>
            <a:prstDash val="solid"/>
            <a:miter lim="800000"/>
            <a:headEnd len="sm" w="sm" type="none"/>
            <a:tailEnd len="sm" w="sm" type="none"/>
          </a:ln>
        </p:spPr>
        <p:txBody>
          <a:bodyPr anchorCtr="0" anchor="ctr" bIns="45700" lIns="36000" spcFirstLastPara="1" rIns="36000" wrap="square" tIns="45700">
            <a:noAutofit/>
          </a:bodyPr>
          <a:lstStyle/>
          <a:p>
            <a:pPr indent="0" lvl="0" marL="0" marR="0" rtl="0" algn="ctr">
              <a:spcBef>
                <a:spcPts val="0"/>
              </a:spcBef>
              <a:spcAft>
                <a:spcPts val="0"/>
              </a:spcAft>
              <a:buNone/>
            </a:pPr>
            <a:r>
              <a:rPr lang="ja-JP" sz="1200">
                <a:solidFill>
                  <a:schemeClr val="dk1"/>
                </a:solidFill>
                <a:latin typeface="Arial"/>
                <a:ea typeface="Arial"/>
                <a:cs typeface="Arial"/>
                <a:sym typeface="Arial"/>
              </a:rPr>
              <a:t>BO00120D.exe</a:t>
            </a:r>
            <a:endParaRPr/>
          </a:p>
        </p:txBody>
      </p:sp>
      <p:sp>
        <p:nvSpPr>
          <p:cNvPr id="826" name="Google Shape;826;p15"/>
          <p:cNvSpPr/>
          <p:nvPr/>
        </p:nvSpPr>
        <p:spPr>
          <a:xfrm>
            <a:off x="7416000" y="1836000"/>
            <a:ext cx="1440000" cy="216000"/>
          </a:xfrm>
          <a:prstGeom prst="roundRect">
            <a:avLst>
              <a:gd fmla="val 29398" name="adj"/>
            </a:avLst>
          </a:prstGeom>
          <a:solidFill>
            <a:srgbClr val="FBE4D4"/>
          </a:solidFill>
          <a:ln cap="flat" cmpd="sng" w="9525">
            <a:solidFill>
              <a:schemeClr val="accent2"/>
            </a:solidFill>
            <a:prstDash val="solid"/>
            <a:miter lim="800000"/>
            <a:headEnd len="sm" w="sm" type="none"/>
            <a:tailEnd len="sm" w="sm" type="none"/>
          </a:ln>
        </p:spPr>
        <p:txBody>
          <a:bodyPr anchorCtr="0" anchor="ctr" bIns="45700" lIns="36000" spcFirstLastPara="1" rIns="36000" wrap="square" tIns="45700">
            <a:noAutofit/>
          </a:bodyPr>
          <a:lstStyle/>
          <a:p>
            <a:pPr indent="0" lvl="0" marL="0" marR="0" rtl="0" algn="ctr">
              <a:spcBef>
                <a:spcPts val="0"/>
              </a:spcBef>
              <a:spcAft>
                <a:spcPts val="0"/>
              </a:spcAft>
              <a:buNone/>
            </a:pPr>
            <a:r>
              <a:rPr lang="ja-JP" sz="1200">
                <a:solidFill>
                  <a:schemeClr val="dk1"/>
                </a:solidFill>
                <a:latin typeface="Arial"/>
                <a:ea typeface="Arial"/>
                <a:cs typeface="Arial"/>
                <a:sym typeface="Arial"/>
              </a:rPr>
              <a:t>BO00110D.exe</a:t>
            </a:r>
            <a:endParaRPr/>
          </a:p>
        </p:txBody>
      </p:sp>
      <p:sp>
        <p:nvSpPr>
          <p:cNvPr id="827" name="Google Shape;827;p15"/>
          <p:cNvSpPr txBox="1"/>
          <p:nvPr/>
        </p:nvSpPr>
        <p:spPr>
          <a:xfrm rot="5400000">
            <a:off x="8000065" y="2311880"/>
            <a:ext cx="271869"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a:t>
            </a:r>
            <a:endParaRPr sz="1400">
              <a:solidFill>
                <a:schemeClr val="dk1"/>
              </a:solidFill>
              <a:latin typeface="Arial"/>
              <a:ea typeface="Arial"/>
              <a:cs typeface="Arial"/>
              <a:sym typeface="Arial"/>
            </a:endParaRPr>
          </a:p>
        </p:txBody>
      </p:sp>
      <p:cxnSp>
        <p:nvCxnSpPr>
          <p:cNvPr id="828" name="Google Shape;828;p15"/>
          <p:cNvCxnSpPr>
            <a:stCxn id="765" idx="0"/>
            <a:endCxn id="824" idx="1"/>
          </p:cNvCxnSpPr>
          <p:nvPr/>
        </p:nvCxnSpPr>
        <p:spPr>
          <a:xfrm rot="-5400000">
            <a:off x="5634000" y="594000"/>
            <a:ext cx="720000" cy="2844000"/>
          </a:xfrm>
          <a:prstGeom prst="bentConnector2">
            <a:avLst/>
          </a:prstGeom>
          <a:noFill/>
          <a:ln cap="flat" cmpd="sng" w="28575">
            <a:solidFill>
              <a:schemeClr val="accent3"/>
            </a:solidFill>
            <a:prstDash val="solid"/>
            <a:miter lim="800000"/>
            <a:headEnd len="sm" w="sm" type="none"/>
            <a:tailEnd len="med" w="med" type="triangle"/>
          </a:ln>
        </p:spPr>
      </p:cxnSp>
      <p:cxnSp>
        <p:nvCxnSpPr>
          <p:cNvPr id="829" name="Google Shape;829;p15"/>
          <p:cNvCxnSpPr>
            <a:stCxn id="765" idx="0"/>
            <a:endCxn id="826" idx="1"/>
          </p:cNvCxnSpPr>
          <p:nvPr/>
        </p:nvCxnSpPr>
        <p:spPr>
          <a:xfrm rot="-5400000">
            <a:off x="5778000" y="738000"/>
            <a:ext cx="432000" cy="2844000"/>
          </a:xfrm>
          <a:prstGeom prst="bentConnector2">
            <a:avLst/>
          </a:prstGeom>
          <a:noFill/>
          <a:ln cap="flat" cmpd="sng" w="28575">
            <a:solidFill>
              <a:schemeClr val="accent3"/>
            </a:solidFill>
            <a:prstDash val="solid"/>
            <a:miter lim="800000"/>
            <a:headEnd len="sm" w="sm" type="none"/>
            <a:tailEnd len="med" w="med" type="triangle"/>
          </a:ln>
        </p:spPr>
      </p:cxnSp>
      <p:cxnSp>
        <p:nvCxnSpPr>
          <p:cNvPr id="830" name="Google Shape;830;p15"/>
          <p:cNvCxnSpPr>
            <a:stCxn id="765" idx="0"/>
            <a:endCxn id="825" idx="1"/>
          </p:cNvCxnSpPr>
          <p:nvPr/>
        </p:nvCxnSpPr>
        <p:spPr>
          <a:xfrm rot="-5400000">
            <a:off x="5922000" y="882000"/>
            <a:ext cx="144000" cy="2844000"/>
          </a:xfrm>
          <a:prstGeom prst="bentConnector2">
            <a:avLst/>
          </a:prstGeom>
          <a:noFill/>
          <a:ln cap="flat" cmpd="sng" w="28575">
            <a:solidFill>
              <a:schemeClr val="accent3"/>
            </a:solidFill>
            <a:prstDash val="solid"/>
            <a:miter lim="800000"/>
            <a:headEnd len="sm" w="sm" type="none"/>
            <a:tailEnd len="med" w="med" type="triangle"/>
          </a:ln>
        </p:spPr>
      </p:cxnSp>
      <p:sp>
        <p:nvSpPr>
          <p:cNvPr id="831" name="Google Shape;831;p15"/>
          <p:cNvSpPr/>
          <p:nvPr/>
        </p:nvSpPr>
        <p:spPr>
          <a:xfrm>
            <a:off x="2304000" y="4032000"/>
            <a:ext cx="1440000" cy="432000"/>
          </a:xfrm>
          <a:prstGeom prst="roundRect">
            <a:avLst>
              <a:gd fmla="val 14699" name="adj"/>
            </a:avLst>
          </a:prstGeom>
          <a:solidFill>
            <a:srgbClr val="FBE4D4"/>
          </a:solidFill>
          <a:ln cap="flat" cmpd="sng" w="9525">
            <a:solidFill>
              <a:schemeClr val="accent2"/>
            </a:solidFill>
            <a:prstDash val="solid"/>
            <a:miter lim="800000"/>
            <a:headEnd len="sm" w="sm" type="none"/>
            <a:tailEnd len="sm" w="sm" type="none"/>
          </a:ln>
        </p:spPr>
        <p:txBody>
          <a:bodyPr anchorCtr="0" anchor="ctr" bIns="45700" lIns="36000" spcFirstLastPara="1" rIns="36000" wrap="square" tIns="45700">
            <a:noAutofit/>
          </a:bodyPr>
          <a:lstStyle/>
          <a:p>
            <a:pPr indent="0" lvl="0" marL="0" marR="0" rtl="0" algn="ctr">
              <a:spcBef>
                <a:spcPts val="0"/>
              </a:spcBef>
              <a:spcAft>
                <a:spcPts val="0"/>
              </a:spcAft>
              <a:buNone/>
            </a:pPr>
            <a:r>
              <a:rPr lang="ja-JP" sz="1200">
                <a:solidFill>
                  <a:schemeClr val="dk1"/>
                </a:solidFill>
                <a:latin typeface="Arial"/>
                <a:ea typeface="Arial"/>
                <a:cs typeface="Arial"/>
                <a:sym typeface="Arial"/>
              </a:rPr>
              <a:t>CO00101D.exe </a:t>
            </a:r>
            <a:endParaRPr sz="1200">
              <a:solidFill>
                <a:schemeClr val="dk1"/>
              </a:solidFill>
              <a:latin typeface="Arial"/>
              <a:ea typeface="Arial"/>
              <a:cs typeface="Arial"/>
              <a:sym typeface="Arial"/>
            </a:endParaRPr>
          </a:p>
          <a:p>
            <a:pPr indent="0" lvl="0" marL="0" marR="0" rtl="0" algn="ctr">
              <a:spcBef>
                <a:spcPts val="0"/>
              </a:spcBef>
              <a:spcAft>
                <a:spcPts val="0"/>
              </a:spcAft>
              <a:buNone/>
            </a:pPr>
            <a:r>
              <a:rPr lang="ja-JP" sz="1200">
                <a:solidFill>
                  <a:schemeClr val="dk1"/>
                </a:solidFill>
                <a:latin typeface="Arial"/>
                <a:ea typeface="Arial"/>
                <a:cs typeface="Arial"/>
                <a:sym typeface="Arial"/>
              </a:rPr>
              <a:t>(マスタメンテナンス)</a:t>
            </a:r>
            <a:endParaRPr sz="1200">
              <a:solidFill>
                <a:schemeClr val="dk1"/>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5" name="Shape 835"/>
        <p:cNvGrpSpPr/>
        <p:nvPr/>
      </p:nvGrpSpPr>
      <p:grpSpPr>
        <a:xfrm>
          <a:off x="0" y="0"/>
          <a:ext cx="0" cy="0"/>
          <a:chOff x="0" y="0"/>
          <a:chExt cx="0" cy="0"/>
        </a:xfrm>
      </p:grpSpPr>
      <p:sp>
        <p:nvSpPr>
          <p:cNvPr id="836" name="Google Shape;836;p16"/>
          <p:cNvSpPr txBox="1"/>
          <p:nvPr>
            <p:ph type="title"/>
          </p:nvPr>
        </p:nvSpPr>
        <p:spPr>
          <a:xfrm>
            <a:off x="144000" y="36000"/>
            <a:ext cx="8856000" cy="5760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3000"/>
              <a:buFont typeface="Arial"/>
              <a:buNone/>
            </a:pPr>
            <a:r>
              <a:rPr lang="ja-JP"/>
              <a:t>機能概要（AsIs）</a:t>
            </a:r>
            <a:endParaRPr/>
          </a:p>
        </p:txBody>
      </p:sp>
      <p:sp>
        <p:nvSpPr>
          <p:cNvPr id="837" name="Google Shape;837;p16"/>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ja-JP"/>
              <a:t>Copyright© 2020 SystemEXE,Inc. all rights reserved.</a:t>
            </a:r>
            <a:endParaRPr/>
          </a:p>
        </p:txBody>
      </p:sp>
      <p:sp>
        <p:nvSpPr>
          <p:cNvPr id="838" name="Google Shape;838;p16"/>
          <p:cNvSpPr txBox="1"/>
          <p:nvPr>
            <p:ph idx="12" type="sldNum"/>
          </p:nvPr>
        </p:nvSpPr>
        <p:spPr>
          <a:xfrm>
            <a:off x="4212000" y="6500068"/>
            <a:ext cx="720000" cy="288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ja-JP"/>
              <a:t>‹#›</a:t>
            </a:fld>
            <a:endParaRPr/>
          </a:p>
        </p:txBody>
      </p:sp>
      <p:sp>
        <p:nvSpPr>
          <p:cNvPr id="839" name="Google Shape;839;p16"/>
          <p:cNvSpPr/>
          <p:nvPr/>
        </p:nvSpPr>
        <p:spPr>
          <a:xfrm flipH="1" rot="10800000">
            <a:off x="648000" y="1584000"/>
            <a:ext cx="576000" cy="360000"/>
          </a:xfrm>
          <a:prstGeom prst="upArrow">
            <a:avLst>
              <a:gd fmla="val 50000" name="adj1"/>
              <a:gd fmla="val 50000" name="adj2"/>
            </a:avLst>
          </a:prstGeom>
          <a:solidFill>
            <a:srgbClr val="C9C9C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600">
              <a:solidFill>
                <a:schemeClr val="lt1"/>
              </a:solidFill>
              <a:latin typeface="Arial"/>
              <a:ea typeface="Arial"/>
              <a:cs typeface="Arial"/>
              <a:sym typeface="Arial"/>
            </a:endParaRPr>
          </a:p>
        </p:txBody>
      </p:sp>
      <p:sp>
        <p:nvSpPr>
          <p:cNvPr id="840" name="Google Shape;840;p16"/>
          <p:cNvSpPr/>
          <p:nvPr/>
        </p:nvSpPr>
        <p:spPr>
          <a:xfrm>
            <a:off x="1296000" y="1584000"/>
            <a:ext cx="576000" cy="360000"/>
          </a:xfrm>
          <a:prstGeom prst="upArrow">
            <a:avLst>
              <a:gd fmla="val 50000" name="adj1"/>
              <a:gd fmla="val 50000" name="adj2"/>
            </a:avLst>
          </a:prstGeom>
          <a:solidFill>
            <a:srgbClr val="C9C9C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600">
              <a:solidFill>
                <a:schemeClr val="lt1"/>
              </a:solidFill>
              <a:latin typeface="Arial"/>
              <a:ea typeface="Arial"/>
              <a:cs typeface="Arial"/>
              <a:sym typeface="Arial"/>
            </a:endParaRPr>
          </a:p>
        </p:txBody>
      </p:sp>
      <p:sp>
        <p:nvSpPr>
          <p:cNvPr id="841" name="Google Shape;841;p16"/>
          <p:cNvSpPr/>
          <p:nvPr/>
        </p:nvSpPr>
        <p:spPr>
          <a:xfrm flipH="1" rot="10800000">
            <a:off x="2832000" y="1584000"/>
            <a:ext cx="576000" cy="360000"/>
          </a:xfrm>
          <a:prstGeom prst="upArrow">
            <a:avLst>
              <a:gd fmla="val 50000" name="adj1"/>
              <a:gd fmla="val 50000" name="adj2"/>
            </a:avLst>
          </a:prstGeom>
          <a:solidFill>
            <a:srgbClr val="C9C9C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600">
              <a:solidFill>
                <a:schemeClr val="lt1"/>
              </a:solidFill>
              <a:latin typeface="Arial"/>
              <a:ea typeface="Arial"/>
              <a:cs typeface="Arial"/>
              <a:sym typeface="Arial"/>
            </a:endParaRPr>
          </a:p>
        </p:txBody>
      </p:sp>
      <p:sp>
        <p:nvSpPr>
          <p:cNvPr id="842" name="Google Shape;842;p16"/>
          <p:cNvSpPr/>
          <p:nvPr/>
        </p:nvSpPr>
        <p:spPr>
          <a:xfrm>
            <a:off x="3480000" y="1584000"/>
            <a:ext cx="576000" cy="360000"/>
          </a:xfrm>
          <a:prstGeom prst="upArrow">
            <a:avLst>
              <a:gd fmla="val 50000" name="adj1"/>
              <a:gd fmla="val 50000" name="adj2"/>
            </a:avLst>
          </a:prstGeom>
          <a:solidFill>
            <a:srgbClr val="C9C9C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600">
              <a:solidFill>
                <a:schemeClr val="lt1"/>
              </a:solidFill>
              <a:latin typeface="Arial"/>
              <a:ea typeface="Arial"/>
              <a:cs typeface="Arial"/>
              <a:sym typeface="Arial"/>
            </a:endParaRPr>
          </a:p>
        </p:txBody>
      </p:sp>
      <p:sp>
        <p:nvSpPr>
          <p:cNvPr id="843" name="Google Shape;843;p16"/>
          <p:cNvSpPr/>
          <p:nvPr/>
        </p:nvSpPr>
        <p:spPr>
          <a:xfrm flipH="1" rot="10800000">
            <a:off x="5016000" y="1584000"/>
            <a:ext cx="576000" cy="360000"/>
          </a:xfrm>
          <a:prstGeom prst="upArrow">
            <a:avLst>
              <a:gd fmla="val 50000" name="adj1"/>
              <a:gd fmla="val 50000" name="adj2"/>
            </a:avLst>
          </a:prstGeom>
          <a:solidFill>
            <a:srgbClr val="C9C9C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600">
              <a:solidFill>
                <a:schemeClr val="lt1"/>
              </a:solidFill>
              <a:latin typeface="Arial"/>
              <a:ea typeface="Arial"/>
              <a:cs typeface="Arial"/>
              <a:sym typeface="Arial"/>
            </a:endParaRPr>
          </a:p>
        </p:txBody>
      </p:sp>
      <p:sp>
        <p:nvSpPr>
          <p:cNvPr id="844" name="Google Shape;844;p16"/>
          <p:cNvSpPr/>
          <p:nvPr/>
        </p:nvSpPr>
        <p:spPr>
          <a:xfrm>
            <a:off x="5664000" y="1584000"/>
            <a:ext cx="576000" cy="360000"/>
          </a:xfrm>
          <a:prstGeom prst="upArrow">
            <a:avLst>
              <a:gd fmla="val 50000" name="adj1"/>
              <a:gd fmla="val 50000" name="adj2"/>
            </a:avLst>
          </a:prstGeom>
          <a:solidFill>
            <a:srgbClr val="C9C9C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600">
              <a:solidFill>
                <a:schemeClr val="lt1"/>
              </a:solidFill>
              <a:latin typeface="Arial"/>
              <a:ea typeface="Arial"/>
              <a:cs typeface="Arial"/>
              <a:sym typeface="Arial"/>
            </a:endParaRPr>
          </a:p>
        </p:txBody>
      </p:sp>
      <p:sp>
        <p:nvSpPr>
          <p:cNvPr id="845" name="Google Shape;845;p16"/>
          <p:cNvSpPr/>
          <p:nvPr/>
        </p:nvSpPr>
        <p:spPr>
          <a:xfrm flipH="1" rot="10800000">
            <a:off x="648000" y="5256000"/>
            <a:ext cx="576000" cy="360000"/>
          </a:xfrm>
          <a:prstGeom prst="upArrow">
            <a:avLst>
              <a:gd fmla="val 50000" name="adj1"/>
              <a:gd fmla="val 50000" name="adj2"/>
            </a:avLst>
          </a:prstGeom>
          <a:solidFill>
            <a:srgbClr val="C9C9C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600">
              <a:solidFill>
                <a:schemeClr val="lt1"/>
              </a:solidFill>
              <a:latin typeface="Arial"/>
              <a:ea typeface="Arial"/>
              <a:cs typeface="Arial"/>
              <a:sym typeface="Arial"/>
            </a:endParaRPr>
          </a:p>
        </p:txBody>
      </p:sp>
      <p:sp>
        <p:nvSpPr>
          <p:cNvPr id="846" name="Google Shape;846;p16"/>
          <p:cNvSpPr/>
          <p:nvPr/>
        </p:nvSpPr>
        <p:spPr>
          <a:xfrm>
            <a:off x="1296000" y="5256000"/>
            <a:ext cx="576000" cy="360000"/>
          </a:xfrm>
          <a:prstGeom prst="upArrow">
            <a:avLst>
              <a:gd fmla="val 50000" name="adj1"/>
              <a:gd fmla="val 50000" name="adj2"/>
            </a:avLst>
          </a:prstGeom>
          <a:solidFill>
            <a:srgbClr val="C9C9C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600">
              <a:solidFill>
                <a:schemeClr val="lt1"/>
              </a:solidFill>
              <a:latin typeface="Arial"/>
              <a:ea typeface="Arial"/>
              <a:cs typeface="Arial"/>
              <a:sym typeface="Arial"/>
            </a:endParaRPr>
          </a:p>
        </p:txBody>
      </p:sp>
      <p:sp>
        <p:nvSpPr>
          <p:cNvPr id="847" name="Google Shape;847;p16"/>
          <p:cNvSpPr/>
          <p:nvPr/>
        </p:nvSpPr>
        <p:spPr>
          <a:xfrm flipH="1" rot="10800000">
            <a:off x="5016000" y="5256000"/>
            <a:ext cx="576000" cy="360000"/>
          </a:xfrm>
          <a:prstGeom prst="upArrow">
            <a:avLst>
              <a:gd fmla="val 50000" name="adj1"/>
              <a:gd fmla="val 50000" name="adj2"/>
            </a:avLst>
          </a:prstGeom>
          <a:solidFill>
            <a:srgbClr val="C9C9C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600">
              <a:solidFill>
                <a:schemeClr val="lt1"/>
              </a:solidFill>
              <a:latin typeface="Arial"/>
              <a:ea typeface="Arial"/>
              <a:cs typeface="Arial"/>
              <a:sym typeface="Arial"/>
            </a:endParaRPr>
          </a:p>
        </p:txBody>
      </p:sp>
      <p:sp>
        <p:nvSpPr>
          <p:cNvPr id="848" name="Google Shape;848;p16"/>
          <p:cNvSpPr/>
          <p:nvPr/>
        </p:nvSpPr>
        <p:spPr>
          <a:xfrm flipH="1" rot="10800000">
            <a:off x="2832000" y="5256000"/>
            <a:ext cx="576000" cy="360000"/>
          </a:xfrm>
          <a:prstGeom prst="upArrow">
            <a:avLst>
              <a:gd fmla="val 50000" name="adj1"/>
              <a:gd fmla="val 50000" name="adj2"/>
            </a:avLst>
          </a:prstGeom>
          <a:solidFill>
            <a:srgbClr val="C9C9C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600">
              <a:solidFill>
                <a:schemeClr val="lt1"/>
              </a:solidFill>
              <a:latin typeface="Arial"/>
              <a:ea typeface="Arial"/>
              <a:cs typeface="Arial"/>
              <a:sym typeface="Arial"/>
            </a:endParaRPr>
          </a:p>
        </p:txBody>
      </p:sp>
      <p:sp>
        <p:nvSpPr>
          <p:cNvPr id="849" name="Google Shape;849;p16"/>
          <p:cNvSpPr/>
          <p:nvPr/>
        </p:nvSpPr>
        <p:spPr>
          <a:xfrm>
            <a:off x="3480000" y="5256000"/>
            <a:ext cx="576000" cy="360000"/>
          </a:xfrm>
          <a:prstGeom prst="upArrow">
            <a:avLst>
              <a:gd fmla="val 50000" name="adj1"/>
              <a:gd fmla="val 50000" name="adj2"/>
            </a:avLst>
          </a:prstGeom>
          <a:solidFill>
            <a:srgbClr val="C9C9C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600">
              <a:solidFill>
                <a:schemeClr val="lt1"/>
              </a:solidFill>
              <a:latin typeface="Arial"/>
              <a:ea typeface="Arial"/>
              <a:cs typeface="Arial"/>
              <a:sym typeface="Arial"/>
            </a:endParaRPr>
          </a:p>
        </p:txBody>
      </p:sp>
      <p:sp>
        <p:nvSpPr>
          <p:cNvPr id="850" name="Google Shape;850;p16"/>
          <p:cNvSpPr/>
          <p:nvPr/>
        </p:nvSpPr>
        <p:spPr>
          <a:xfrm>
            <a:off x="7848000" y="5256000"/>
            <a:ext cx="576000" cy="360000"/>
          </a:xfrm>
          <a:prstGeom prst="upArrow">
            <a:avLst>
              <a:gd fmla="val 50000" name="adj1"/>
              <a:gd fmla="val 50000" name="adj2"/>
            </a:avLst>
          </a:prstGeom>
          <a:solidFill>
            <a:srgbClr val="C9C9C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600">
              <a:solidFill>
                <a:schemeClr val="lt1"/>
              </a:solidFill>
              <a:latin typeface="Arial"/>
              <a:ea typeface="Arial"/>
              <a:cs typeface="Arial"/>
              <a:sym typeface="Arial"/>
            </a:endParaRPr>
          </a:p>
        </p:txBody>
      </p:sp>
      <p:sp>
        <p:nvSpPr>
          <p:cNvPr id="851" name="Google Shape;851;p16"/>
          <p:cNvSpPr/>
          <p:nvPr/>
        </p:nvSpPr>
        <p:spPr>
          <a:xfrm>
            <a:off x="144000" y="1944000"/>
            <a:ext cx="8856000" cy="3312000"/>
          </a:xfrm>
          <a:prstGeom prst="roundRect">
            <a:avLst>
              <a:gd fmla="val 2384" name="adj"/>
            </a:avLst>
          </a:prstGeom>
          <a:solidFill>
            <a:srgbClr val="FBE4D4"/>
          </a:solidFill>
          <a:ln cap="flat" cmpd="sng" w="19050">
            <a:solidFill>
              <a:schemeClr val="accent2"/>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b="1" lang="ja-JP" sz="1600">
                <a:solidFill>
                  <a:schemeClr val="dk1"/>
                </a:solidFill>
                <a:latin typeface="Arial"/>
                <a:ea typeface="Arial"/>
                <a:cs typeface="Arial"/>
                <a:sym typeface="Arial"/>
              </a:rPr>
              <a:t>運転管理システム</a:t>
            </a:r>
            <a:endParaRPr b="1" sz="1600">
              <a:solidFill>
                <a:schemeClr val="dk1"/>
              </a:solidFill>
              <a:latin typeface="Arial"/>
              <a:ea typeface="Arial"/>
              <a:cs typeface="Arial"/>
              <a:sym typeface="Arial"/>
            </a:endParaRPr>
          </a:p>
        </p:txBody>
      </p:sp>
      <p:sp>
        <p:nvSpPr>
          <p:cNvPr id="852" name="Google Shape;852;p16"/>
          <p:cNvSpPr/>
          <p:nvPr/>
        </p:nvSpPr>
        <p:spPr>
          <a:xfrm>
            <a:off x="288000" y="2304000"/>
            <a:ext cx="2808000" cy="1800000"/>
          </a:xfrm>
          <a:prstGeom prst="roundRect">
            <a:avLst>
              <a:gd fmla="val 3528" name="adj"/>
            </a:avLst>
          </a:prstGeom>
          <a:solidFill>
            <a:schemeClr val="lt1"/>
          </a:solidFill>
          <a:ln cap="flat" cmpd="sng" w="12700">
            <a:solidFill>
              <a:schemeClr val="accent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b="1" lang="ja-JP" sz="1400">
                <a:solidFill>
                  <a:schemeClr val="dk1"/>
                </a:solidFill>
                <a:latin typeface="Arial"/>
                <a:ea typeface="Arial"/>
                <a:cs typeface="Arial"/>
                <a:sym typeface="Arial"/>
              </a:rPr>
              <a:t>受注・入出荷</a:t>
            </a:r>
            <a:endParaRPr b="1" sz="1400">
              <a:solidFill>
                <a:schemeClr val="dk1"/>
              </a:solidFill>
              <a:latin typeface="Arial"/>
              <a:ea typeface="Arial"/>
              <a:cs typeface="Arial"/>
              <a:sym typeface="Arial"/>
            </a:endParaRPr>
          </a:p>
          <a:p>
            <a:pPr indent="0" lvl="0" marL="0" marR="0" rtl="0" algn="ctr">
              <a:spcBef>
                <a:spcPts val="600"/>
              </a:spcBef>
              <a:spcAft>
                <a:spcPts val="0"/>
              </a:spcAft>
              <a:buNone/>
            </a:pPr>
            <a:r>
              <a:rPr lang="ja-JP" sz="1400">
                <a:solidFill>
                  <a:schemeClr val="dk1"/>
                </a:solidFill>
                <a:latin typeface="Arial"/>
                <a:ea typeface="Arial"/>
                <a:cs typeface="Arial"/>
                <a:sym typeface="Arial"/>
              </a:rPr>
              <a:t>オーダー入力</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タンカー入出荷</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ローリー出荷</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詰品出荷</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ライン直送</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指図確定・送信</a:t>
            </a:r>
            <a:endParaRPr sz="1400">
              <a:solidFill>
                <a:schemeClr val="dk1"/>
              </a:solidFill>
              <a:latin typeface="Arial"/>
              <a:ea typeface="Arial"/>
              <a:cs typeface="Arial"/>
              <a:sym typeface="Arial"/>
            </a:endParaRPr>
          </a:p>
        </p:txBody>
      </p:sp>
      <p:sp>
        <p:nvSpPr>
          <p:cNvPr id="853" name="Google Shape;853;p16"/>
          <p:cNvSpPr/>
          <p:nvPr/>
        </p:nvSpPr>
        <p:spPr>
          <a:xfrm>
            <a:off x="3168000" y="2304000"/>
            <a:ext cx="2808000" cy="1800000"/>
          </a:xfrm>
          <a:prstGeom prst="roundRect">
            <a:avLst>
              <a:gd fmla="val 3528" name="adj"/>
            </a:avLst>
          </a:prstGeom>
          <a:solidFill>
            <a:schemeClr val="lt1"/>
          </a:solidFill>
          <a:ln cap="flat" cmpd="sng" w="12700">
            <a:solidFill>
              <a:schemeClr val="accent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b="1" lang="ja-JP" sz="1400">
                <a:solidFill>
                  <a:schemeClr val="dk1"/>
                </a:solidFill>
                <a:latin typeface="Arial"/>
                <a:ea typeface="Arial"/>
                <a:cs typeface="Arial"/>
                <a:sym typeface="Arial"/>
              </a:rPr>
              <a:t>BO荷繰り/シフト計画</a:t>
            </a:r>
            <a:endParaRPr b="1" sz="1400">
              <a:solidFill>
                <a:schemeClr val="dk1"/>
              </a:solidFill>
              <a:latin typeface="Arial"/>
              <a:ea typeface="Arial"/>
              <a:cs typeface="Arial"/>
              <a:sym typeface="Arial"/>
            </a:endParaRPr>
          </a:p>
          <a:p>
            <a:pPr indent="0" lvl="0" marL="0" marR="0" rtl="0" algn="ctr">
              <a:spcBef>
                <a:spcPts val="600"/>
              </a:spcBef>
              <a:spcAft>
                <a:spcPts val="0"/>
              </a:spcAft>
              <a:buNone/>
            </a:pPr>
            <a:r>
              <a:rPr lang="ja-JP" sz="1400">
                <a:solidFill>
                  <a:schemeClr val="dk1"/>
                </a:solidFill>
                <a:latin typeface="Arial"/>
                <a:ea typeface="Arial"/>
                <a:cs typeface="Arial"/>
                <a:sym typeface="Arial"/>
              </a:rPr>
              <a:t>装置運転計画</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シフト指図</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BO在庫照会</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BO使用予定タンク</a:t>
            </a:r>
            <a:endParaRPr sz="1400">
              <a:solidFill>
                <a:schemeClr val="dk1"/>
              </a:solidFill>
              <a:latin typeface="Arial"/>
              <a:ea typeface="Arial"/>
              <a:cs typeface="Arial"/>
              <a:sym typeface="Arial"/>
            </a:endParaRPr>
          </a:p>
        </p:txBody>
      </p:sp>
      <p:sp>
        <p:nvSpPr>
          <p:cNvPr id="854" name="Google Shape;854;p16"/>
          <p:cNvSpPr/>
          <p:nvPr/>
        </p:nvSpPr>
        <p:spPr>
          <a:xfrm>
            <a:off x="6048000" y="2304000"/>
            <a:ext cx="2808000" cy="1800000"/>
          </a:xfrm>
          <a:prstGeom prst="roundRect">
            <a:avLst>
              <a:gd fmla="val 3528" name="adj"/>
            </a:avLst>
          </a:prstGeom>
          <a:solidFill>
            <a:schemeClr val="lt1"/>
          </a:solidFill>
          <a:ln cap="flat" cmpd="sng" w="12700">
            <a:solidFill>
              <a:schemeClr val="accent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b="1" lang="ja-JP" sz="1400">
                <a:solidFill>
                  <a:schemeClr val="dk1"/>
                </a:solidFill>
                <a:latin typeface="Arial"/>
                <a:ea typeface="Arial"/>
                <a:cs typeface="Arial"/>
                <a:sym typeface="Arial"/>
              </a:rPr>
              <a:t>生産計画・発注</a:t>
            </a:r>
            <a:endParaRPr b="1" sz="1400">
              <a:solidFill>
                <a:schemeClr val="dk1"/>
              </a:solidFill>
              <a:latin typeface="Arial"/>
              <a:ea typeface="Arial"/>
              <a:cs typeface="Arial"/>
              <a:sym typeface="Arial"/>
            </a:endParaRPr>
          </a:p>
          <a:p>
            <a:pPr indent="0" lvl="0" marL="0" marR="0" rtl="0" algn="ctr">
              <a:spcBef>
                <a:spcPts val="600"/>
              </a:spcBef>
              <a:spcAft>
                <a:spcPts val="0"/>
              </a:spcAft>
              <a:buNone/>
            </a:pPr>
            <a:r>
              <a:rPr lang="ja-JP" sz="1400">
                <a:solidFill>
                  <a:schemeClr val="dk1"/>
                </a:solidFill>
                <a:latin typeface="Arial"/>
                <a:ea typeface="Arial"/>
                <a:cs typeface="Arial"/>
                <a:sym typeface="Arial"/>
              </a:rPr>
              <a:t>製造</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ドラム充填</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ケース充填</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添加剤</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指図確定・送信</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在庫管理</a:t>
            </a:r>
            <a:endParaRPr sz="1400">
              <a:solidFill>
                <a:schemeClr val="dk1"/>
              </a:solidFill>
              <a:latin typeface="Arial"/>
              <a:ea typeface="Arial"/>
              <a:cs typeface="Arial"/>
              <a:sym typeface="Arial"/>
            </a:endParaRPr>
          </a:p>
          <a:p>
            <a:pPr indent="0" lvl="0" marL="0" marR="0" rtl="0" algn="ctr">
              <a:spcBef>
                <a:spcPts val="0"/>
              </a:spcBef>
              <a:spcAft>
                <a:spcPts val="0"/>
              </a:spcAft>
              <a:buNone/>
            </a:pPr>
            <a:r>
              <a:t/>
            </a:r>
            <a:endParaRPr sz="1400">
              <a:solidFill>
                <a:schemeClr val="dk1"/>
              </a:solidFill>
              <a:latin typeface="Arial"/>
              <a:ea typeface="Arial"/>
              <a:cs typeface="Arial"/>
              <a:sym typeface="Arial"/>
            </a:endParaRPr>
          </a:p>
        </p:txBody>
      </p:sp>
      <p:sp>
        <p:nvSpPr>
          <p:cNvPr id="855" name="Google Shape;855;p16"/>
          <p:cNvSpPr/>
          <p:nvPr/>
        </p:nvSpPr>
        <p:spPr>
          <a:xfrm>
            <a:off x="288000" y="4176000"/>
            <a:ext cx="2808000" cy="936000"/>
          </a:xfrm>
          <a:prstGeom prst="roundRect">
            <a:avLst>
              <a:gd fmla="val 6784" name="adj"/>
            </a:avLst>
          </a:prstGeom>
          <a:solidFill>
            <a:schemeClr val="lt1"/>
          </a:solidFill>
          <a:ln cap="flat" cmpd="sng" w="12700">
            <a:solidFill>
              <a:schemeClr val="accent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b="1" lang="ja-JP" sz="1400">
                <a:solidFill>
                  <a:schemeClr val="dk1"/>
                </a:solidFill>
                <a:latin typeface="Arial"/>
                <a:ea typeface="Arial"/>
                <a:cs typeface="Arial"/>
                <a:sym typeface="Arial"/>
              </a:rPr>
              <a:t>商品管理</a:t>
            </a:r>
            <a:endParaRPr b="1" sz="1400">
              <a:solidFill>
                <a:schemeClr val="dk1"/>
              </a:solidFill>
              <a:latin typeface="Arial"/>
              <a:ea typeface="Arial"/>
              <a:cs typeface="Arial"/>
              <a:sym typeface="Arial"/>
            </a:endParaRPr>
          </a:p>
          <a:p>
            <a:pPr indent="0" lvl="0" marL="0" marR="0" rtl="0" algn="ctr">
              <a:spcBef>
                <a:spcPts val="600"/>
              </a:spcBef>
              <a:spcAft>
                <a:spcPts val="0"/>
              </a:spcAft>
              <a:buNone/>
            </a:pPr>
            <a:r>
              <a:rPr lang="ja-JP" sz="1400">
                <a:solidFill>
                  <a:schemeClr val="dk1"/>
                </a:solidFill>
                <a:latin typeface="Arial"/>
                <a:ea typeface="Arial"/>
                <a:cs typeface="Arial"/>
                <a:sym typeface="Arial"/>
              </a:rPr>
              <a:t>伝票実績</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タンク在庫</a:t>
            </a:r>
            <a:endParaRPr/>
          </a:p>
        </p:txBody>
      </p:sp>
      <p:sp>
        <p:nvSpPr>
          <p:cNvPr id="856" name="Google Shape;856;p16"/>
          <p:cNvSpPr/>
          <p:nvPr/>
        </p:nvSpPr>
        <p:spPr>
          <a:xfrm>
            <a:off x="3168000" y="4176000"/>
            <a:ext cx="2808000" cy="936000"/>
          </a:xfrm>
          <a:prstGeom prst="roundRect">
            <a:avLst>
              <a:gd fmla="val 6784" name="adj"/>
            </a:avLst>
          </a:prstGeom>
          <a:solidFill>
            <a:schemeClr val="lt1"/>
          </a:solidFill>
          <a:ln cap="flat" cmpd="sng" w="12700">
            <a:solidFill>
              <a:schemeClr val="accent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b="1" lang="ja-JP" sz="1400">
                <a:solidFill>
                  <a:schemeClr val="dk1"/>
                </a:solidFill>
                <a:latin typeface="Arial"/>
                <a:ea typeface="Arial"/>
                <a:cs typeface="Arial"/>
                <a:sym typeface="Arial"/>
              </a:rPr>
              <a:t>品質管理</a:t>
            </a:r>
            <a:endParaRPr b="1" sz="1400">
              <a:solidFill>
                <a:schemeClr val="dk1"/>
              </a:solidFill>
              <a:latin typeface="Arial"/>
              <a:ea typeface="Arial"/>
              <a:cs typeface="Arial"/>
              <a:sym typeface="Arial"/>
            </a:endParaRPr>
          </a:p>
          <a:p>
            <a:pPr indent="0" lvl="0" marL="0" marR="0" rtl="0" algn="ctr">
              <a:spcBef>
                <a:spcPts val="600"/>
              </a:spcBef>
              <a:spcAft>
                <a:spcPts val="0"/>
              </a:spcAft>
              <a:buNone/>
            </a:pPr>
            <a:r>
              <a:rPr lang="ja-JP" sz="1400">
                <a:solidFill>
                  <a:schemeClr val="dk1"/>
                </a:solidFill>
                <a:latin typeface="Arial"/>
                <a:ea typeface="Arial"/>
                <a:cs typeface="Arial"/>
                <a:sym typeface="Arial"/>
              </a:rPr>
              <a:t>ロット台帳</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ロット試験</a:t>
            </a:r>
            <a:endParaRPr sz="1400">
              <a:solidFill>
                <a:schemeClr val="dk1"/>
              </a:solidFill>
              <a:latin typeface="Arial"/>
              <a:ea typeface="Arial"/>
              <a:cs typeface="Arial"/>
              <a:sym typeface="Arial"/>
            </a:endParaRPr>
          </a:p>
          <a:p>
            <a:pPr indent="0" lvl="0" marL="0" marR="0" rtl="0" algn="ctr">
              <a:spcBef>
                <a:spcPts val="0"/>
              </a:spcBef>
              <a:spcAft>
                <a:spcPts val="0"/>
              </a:spcAft>
              <a:buNone/>
            </a:pPr>
            <a:r>
              <a:t/>
            </a:r>
            <a:endParaRPr sz="1400">
              <a:solidFill>
                <a:schemeClr val="dk1"/>
              </a:solidFill>
              <a:latin typeface="Arial"/>
              <a:ea typeface="Arial"/>
              <a:cs typeface="Arial"/>
              <a:sym typeface="Arial"/>
            </a:endParaRPr>
          </a:p>
          <a:p>
            <a:pPr indent="0" lvl="0" marL="0" marR="0" rtl="0" algn="ctr">
              <a:spcBef>
                <a:spcPts val="0"/>
              </a:spcBef>
              <a:spcAft>
                <a:spcPts val="0"/>
              </a:spcAft>
              <a:buNone/>
            </a:pPr>
            <a:r>
              <a:t/>
            </a:r>
            <a:endParaRPr sz="1400">
              <a:solidFill>
                <a:schemeClr val="dk1"/>
              </a:solidFill>
              <a:latin typeface="Arial"/>
              <a:ea typeface="Arial"/>
              <a:cs typeface="Arial"/>
              <a:sym typeface="Arial"/>
            </a:endParaRPr>
          </a:p>
        </p:txBody>
      </p:sp>
      <p:sp>
        <p:nvSpPr>
          <p:cNvPr id="857" name="Google Shape;857;p16"/>
          <p:cNvSpPr/>
          <p:nvPr/>
        </p:nvSpPr>
        <p:spPr>
          <a:xfrm>
            <a:off x="6048000" y="4176000"/>
            <a:ext cx="2808000" cy="936000"/>
          </a:xfrm>
          <a:prstGeom prst="roundRect">
            <a:avLst>
              <a:gd fmla="val 6784" name="adj"/>
            </a:avLst>
          </a:prstGeom>
          <a:solidFill>
            <a:schemeClr val="lt1"/>
          </a:solidFill>
          <a:ln cap="flat" cmpd="sng" w="12700">
            <a:solidFill>
              <a:schemeClr val="accent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b="1" lang="ja-JP" sz="1400">
                <a:solidFill>
                  <a:schemeClr val="dk1"/>
                </a:solidFill>
                <a:latin typeface="Arial"/>
                <a:ea typeface="Arial"/>
                <a:cs typeface="Arial"/>
                <a:sym typeface="Arial"/>
              </a:rPr>
              <a:t>マスタメンテナンス</a:t>
            </a:r>
            <a:endParaRPr b="1" sz="1400">
              <a:solidFill>
                <a:schemeClr val="dk1"/>
              </a:solidFill>
              <a:latin typeface="Arial"/>
              <a:ea typeface="Arial"/>
              <a:cs typeface="Arial"/>
              <a:sym typeface="Arial"/>
            </a:endParaRPr>
          </a:p>
          <a:p>
            <a:pPr indent="0" lvl="0" marL="0" marR="0" rtl="0" algn="ctr">
              <a:spcBef>
                <a:spcPts val="600"/>
              </a:spcBef>
              <a:spcAft>
                <a:spcPts val="0"/>
              </a:spcAft>
              <a:buNone/>
            </a:pPr>
            <a:r>
              <a:rPr lang="ja-JP" sz="1400">
                <a:solidFill>
                  <a:schemeClr val="dk1"/>
                </a:solidFill>
                <a:latin typeface="Arial"/>
                <a:ea typeface="Arial"/>
                <a:cs typeface="Arial"/>
                <a:sym typeface="Arial"/>
              </a:rPr>
              <a:t>製造・充填計画担当</a:t>
            </a:r>
            <a:endParaRPr sz="1400">
              <a:solidFill>
                <a:schemeClr val="dk1"/>
              </a:solidFill>
              <a:latin typeface="Arial"/>
              <a:ea typeface="Arial"/>
              <a:cs typeface="Arial"/>
              <a:sym typeface="Arial"/>
            </a:endParaRPr>
          </a:p>
        </p:txBody>
      </p:sp>
      <p:grpSp>
        <p:nvGrpSpPr>
          <p:cNvPr id="858" name="Google Shape;858;p16"/>
          <p:cNvGrpSpPr/>
          <p:nvPr/>
        </p:nvGrpSpPr>
        <p:grpSpPr>
          <a:xfrm>
            <a:off x="143999" y="864000"/>
            <a:ext cx="6660000" cy="720000"/>
            <a:chOff x="143999" y="864000"/>
            <a:chExt cx="6660000" cy="720000"/>
          </a:xfrm>
        </p:grpSpPr>
        <p:sp>
          <p:nvSpPr>
            <p:cNvPr id="859" name="Google Shape;859;p16"/>
            <p:cNvSpPr/>
            <p:nvPr/>
          </p:nvSpPr>
          <p:spPr>
            <a:xfrm>
              <a:off x="143999" y="864000"/>
              <a:ext cx="6660000" cy="720000"/>
            </a:xfrm>
            <a:prstGeom prst="roundRect">
              <a:avLst>
                <a:gd fmla="val 8819" name="adj"/>
              </a:avLst>
            </a:prstGeom>
            <a:solidFill>
              <a:srgbClr val="EDEDED"/>
            </a:solidFill>
            <a:ln cap="flat" cmpd="sng" w="12700">
              <a:solidFill>
                <a:schemeClr val="accent3"/>
              </a:solidFill>
              <a:prstDash val="solid"/>
              <a:miter lim="800000"/>
              <a:headEnd len="sm" w="sm" type="none"/>
              <a:tailEnd len="sm" w="sm" type="none"/>
            </a:ln>
          </p:spPr>
          <p:txBody>
            <a:bodyPr anchorCtr="0" anchor="t" bIns="45700" lIns="108000" spcFirstLastPara="1" rIns="108000" wrap="square" tIns="45700">
              <a:noAutofit/>
            </a:bodyPr>
            <a:lstStyle/>
            <a:p>
              <a:pPr indent="0" lvl="0" marL="0" marR="0" rtl="0" algn="r">
                <a:spcBef>
                  <a:spcPts val="0"/>
                </a:spcBef>
                <a:spcAft>
                  <a:spcPts val="0"/>
                </a:spcAft>
                <a:buNone/>
              </a:pPr>
              <a:r>
                <a:t/>
              </a:r>
              <a:endParaRPr b="1" sz="1400">
                <a:solidFill>
                  <a:schemeClr val="dk1"/>
                </a:solidFill>
                <a:latin typeface="Arial"/>
                <a:ea typeface="Arial"/>
                <a:cs typeface="Arial"/>
                <a:sym typeface="Arial"/>
              </a:endParaRPr>
            </a:p>
          </p:txBody>
        </p:sp>
        <p:sp>
          <p:nvSpPr>
            <p:cNvPr id="860" name="Google Shape;860;p16"/>
            <p:cNvSpPr/>
            <p:nvPr/>
          </p:nvSpPr>
          <p:spPr>
            <a:xfrm>
              <a:off x="288000" y="1008000"/>
              <a:ext cx="2016000" cy="432000"/>
            </a:xfrm>
            <a:prstGeom prst="roundRect">
              <a:avLst>
                <a:gd fmla="val 14699" name="adj"/>
              </a:avLst>
            </a:prstGeom>
            <a:solidFill>
              <a:schemeClr val="accen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200">
                  <a:solidFill>
                    <a:schemeClr val="lt1"/>
                  </a:solidFill>
                  <a:latin typeface="Arial"/>
                  <a:ea typeface="Arial"/>
                  <a:cs typeface="Arial"/>
                  <a:sym typeface="Arial"/>
                </a:rPr>
                <a:t>OneSAP</a:t>
              </a:r>
              <a:endParaRPr sz="1200">
                <a:solidFill>
                  <a:schemeClr val="lt1"/>
                </a:solidFill>
                <a:latin typeface="Arial"/>
                <a:ea typeface="Arial"/>
                <a:cs typeface="Arial"/>
                <a:sym typeface="Arial"/>
              </a:endParaRPr>
            </a:p>
            <a:p>
              <a:pPr indent="0" lvl="0" marL="0" marR="0" rtl="0" algn="ctr">
                <a:spcBef>
                  <a:spcPts val="0"/>
                </a:spcBef>
                <a:spcAft>
                  <a:spcPts val="0"/>
                </a:spcAft>
                <a:buNone/>
              </a:pPr>
              <a:r>
                <a:rPr lang="ja-JP" sz="1200">
                  <a:solidFill>
                    <a:schemeClr val="lt1"/>
                  </a:solidFill>
                  <a:latin typeface="Arial"/>
                  <a:ea typeface="Arial"/>
                  <a:cs typeface="Arial"/>
                  <a:sym typeface="Arial"/>
                </a:rPr>
                <a:t>※ 連携基盤経由</a:t>
              </a:r>
              <a:endParaRPr sz="1200">
                <a:solidFill>
                  <a:schemeClr val="lt1"/>
                </a:solidFill>
                <a:latin typeface="Arial"/>
                <a:ea typeface="Arial"/>
                <a:cs typeface="Arial"/>
                <a:sym typeface="Arial"/>
              </a:endParaRPr>
            </a:p>
          </p:txBody>
        </p:sp>
        <p:sp>
          <p:nvSpPr>
            <p:cNvPr id="861" name="Google Shape;861;p16"/>
            <p:cNvSpPr/>
            <p:nvPr/>
          </p:nvSpPr>
          <p:spPr>
            <a:xfrm>
              <a:off x="4656000" y="1008000"/>
              <a:ext cx="2016000" cy="432000"/>
            </a:xfrm>
            <a:prstGeom prst="roundRect">
              <a:avLst>
                <a:gd fmla="val 14699" name="adj"/>
              </a:avLst>
            </a:prstGeom>
            <a:solidFill>
              <a:schemeClr val="accen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200">
                  <a:solidFill>
                    <a:schemeClr val="lt1"/>
                  </a:solidFill>
                  <a:latin typeface="Arial"/>
                  <a:ea typeface="Arial"/>
                  <a:cs typeface="Arial"/>
                  <a:sym typeface="Arial"/>
                </a:rPr>
                <a:t>充填管理システム</a:t>
              </a:r>
              <a:endParaRPr sz="1200">
                <a:solidFill>
                  <a:schemeClr val="lt1"/>
                </a:solidFill>
                <a:latin typeface="Arial"/>
                <a:ea typeface="Arial"/>
                <a:cs typeface="Arial"/>
                <a:sym typeface="Arial"/>
              </a:endParaRPr>
            </a:p>
          </p:txBody>
        </p:sp>
        <p:sp>
          <p:nvSpPr>
            <p:cNvPr id="862" name="Google Shape;862;p16"/>
            <p:cNvSpPr/>
            <p:nvPr/>
          </p:nvSpPr>
          <p:spPr>
            <a:xfrm>
              <a:off x="2472000" y="1008000"/>
              <a:ext cx="2016000" cy="432000"/>
            </a:xfrm>
            <a:prstGeom prst="roundRect">
              <a:avLst>
                <a:gd fmla="val 14699" name="adj"/>
              </a:avLst>
            </a:prstGeom>
            <a:solidFill>
              <a:schemeClr val="accen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200">
                  <a:solidFill>
                    <a:schemeClr val="lt1"/>
                  </a:solidFill>
                  <a:latin typeface="Arial"/>
                  <a:ea typeface="Arial"/>
                  <a:cs typeface="Arial"/>
                  <a:sym typeface="Arial"/>
                </a:rPr>
                <a:t>ETS-R(運転管理)</a:t>
              </a:r>
              <a:endParaRPr/>
            </a:p>
            <a:p>
              <a:pPr indent="0" lvl="0" marL="0" marR="0" rtl="0" algn="ctr">
                <a:spcBef>
                  <a:spcPts val="0"/>
                </a:spcBef>
                <a:spcAft>
                  <a:spcPts val="0"/>
                </a:spcAft>
                <a:buNone/>
              </a:pPr>
              <a:r>
                <a:rPr lang="ja-JP" sz="1200">
                  <a:solidFill>
                    <a:schemeClr val="lt1"/>
                  </a:solidFill>
                  <a:latin typeface="Arial"/>
                  <a:ea typeface="Arial"/>
                  <a:cs typeface="Arial"/>
                  <a:sym typeface="Arial"/>
                </a:rPr>
                <a:t>※ EAIサーバ経由</a:t>
              </a:r>
              <a:endParaRPr sz="1200">
                <a:solidFill>
                  <a:schemeClr val="lt1"/>
                </a:solidFill>
                <a:latin typeface="Arial"/>
                <a:ea typeface="Arial"/>
                <a:cs typeface="Arial"/>
                <a:sym typeface="Arial"/>
              </a:endParaRPr>
            </a:p>
          </p:txBody>
        </p:sp>
      </p:grpSp>
      <p:grpSp>
        <p:nvGrpSpPr>
          <p:cNvPr id="863" name="Google Shape;863;p16"/>
          <p:cNvGrpSpPr/>
          <p:nvPr/>
        </p:nvGrpSpPr>
        <p:grpSpPr>
          <a:xfrm>
            <a:off x="144000" y="5616000"/>
            <a:ext cx="8856000" cy="720000"/>
            <a:chOff x="144000" y="5472000"/>
            <a:chExt cx="8856000" cy="720000"/>
          </a:xfrm>
        </p:grpSpPr>
        <p:sp>
          <p:nvSpPr>
            <p:cNvPr id="864" name="Google Shape;864;p16"/>
            <p:cNvSpPr/>
            <p:nvPr/>
          </p:nvSpPr>
          <p:spPr>
            <a:xfrm>
              <a:off x="144000" y="5472000"/>
              <a:ext cx="8856000" cy="720000"/>
            </a:xfrm>
            <a:prstGeom prst="roundRect">
              <a:avLst>
                <a:gd fmla="val 8819" name="adj"/>
              </a:avLst>
            </a:prstGeom>
            <a:solidFill>
              <a:srgbClr val="EDEDED"/>
            </a:solidFill>
            <a:ln cap="flat" cmpd="sng" w="12700">
              <a:solidFill>
                <a:schemeClr val="accent3"/>
              </a:solidFill>
              <a:prstDash val="solid"/>
              <a:miter lim="800000"/>
              <a:headEnd len="sm" w="sm" type="none"/>
              <a:tailEnd len="sm" w="sm" type="none"/>
            </a:ln>
          </p:spPr>
          <p:txBody>
            <a:bodyPr anchorCtr="0" anchor="t" bIns="45700" lIns="108000" spcFirstLastPara="1" rIns="108000" wrap="square" tIns="45700">
              <a:noAutofit/>
            </a:bodyPr>
            <a:lstStyle/>
            <a:p>
              <a:pPr indent="0" lvl="0" marL="0" marR="0" rtl="0" algn="r">
                <a:spcBef>
                  <a:spcPts val="0"/>
                </a:spcBef>
                <a:spcAft>
                  <a:spcPts val="0"/>
                </a:spcAft>
                <a:buNone/>
              </a:pPr>
              <a:r>
                <a:t/>
              </a:r>
              <a:endParaRPr b="1" sz="1400">
                <a:solidFill>
                  <a:schemeClr val="dk1"/>
                </a:solidFill>
                <a:latin typeface="Arial"/>
                <a:ea typeface="Arial"/>
                <a:cs typeface="Arial"/>
                <a:sym typeface="Arial"/>
              </a:endParaRPr>
            </a:p>
          </p:txBody>
        </p:sp>
        <p:sp>
          <p:nvSpPr>
            <p:cNvPr id="865" name="Google Shape;865;p16"/>
            <p:cNvSpPr/>
            <p:nvPr/>
          </p:nvSpPr>
          <p:spPr>
            <a:xfrm>
              <a:off x="288000" y="5616000"/>
              <a:ext cx="2016000" cy="432000"/>
            </a:xfrm>
            <a:prstGeom prst="roundRect">
              <a:avLst>
                <a:gd fmla="val 14699" name="adj"/>
              </a:avLst>
            </a:prstGeom>
            <a:solidFill>
              <a:schemeClr val="accen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200">
                  <a:solidFill>
                    <a:schemeClr val="lt1"/>
                  </a:solidFill>
                  <a:latin typeface="Arial"/>
                  <a:ea typeface="Arial"/>
                  <a:cs typeface="Arial"/>
                  <a:sym typeface="Arial"/>
                </a:rPr>
                <a:t>潤滑油運転制御システム</a:t>
              </a:r>
              <a:endParaRPr sz="1200">
                <a:solidFill>
                  <a:schemeClr val="lt1"/>
                </a:solidFill>
                <a:latin typeface="Arial"/>
                <a:ea typeface="Arial"/>
                <a:cs typeface="Arial"/>
                <a:sym typeface="Arial"/>
              </a:endParaRPr>
            </a:p>
          </p:txBody>
        </p:sp>
        <p:sp>
          <p:nvSpPr>
            <p:cNvPr id="866" name="Google Shape;866;p16"/>
            <p:cNvSpPr/>
            <p:nvPr/>
          </p:nvSpPr>
          <p:spPr>
            <a:xfrm>
              <a:off x="2472000" y="5616000"/>
              <a:ext cx="2016000" cy="432000"/>
            </a:xfrm>
            <a:prstGeom prst="roundRect">
              <a:avLst>
                <a:gd fmla="val 14699" name="adj"/>
              </a:avLst>
            </a:prstGeom>
            <a:solidFill>
              <a:schemeClr val="accen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200">
                  <a:solidFill>
                    <a:schemeClr val="lt1"/>
                  </a:solidFill>
                  <a:latin typeface="Arial"/>
                  <a:ea typeface="Arial"/>
                  <a:cs typeface="Arial"/>
                  <a:sym typeface="Arial"/>
                </a:rPr>
                <a:t>添加剤</a:t>
              </a:r>
              <a:endParaRPr sz="1200">
                <a:solidFill>
                  <a:schemeClr val="lt1"/>
                </a:solidFill>
                <a:latin typeface="Arial"/>
                <a:ea typeface="Arial"/>
                <a:cs typeface="Arial"/>
                <a:sym typeface="Arial"/>
              </a:endParaRPr>
            </a:p>
            <a:p>
              <a:pPr indent="0" lvl="0" marL="0" marR="0" rtl="0" algn="ctr">
                <a:spcBef>
                  <a:spcPts val="0"/>
                </a:spcBef>
                <a:spcAft>
                  <a:spcPts val="0"/>
                </a:spcAft>
                <a:buNone/>
              </a:pPr>
              <a:r>
                <a:rPr lang="ja-JP" sz="1200">
                  <a:solidFill>
                    <a:schemeClr val="lt1"/>
                  </a:solidFill>
                  <a:latin typeface="Arial"/>
                  <a:ea typeface="Arial"/>
                  <a:cs typeface="Arial"/>
                  <a:sym typeface="Arial"/>
                </a:rPr>
                <a:t>ロット管理システム</a:t>
              </a:r>
              <a:endParaRPr sz="1200">
                <a:solidFill>
                  <a:schemeClr val="lt1"/>
                </a:solidFill>
                <a:latin typeface="Arial"/>
                <a:ea typeface="Arial"/>
                <a:cs typeface="Arial"/>
                <a:sym typeface="Arial"/>
              </a:endParaRPr>
            </a:p>
          </p:txBody>
        </p:sp>
        <p:sp>
          <p:nvSpPr>
            <p:cNvPr id="867" name="Google Shape;867;p16"/>
            <p:cNvSpPr/>
            <p:nvPr/>
          </p:nvSpPr>
          <p:spPr>
            <a:xfrm>
              <a:off x="6840000" y="5616000"/>
              <a:ext cx="2016000" cy="432000"/>
            </a:xfrm>
            <a:prstGeom prst="roundRect">
              <a:avLst>
                <a:gd fmla="val 14699" name="adj"/>
              </a:avLst>
            </a:prstGeom>
            <a:solidFill>
              <a:schemeClr val="accen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200">
                  <a:solidFill>
                    <a:schemeClr val="lt1"/>
                  </a:solidFill>
                  <a:latin typeface="Arial"/>
                  <a:ea typeface="Arial"/>
                  <a:cs typeface="Arial"/>
                  <a:sym typeface="Arial"/>
                </a:rPr>
                <a:t>ロット追跡システム</a:t>
              </a:r>
              <a:endParaRPr sz="1200">
                <a:solidFill>
                  <a:schemeClr val="lt1"/>
                </a:solidFill>
                <a:latin typeface="Arial"/>
                <a:ea typeface="Arial"/>
                <a:cs typeface="Arial"/>
                <a:sym typeface="Arial"/>
              </a:endParaRPr>
            </a:p>
          </p:txBody>
        </p:sp>
        <p:sp>
          <p:nvSpPr>
            <p:cNvPr id="868" name="Google Shape;868;p16"/>
            <p:cNvSpPr/>
            <p:nvPr/>
          </p:nvSpPr>
          <p:spPr>
            <a:xfrm>
              <a:off x="4656000" y="5616000"/>
              <a:ext cx="2016000" cy="432000"/>
            </a:xfrm>
            <a:prstGeom prst="roundRect">
              <a:avLst>
                <a:gd fmla="val 14699" name="adj"/>
              </a:avLst>
            </a:prstGeom>
            <a:solidFill>
              <a:schemeClr val="accen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200">
                  <a:solidFill>
                    <a:schemeClr val="lt1"/>
                  </a:solidFill>
                  <a:latin typeface="Arial"/>
                  <a:ea typeface="Arial"/>
                  <a:cs typeface="Arial"/>
                  <a:sym typeface="Arial"/>
                </a:rPr>
                <a:t>自動倉庫システム</a:t>
              </a:r>
              <a:endParaRPr sz="1200">
                <a:solidFill>
                  <a:schemeClr val="lt1"/>
                </a:solidFill>
                <a:latin typeface="Arial"/>
                <a:ea typeface="Arial"/>
                <a:cs typeface="Arial"/>
                <a:sym typeface="Arial"/>
              </a:endParaRPr>
            </a:p>
          </p:txBody>
        </p:sp>
      </p:grpSp>
      <p:grpSp>
        <p:nvGrpSpPr>
          <p:cNvPr id="869" name="Google Shape;869;p16"/>
          <p:cNvGrpSpPr/>
          <p:nvPr/>
        </p:nvGrpSpPr>
        <p:grpSpPr>
          <a:xfrm>
            <a:off x="7452000" y="720000"/>
            <a:ext cx="1467996" cy="1152000"/>
            <a:chOff x="7452000" y="864000"/>
            <a:chExt cx="1467996" cy="1152000"/>
          </a:xfrm>
        </p:grpSpPr>
        <p:sp>
          <p:nvSpPr>
            <p:cNvPr id="870" name="Google Shape;870;p16"/>
            <p:cNvSpPr/>
            <p:nvPr/>
          </p:nvSpPr>
          <p:spPr>
            <a:xfrm>
              <a:off x="7452000" y="864000"/>
              <a:ext cx="360000" cy="216000"/>
            </a:xfrm>
            <a:prstGeom prst="roundRect">
              <a:avLst>
                <a:gd fmla="val 29398" name="adj"/>
              </a:avLst>
            </a:prstGeom>
            <a:solidFill>
              <a:schemeClr val="accen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871" name="Google Shape;871;p16"/>
            <p:cNvSpPr/>
            <p:nvPr/>
          </p:nvSpPr>
          <p:spPr>
            <a:xfrm>
              <a:off x="7452000" y="1152000"/>
              <a:ext cx="360000" cy="216000"/>
            </a:xfrm>
            <a:prstGeom prst="roundRect">
              <a:avLst>
                <a:gd fmla="val 29398" name="adj"/>
              </a:avLst>
            </a:prstGeom>
            <a:solidFill>
              <a:srgbClr val="FBE4D4"/>
            </a:solidFill>
            <a:ln cap="flat" cmpd="sng" w="19050">
              <a:solidFill>
                <a:schemeClr val="accent2"/>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1400">
                <a:solidFill>
                  <a:schemeClr val="dk1"/>
                </a:solidFill>
                <a:latin typeface="Arial"/>
                <a:ea typeface="Arial"/>
                <a:cs typeface="Arial"/>
                <a:sym typeface="Arial"/>
              </a:endParaRPr>
            </a:p>
          </p:txBody>
        </p:sp>
        <p:sp>
          <p:nvSpPr>
            <p:cNvPr id="872" name="Google Shape;872;p16"/>
            <p:cNvSpPr/>
            <p:nvPr/>
          </p:nvSpPr>
          <p:spPr>
            <a:xfrm flipH="1" rot="5400000">
              <a:off x="7524000" y="1692000"/>
              <a:ext cx="288000" cy="360000"/>
            </a:xfrm>
            <a:prstGeom prst="upArrow">
              <a:avLst>
                <a:gd fmla="val 50000" name="adj1"/>
                <a:gd fmla="val 66620" name="adj2"/>
              </a:avLst>
            </a:prstGeom>
            <a:solidFill>
              <a:srgbClr val="C9C9C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600">
                <a:solidFill>
                  <a:schemeClr val="lt1"/>
                </a:solidFill>
                <a:latin typeface="Arial"/>
                <a:ea typeface="Arial"/>
                <a:cs typeface="Arial"/>
                <a:sym typeface="Arial"/>
              </a:endParaRPr>
            </a:p>
          </p:txBody>
        </p:sp>
        <p:sp>
          <p:nvSpPr>
            <p:cNvPr id="873" name="Google Shape;873;p16"/>
            <p:cNvSpPr txBox="1"/>
            <p:nvPr/>
          </p:nvSpPr>
          <p:spPr>
            <a:xfrm>
              <a:off x="7812000" y="864000"/>
              <a:ext cx="80021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ja-JP" sz="1200">
                  <a:solidFill>
                    <a:schemeClr val="dk1"/>
                  </a:solidFill>
                  <a:latin typeface="Arial"/>
                  <a:ea typeface="Arial"/>
                  <a:cs typeface="Arial"/>
                  <a:sym typeface="Arial"/>
                </a:rPr>
                <a:t>周辺ｼｽﾃﾑ</a:t>
              </a:r>
              <a:endParaRPr sz="1200">
                <a:solidFill>
                  <a:schemeClr val="dk1"/>
                </a:solidFill>
                <a:latin typeface="Arial"/>
                <a:ea typeface="Arial"/>
                <a:cs typeface="Arial"/>
                <a:sym typeface="Arial"/>
              </a:endParaRPr>
            </a:p>
          </p:txBody>
        </p:sp>
        <p:sp>
          <p:nvSpPr>
            <p:cNvPr id="874" name="Google Shape;874;p16"/>
            <p:cNvSpPr txBox="1"/>
            <p:nvPr/>
          </p:nvSpPr>
          <p:spPr>
            <a:xfrm>
              <a:off x="7812000" y="1152000"/>
              <a:ext cx="1107996"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ja-JP" sz="1200">
                  <a:solidFill>
                    <a:schemeClr val="dk1"/>
                  </a:solidFill>
                  <a:latin typeface="Arial"/>
                  <a:ea typeface="Arial"/>
                  <a:cs typeface="Arial"/>
                  <a:sym typeface="Arial"/>
                </a:rPr>
                <a:t>運転管理ｼｽﾃﾑ</a:t>
              </a:r>
              <a:endParaRPr sz="1200">
                <a:solidFill>
                  <a:schemeClr val="dk1"/>
                </a:solidFill>
                <a:latin typeface="Arial"/>
                <a:ea typeface="Arial"/>
                <a:cs typeface="Arial"/>
                <a:sym typeface="Arial"/>
              </a:endParaRPr>
            </a:p>
          </p:txBody>
        </p:sp>
        <p:sp>
          <p:nvSpPr>
            <p:cNvPr id="875" name="Google Shape;875;p16"/>
            <p:cNvSpPr txBox="1"/>
            <p:nvPr/>
          </p:nvSpPr>
          <p:spPr>
            <a:xfrm>
              <a:off x="7812000" y="1728000"/>
              <a:ext cx="80021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ja-JP" sz="1200">
                  <a:solidFill>
                    <a:schemeClr val="dk1"/>
                  </a:solidFill>
                  <a:latin typeface="Arial"/>
                  <a:ea typeface="Arial"/>
                  <a:cs typeface="Arial"/>
                  <a:sym typeface="Arial"/>
                </a:rPr>
                <a:t>ﾃﾞｰﾀ連携</a:t>
              </a:r>
              <a:endParaRPr/>
            </a:p>
          </p:txBody>
        </p:sp>
        <p:sp>
          <p:nvSpPr>
            <p:cNvPr id="876" name="Google Shape;876;p16"/>
            <p:cNvSpPr/>
            <p:nvPr/>
          </p:nvSpPr>
          <p:spPr>
            <a:xfrm>
              <a:off x="7452000" y="1440000"/>
              <a:ext cx="360000" cy="216000"/>
            </a:xfrm>
            <a:prstGeom prst="roundRect">
              <a:avLst>
                <a:gd fmla="val 29398" name="adj"/>
              </a:avLst>
            </a:prstGeom>
            <a:solidFill>
              <a:schemeClr val="lt1"/>
            </a:solid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dk1"/>
                </a:solidFill>
                <a:latin typeface="Arial"/>
                <a:ea typeface="Arial"/>
                <a:cs typeface="Arial"/>
                <a:sym typeface="Arial"/>
              </a:endParaRPr>
            </a:p>
          </p:txBody>
        </p:sp>
        <p:sp>
          <p:nvSpPr>
            <p:cNvPr id="877" name="Google Shape;877;p16"/>
            <p:cNvSpPr txBox="1"/>
            <p:nvPr/>
          </p:nvSpPr>
          <p:spPr>
            <a:xfrm>
              <a:off x="7812000" y="1440000"/>
              <a:ext cx="80021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ja-JP" sz="1200">
                  <a:solidFill>
                    <a:schemeClr val="dk1"/>
                  </a:solidFill>
                  <a:latin typeface="Arial"/>
                  <a:ea typeface="Arial"/>
                  <a:cs typeface="Arial"/>
                  <a:sym typeface="Arial"/>
                </a:rPr>
                <a:t>主要機能</a:t>
              </a:r>
              <a:endParaRPr sz="1200">
                <a:solidFill>
                  <a:schemeClr val="dk1"/>
                </a:solidFill>
                <a:latin typeface="Arial"/>
                <a:ea typeface="Arial"/>
                <a:cs typeface="Arial"/>
                <a:sym typeface="Arial"/>
              </a:endParaRPr>
            </a:p>
          </p:txBody>
        </p:sp>
      </p:grpSp>
      <p:sp>
        <p:nvSpPr>
          <p:cNvPr id="878" name="Google Shape;878;p16"/>
          <p:cNvSpPr/>
          <p:nvPr/>
        </p:nvSpPr>
        <p:spPr>
          <a:xfrm flipH="1" rot="5400000">
            <a:off x="6515999" y="5796000"/>
            <a:ext cx="576000" cy="360000"/>
          </a:xfrm>
          <a:prstGeom prst="upArrow">
            <a:avLst>
              <a:gd fmla="val 50000" name="adj1"/>
              <a:gd fmla="val 50000" name="adj2"/>
            </a:avLst>
          </a:prstGeom>
          <a:solidFill>
            <a:srgbClr val="C9C9C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600">
              <a:solidFill>
                <a:schemeClr val="lt1"/>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2" name="Shape 882"/>
        <p:cNvGrpSpPr/>
        <p:nvPr/>
      </p:nvGrpSpPr>
      <p:grpSpPr>
        <a:xfrm>
          <a:off x="0" y="0"/>
          <a:ext cx="0" cy="0"/>
          <a:chOff x="0" y="0"/>
          <a:chExt cx="0" cy="0"/>
        </a:xfrm>
      </p:grpSpPr>
      <p:sp>
        <p:nvSpPr>
          <p:cNvPr id="883" name="Google Shape;883;p17"/>
          <p:cNvSpPr txBox="1"/>
          <p:nvPr>
            <p:ph type="title"/>
          </p:nvPr>
        </p:nvSpPr>
        <p:spPr>
          <a:xfrm>
            <a:off x="144000" y="36000"/>
            <a:ext cx="8856000" cy="5760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3000"/>
              <a:buFont typeface="Arial"/>
              <a:buNone/>
            </a:pPr>
            <a:r>
              <a:rPr lang="ja-JP"/>
              <a:t>機能数（AsIs）</a:t>
            </a:r>
            <a:endParaRPr/>
          </a:p>
        </p:txBody>
      </p:sp>
      <p:sp>
        <p:nvSpPr>
          <p:cNvPr id="884" name="Google Shape;884;p17"/>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ja-JP"/>
              <a:t>Copyright© 2020 SystemEXE,Inc. all rights reserved.</a:t>
            </a:r>
            <a:endParaRPr/>
          </a:p>
        </p:txBody>
      </p:sp>
      <p:sp>
        <p:nvSpPr>
          <p:cNvPr id="885" name="Google Shape;885;p17"/>
          <p:cNvSpPr txBox="1"/>
          <p:nvPr>
            <p:ph idx="12" type="sldNum"/>
          </p:nvPr>
        </p:nvSpPr>
        <p:spPr>
          <a:xfrm>
            <a:off x="4212000" y="6500068"/>
            <a:ext cx="720000" cy="288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ja-JP"/>
              <a:t>‹#›</a:t>
            </a:fld>
            <a:endParaRPr/>
          </a:p>
        </p:txBody>
      </p:sp>
      <p:sp>
        <p:nvSpPr>
          <p:cNvPr id="886" name="Google Shape;886;p17"/>
          <p:cNvSpPr txBox="1"/>
          <p:nvPr/>
        </p:nvSpPr>
        <p:spPr>
          <a:xfrm>
            <a:off x="143999" y="5508000"/>
            <a:ext cx="8856001" cy="1015663"/>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200"/>
              <a:buFont typeface="Arial"/>
              <a:buChar char="※"/>
            </a:pPr>
            <a:r>
              <a:rPr lang="ja-JP" sz="1200">
                <a:solidFill>
                  <a:schemeClr val="dk1"/>
                </a:solidFill>
                <a:latin typeface="Arial"/>
                <a:ea typeface="Arial"/>
                <a:cs typeface="Arial"/>
                <a:sym typeface="Arial"/>
              </a:rPr>
              <a:t>上記は、ご提供頂きましたソースファイルより算出しております。</a:t>
            </a:r>
            <a:endParaRPr sz="1200">
              <a:solidFill>
                <a:schemeClr val="dk1"/>
              </a:solidFill>
              <a:latin typeface="Arial"/>
              <a:ea typeface="Arial"/>
              <a:cs typeface="Arial"/>
              <a:sym typeface="Arial"/>
            </a:endParaRPr>
          </a:p>
          <a:p>
            <a:pPr indent="-285750" lvl="0" marL="285750" marR="0" rtl="0" algn="l">
              <a:spcBef>
                <a:spcPts val="0"/>
              </a:spcBef>
              <a:spcAft>
                <a:spcPts val="0"/>
              </a:spcAft>
              <a:buClr>
                <a:schemeClr val="dk1"/>
              </a:buClr>
              <a:buSzPts val="1200"/>
              <a:buFont typeface="Arial"/>
              <a:buChar char="※"/>
            </a:pPr>
            <a:r>
              <a:rPr lang="ja-JP" sz="1200">
                <a:solidFill>
                  <a:schemeClr val="dk1"/>
                </a:solidFill>
                <a:latin typeface="Arial"/>
                <a:ea typeface="Arial"/>
                <a:cs typeface="Arial"/>
                <a:sym typeface="Arial"/>
              </a:rPr>
              <a:t>「bk」や「bak」などがファイル名に付加されているファイルは、バックアップ目的と推測できるため除外しております。</a:t>
            </a:r>
            <a:endParaRPr sz="1200">
              <a:solidFill>
                <a:schemeClr val="dk1"/>
              </a:solidFill>
              <a:latin typeface="Arial"/>
              <a:ea typeface="Arial"/>
              <a:cs typeface="Arial"/>
              <a:sym typeface="Arial"/>
            </a:endParaRPr>
          </a:p>
          <a:p>
            <a:pPr indent="-285750" lvl="0" marL="285750" marR="0" rtl="0" algn="l">
              <a:spcBef>
                <a:spcPts val="0"/>
              </a:spcBef>
              <a:spcAft>
                <a:spcPts val="0"/>
              </a:spcAft>
              <a:buClr>
                <a:schemeClr val="dk1"/>
              </a:buClr>
              <a:buSzPts val="1200"/>
              <a:buFont typeface="Arial"/>
              <a:buChar char="※"/>
            </a:pPr>
            <a:r>
              <a:rPr lang="ja-JP" sz="1200">
                <a:solidFill>
                  <a:schemeClr val="dk1"/>
                </a:solidFill>
                <a:latin typeface="Arial"/>
                <a:ea typeface="Arial"/>
                <a:cs typeface="Arial"/>
                <a:sym typeface="Arial"/>
              </a:rPr>
              <a:t>共通機能数は、VBの共通モジュール（basファイル）の数を記載しております。また、共通機能数には、batファイルの31件を含めております。</a:t>
            </a:r>
            <a:endParaRPr sz="1200">
              <a:solidFill>
                <a:schemeClr val="dk1"/>
              </a:solidFill>
              <a:latin typeface="Arial"/>
              <a:ea typeface="Arial"/>
              <a:cs typeface="Arial"/>
              <a:sym typeface="Arial"/>
            </a:endParaRPr>
          </a:p>
          <a:p>
            <a:pPr indent="-285750" lvl="0" marL="285750" marR="0" rtl="0" algn="l">
              <a:spcBef>
                <a:spcPts val="0"/>
              </a:spcBef>
              <a:spcAft>
                <a:spcPts val="0"/>
              </a:spcAft>
              <a:buClr>
                <a:schemeClr val="dk1"/>
              </a:buClr>
              <a:buSzPts val="1200"/>
              <a:buFont typeface="Arial"/>
              <a:buChar char="※"/>
            </a:pPr>
            <a:r>
              <a:rPr lang="ja-JP" sz="1200">
                <a:solidFill>
                  <a:schemeClr val="dk1"/>
                </a:solidFill>
                <a:latin typeface="Arial"/>
                <a:ea typeface="Arial"/>
                <a:cs typeface="Arial"/>
                <a:sym typeface="Arial"/>
              </a:rPr>
              <a:t>エクセルファイルに関するものは帳票数に含めております。</a:t>
            </a:r>
            <a:endParaRPr/>
          </a:p>
        </p:txBody>
      </p:sp>
      <p:grpSp>
        <p:nvGrpSpPr>
          <p:cNvPr id="887" name="Google Shape;887;p17"/>
          <p:cNvGrpSpPr/>
          <p:nvPr/>
        </p:nvGrpSpPr>
        <p:grpSpPr>
          <a:xfrm>
            <a:off x="143999" y="864000"/>
            <a:ext cx="8856001" cy="4572000"/>
            <a:chOff x="143999" y="864000"/>
            <a:chExt cx="8856001" cy="4572000"/>
          </a:xfrm>
        </p:grpSpPr>
        <p:sp>
          <p:nvSpPr>
            <p:cNvPr id="888" name="Google Shape;888;p17"/>
            <p:cNvSpPr/>
            <p:nvPr/>
          </p:nvSpPr>
          <p:spPr>
            <a:xfrm flipH="1">
              <a:off x="143999" y="864000"/>
              <a:ext cx="2088000" cy="360000"/>
            </a:xfrm>
            <a:prstGeom prst="round1Rect">
              <a:avLst>
                <a:gd fmla="val 17639" name="adj"/>
              </a:avLst>
            </a:prstGeom>
            <a:solidFill>
              <a:srgbClr val="52525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600">
                <a:solidFill>
                  <a:schemeClr val="lt1"/>
                </a:solidFill>
                <a:latin typeface="Arial"/>
                <a:ea typeface="Arial"/>
                <a:cs typeface="Arial"/>
                <a:sym typeface="Arial"/>
              </a:endParaRPr>
            </a:p>
          </p:txBody>
        </p:sp>
        <p:sp>
          <p:nvSpPr>
            <p:cNvPr id="889" name="Google Shape;889;p17"/>
            <p:cNvSpPr/>
            <p:nvPr/>
          </p:nvSpPr>
          <p:spPr>
            <a:xfrm>
              <a:off x="144000" y="1260000"/>
              <a:ext cx="2088000" cy="288000"/>
            </a:xfrm>
            <a:prstGeom prst="rect">
              <a:avLst/>
            </a:prstGeom>
            <a:solidFill>
              <a:srgbClr val="EDEDE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890" name="Google Shape;890;p17"/>
            <p:cNvSpPr/>
            <p:nvPr/>
          </p:nvSpPr>
          <p:spPr>
            <a:xfrm>
              <a:off x="2268000" y="1260000"/>
              <a:ext cx="1656000" cy="288000"/>
            </a:xfrm>
            <a:prstGeom prst="rect">
              <a:avLst/>
            </a:prstGeom>
            <a:solidFill>
              <a:srgbClr val="DDEA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891" name="Google Shape;891;p17"/>
            <p:cNvSpPr/>
            <p:nvPr/>
          </p:nvSpPr>
          <p:spPr>
            <a:xfrm>
              <a:off x="3960000" y="1260000"/>
              <a:ext cx="1656000" cy="288000"/>
            </a:xfrm>
            <a:prstGeom prst="rect">
              <a:avLst/>
            </a:prstGeom>
            <a:solidFill>
              <a:srgbClr val="DDEA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892" name="Google Shape;892;p17"/>
            <p:cNvSpPr/>
            <p:nvPr/>
          </p:nvSpPr>
          <p:spPr>
            <a:xfrm>
              <a:off x="7344000" y="1260000"/>
              <a:ext cx="1656000" cy="288000"/>
            </a:xfrm>
            <a:prstGeom prst="rect">
              <a:avLst/>
            </a:prstGeom>
            <a:solidFill>
              <a:srgbClr val="DDEA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893" name="Google Shape;893;p17"/>
            <p:cNvSpPr txBox="1"/>
            <p:nvPr/>
          </p:nvSpPr>
          <p:spPr>
            <a:xfrm>
              <a:off x="145835" y="1260000"/>
              <a:ext cx="2088000" cy="288000"/>
            </a:xfrm>
            <a:prstGeom prst="rect">
              <a:avLst/>
            </a:prstGeom>
            <a:noFill/>
            <a:ln>
              <a:noFill/>
            </a:ln>
          </p:spPr>
          <p:txBody>
            <a:bodyPr anchorCtr="0" anchor="ctr" bIns="45700" lIns="91425" spcFirstLastPara="1" rIns="91425" wrap="square" tIns="45700">
              <a:noAutofit/>
            </a:bodyPr>
            <a:lstStyle/>
            <a:p>
              <a:pPr indent="0" lvl="0" marL="0" marR="0" rtl="0" algn="r">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BO荷繰</a:t>
              </a:r>
              <a:endParaRPr sz="1400">
                <a:solidFill>
                  <a:schemeClr val="dk1"/>
                </a:solidFill>
                <a:latin typeface="Arial"/>
                <a:ea typeface="Arial"/>
                <a:cs typeface="Arial"/>
                <a:sym typeface="Arial"/>
              </a:endParaRPr>
            </a:p>
          </p:txBody>
        </p:sp>
        <p:sp>
          <p:nvSpPr>
            <p:cNvPr id="894" name="Google Shape;894;p17"/>
            <p:cNvSpPr txBox="1"/>
            <p:nvPr/>
          </p:nvSpPr>
          <p:spPr>
            <a:xfrm>
              <a:off x="2268000" y="1260000"/>
              <a:ext cx="1656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13</a:t>
              </a:r>
              <a:endParaRPr/>
            </a:p>
          </p:txBody>
        </p:sp>
        <p:sp>
          <p:nvSpPr>
            <p:cNvPr id="895" name="Google Shape;895;p17"/>
            <p:cNvSpPr txBox="1"/>
            <p:nvPr/>
          </p:nvSpPr>
          <p:spPr>
            <a:xfrm>
              <a:off x="3960000" y="1260000"/>
              <a:ext cx="1656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28</a:t>
              </a:r>
              <a:endParaRPr/>
            </a:p>
          </p:txBody>
        </p:sp>
        <p:sp>
          <p:nvSpPr>
            <p:cNvPr id="896" name="Google Shape;896;p17"/>
            <p:cNvSpPr txBox="1"/>
            <p:nvPr/>
          </p:nvSpPr>
          <p:spPr>
            <a:xfrm>
              <a:off x="7344000" y="1260000"/>
              <a:ext cx="1656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36</a:t>
              </a:r>
              <a:endParaRPr/>
            </a:p>
          </p:txBody>
        </p:sp>
        <p:sp>
          <p:nvSpPr>
            <p:cNvPr id="897" name="Google Shape;897;p17"/>
            <p:cNvSpPr/>
            <p:nvPr/>
          </p:nvSpPr>
          <p:spPr>
            <a:xfrm rot="10800000">
              <a:off x="148076" y="5148000"/>
              <a:ext cx="2088000" cy="288000"/>
            </a:xfrm>
            <a:prstGeom prst="round1Rect">
              <a:avLst>
                <a:gd fmla="val 22049" name="adj"/>
              </a:avLst>
            </a:prstGeom>
            <a:solidFill>
              <a:srgbClr val="EDEDE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898" name="Google Shape;898;p17"/>
            <p:cNvSpPr/>
            <p:nvPr/>
          </p:nvSpPr>
          <p:spPr>
            <a:xfrm>
              <a:off x="2268000" y="5148000"/>
              <a:ext cx="1656000" cy="288000"/>
            </a:xfrm>
            <a:prstGeom prst="rect">
              <a:avLst/>
            </a:prstGeom>
            <a:solidFill>
              <a:srgbClr val="DDEA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899" name="Google Shape;899;p17"/>
            <p:cNvSpPr/>
            <p:nvPr/>
          </p:nvSpPr>
          <p:spPr>
            <a:xfrm>
              <a:off x="3960000" y="5148000"/>
              <a:ext cx="1656000" cy="288000"/>
            </a:xfrm>
            <a:prstGeom prst="rect">
              <a:avLst/>
            </a:prstGeom>
            <a:solidFill>
              <a:srgbClr val="DDEA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900" name="Google Shape;900;p17"/>
            <p:cNvSpPr/>
            <p:nvPr/>
          </p:nvSpPr>
          <p:spPr>
            <a:xfrm flipH="1" rot="10800000">
              <a:off x="7344000" y="5148000"/>
              <a:ext cx="1656000" cy="288000"/>
            </a:xfrm>
            <a:prstGeom prst="round1Rect">
              <a:avLst>
                <a:gd fmla="val 22049" name="adj"/>
              </a:avLst>
            </a:prstGeom>
            <a:solidFill>
              <a:srgbClr val="DDEA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901" name="Google Shape;901;p17"/>
            <p:cNvSpPr txBox="1"/>
            <p:nvPr/>
          </p:nvSpPr>
          <p:spPr>
            <a:xfrm>
              <a:off x="149911" y="5148000"/>
              <a:ext cx="2088000" cy="288000"/>
            </a:xfrm>
            <a:prstGeom prst="rect">
              <a:avLst/>
            </a:prstGeom>
            <a:noFill/>
            <a:ln>
              <a:noFill/>
            </a:ln>
          </p:spPr>
          <p:txBody>
            <a:bodyPr anchorCtr="0" anchor="ctr" bIns="45700" lIns="91425" spcFirstLastPara="1" rIns="91425" wrap="square" tIns="45700">
              <a:noAutofit/>
            </a:bodyPr>
            <a:lstStyle/>
            <a:p>
              <a:pPr indent="0" lvl="0" marL="0" marR="0" rtl="0" algn="r">
                <a:lnSpc>
                  <a:spcPct val="120000"/>
                </a:lnSpc>
                <a:spcBef>
                  <a:spcPts val="0"/>
                </a:spcBef>
                <a:spcAft>
                  <a:spcPts val="0"/>
                </a:spcAft>
                <a:buClr>
                  <a:schemeClr val="dk1"/>
                </a:buClr>
                <a:buSzPts val="1400"/>
                <a:buFont typeface="Arial"/>
                <a:buNone/>
              </a:pPr>
              <a:r>
                <a:rPr b="1" lang="ja-JP" sz="1400">
                  <a:solidFill>
                    <a:schemeClr val="dk1"/>
                  </a:solidFill>
                  <a:latin typeface="Arial"/>
                  <a:ea typeface="Arial"/>
                  <a:cs typeface="Arial"/>
                  <a:sym typeface="Arial"/>
                </a:rPr>
                <a:t>計</a:t>
              </a:r>
              <a:endParaRPr b="1" sz="1400">
                <a:solidFill>
                  <a:schemeClr val="dk1"/>
                </a:solidFill>
                <a:latin typeface="Arial"/>
                <a:ea typeface="Arial"/>
                <a:cs typeface="Arial"/>
                <a:sym typeface="Arial"/>
              </a:endParaRPr>
            </a:p>
          </p:txBody>
        </p:sp>
        <p:sp>
          <p:nvSpPr>
            <p:cNvPr id="902" name="Google Shape;902;p17"/>
            <p:cNvSpPr txBox="1"/>
            <p:nvPr/>
          </p:nvSpPr>
          <p:spPr>
            <a:xfrm>
              <a:off x="2268000" y="5148000"/>
              <a:ext cx="1656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chemeClr val="dk1"/>
                </a:buClr>
                <a:buSzPts val="1400"/>
                <a:buFont typeface="Arial"/>
                <a:buNone/>
              </a:pPr>
              <a:r>
                <a:rPr b="1" lang="ja-JP" sz="1400">
                  <a:solidFill>
                    <a:schemeClr val="dk1"/>
                  </a:solidFill>
                  <a:latin typeface="Arial"/>
                  <a:ea typeface="Arial"/>
                  <a:cs typeface="Arial"/>
                  <a:sym typeface="Arial"/>
                </a:rPr>
                <a:t>197</a:t>
              </a:r>
              <a:endParaRPr/>
            </a:p>
          </p:txBody>
        </p:sp>
        <p:sp>
          <p:nvSpPr>
            <p:cNvPr id="903" name="Google Shape;903;p17"/>
            <p:cNvSpPr txBox="1"/>
            <p:nvPr/>
          </p:nvSpPr>
          <p:spPr>
            <a:xfrm>
              <a:off x="3960000" y="5148000"/>
              <a:ext cx="1656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chemeClr val="dk1"/>
                </a:buClr>
                <a:buSzPts val="1400"/>
                <a:buFont typeface="Arial"/>
                <a:buNone/>
              </a:pPr>
              <a:r>
                <a:rPr b="1" lang="ja-JP" sz="1400">
                  <a:solidFill>
                    <a:schemeClr val="dk1"/>
                  </a:solidFill>
                  <a:latin typeface="Arial"/>
                  <a:ea typeface="Arial"/>
                  <a:cs typeface="Arial"/>
                  <a:sym typeface="Arial"/>
                </a:rPr>
                <a:t>367</a:t>
              </a:r>
              <a:endParaRPr/>
            </a:p>
          </p:txBody>
        </p:sp>
        <p:sp>
          <p:nvSpPr>
            <p:cNvPr id="904" name="Google Shape;904;p17"/>
            <p:cNvSpPr txBox="1"/>
            <p:nvPr/>
          </p:nvSpPr>
          <p:spPr>
            <a:xfrm>
              <a:off x="7344000" y="5148000"/>
              <a:ext cx="1656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chemeClr val="dk1"/>
                </a:buClr>
                <a:buSzPts val="1400"/>
                <a:buFont typeface="Arial"/>
                <a:buNone/>
              </a:pPr>
              <a:r>
                <a:rPr b="1" lang="ja-JP" sz="1400">
                  <a:solidFill>
                    <a:schemeClr val="dk1"/>
                  </a:solidFill>
                  <a:latin typeface="Arial"/>
                  <a:ea typeface="Arial"/>
                  <a:cs typeface="Arial"/>
                  <a:sym typeface="Arial"/>
                </a:rPr>
                <a:t>605</a:t>
              </a:r>
              <a:endParaRPr/>
            </a:p>
          </p:txBody>
        </p:sp>
        <p:sp>
          <p:nvSpPr>
            <p:cNvPr id="905" name="Google Shape;905;p17"/>
            <p:cNvSpPr/>
            <p:nvPr/>
          </p:nvSpPr>
          <p:spPr>
            <a:xfrm>
              <a:off x="144000" y="1584000"/>
              <a:ext cx="2088000" cy="288000"/>
            </a:xfrm>
            <a:prstGeom prst="rect">
              <a:avLst/>
            </a:prstGeom>
            <a:solidFill>
              <a:srgbClr val="EDEDE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906" name="Google Shape;906;p17"/>
            <p:cNvSpPr/>
            <p:nvPr/>
          </p:nvSpPr>
          <p:spPr>
            <a:xfrm>
              <a:off x="2268000" y="1584000"/>
              <a:ext cx="1656000" cy="288000"/>
            </a:xfrm>
            <a:prstGeom prst="rect">
              <a:avLst/>
            </a:prstGeom>
            <a:solidFill>
              <a:srgbClr val="DDEA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907" name="Google Shape;907;p17"/>
            <p:cNvSpPr/>
            <p:nvPr/>
          </p:nvSpPr>
          <p:spPr>
            <a:xfrm>
              <a:off x="3960000" y="1584000"/>
              <a:ext cx="1656000" cy="288000"/>
            </a:xfrm>
            <a:prstGeom prst="rect">
              <a:avLst/>
            </a:prstGeom>
            <a:solidFill>
              <a:srgbClr val="DDEA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908" name="Google Shape;908;p17"/>
            <p:cNvSpPr/>
            <p:nvPr/>
          </p:nvSpPr>
          <p:spPr>
            <a:xfrm>
              <a:off x="7344000" y="1584000"/>
              <a:ext cx="1656000" cy="288000"/>
            </a:xfrm>
            <a:prstGeom prst="rect">
              <a:avLst/>
            </a:prstGeom>
            <a:solidFill>
              <a:srgbClr val="DDEA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909" name="Google Shape;909;p17"/>
            <p:cNvSpPr txBox="1"/>
            <p:nvPr/>
          </p:nvSpPr>
          <p:spPr>
            <a:xfrm>
              <a:off x="145835" y="1584000"/>
              <a:ext cx="2088000" cy="288000"/>
            </a:xfrm>
            <a:prstGeom prst="rect">
              <a:avLst/>
            </a:prstGeom>
            <a:noFill/>
            <a:ln>
              <a:noFill/>
            </a:ln>
          </p:spPr>
          <p:txBody>
            <a:bodyPr anchorCtr="0" anchor="ctr" bIns="45700" lIns="91425" spcFirstLastPara="1" rIns="91425" wrap="square" tIns="45700">
              <a:noAutofit/>
            </a:bodyPr>
            <a:lstStyle/>
            <a:p>
              <a:pPr indent="0" lvl="0" marL="0" marR="0" rtl="0" algn="r">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OneSAP</a:t>
              </a:r>
              <a:endParaRPr sz="1400">
                <a:solidFill>
                  <a:schemeClr val="dk1"/>
                </a:solidFill>
                <a:latin typeface="Arial"/>
                <a:ea typeface="Arial"/>
                <a:cs typeface="Arial"/>
                <a:sym typeface="Arial"/>
              </a:endParaRPr>
            </a:p>
          </p:txBody>
        </p:sp>
        <p:sp>
          <p:nvSpPr>
            <p:cNvPr id="910" name="Google Shape;910;p17"/>
            <p:cNvSpPr txBox="1"/>
            <p:nvPr/>
          </p:nvSpPr>
          <p:spPr>
            <a:xfrm>
              <a:off x="2268000" y="1584000"/>
              <a:ext cx="1656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11</a:t>
              </a:r>
              <a:endParaRPr/>
            </a:p>
          </p:txBody>
        </p:sp>
        <p:sp>
          <p:nvSpPr>
            <p:cNvPr id="911" name="Google Shape;911;p17"/>
            <p:cNvSpPr txBox="1"/>
            <p:nvPr/>
          </p:nvSpPr>
          <p:spPr>
            <a:xfrm>
              <a:off x="3960000" y="1584000"/>
              <a:ext cx="1656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14</a:t>
              </a:r>
              <a:endParaRPr/>
            </a:p>
          </p:txBody>
        </p:sp>
        <p:sp>
          <p:nvSpPr>
            <p:cNvPr id="912" name="Google Shape;912;p17"/>
            <p:cNvSpPr txBox="1"/>
            <p:nvPr/>
          </p:nvSpPr>
          <p:spPr>
            <a:xfrm>
              <a:off x="7344000" y="1584000"/>
              <a:ext cx="1656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63</a:t>
              </a:r>
              <a:endParaRPr/>
            </a:p>
          </p:txBody>
        </p:sp>
        <p:sp>
          <p:nvSpPr>
            <p:cNvPr id="913" name="Google Shape;913;p17"/>
            <p:cNvSpPr/>
            <p:nvPr/>
          </p:nvSpPr>
          <p:spPr>
            <a:xfrm>
              <a:off x="144000" y="1908000"/>
              <a:ext cx="2088000" cy="288000"/>
            </a:xfrm>
            <a:prstGeom prst="rect">
              <a:avLst/>
            </a:prstGeom>
            <a:solidFill>
              <a:srgbClr val="EDEDE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914" name="Google Shape;914;p17"/>
            <p:cNvSpPr/>
            <p:nvPr/>
          </p:nvSpPr>
          <p:spPr>
            <a:xfrm>
              <a:off x="2268000" y="1908000"/>
              <a:ext cx="1656000" cy="288000"/>
            </a:xfrm>
            <a:prstGeom prst="rect">
              <a:avLst/>
            </a:prstGeom>
            <a:solidFill>
              <a:srgbClr val="DDEA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915" name="Google Shape;915;p17"/>
            <p:cNvSpPr/>
            <p:nvPr/>
          </p:nvSpPr>
          <p:spPr>
            <a:xfrm>
              <a:off x="3960000" y="1908000"/>
              <a:ext cx="1656000" cy="288000"/>
            </a:xfrm>
            <a:prstGeom prst="rect">
              <a:avLst/>
            </a:prstGeom>
            <a:solidFill>
              <a:srgbClr val="DDEA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916" name="Google Shape;916;p17"/>
            <p:cNvSpPr/>
            <p:nvPr/>
          </p:nvSpPr>
          <p:spPr>
            <a:xfrm>
              <a:off x="7344000" y="1908000"/>
              <a:ext cx="1656000" cy="288000"/>
            </a:xfrm>
            <a:prstGeom prst="rect">
              <a:avLst/>
            </a:prstGeom>
            <a:solidFill>
              <a:srgbClr val="DDEA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917" name="Google Shape;917;p17"/>
            <p:cNvSpPr txBox="1"/>
            <p:nvPr/>
          </p:nvSpPr>
          <p:spPr>
            <a:xfrm>
              <a:off x="145835" y="1908000"/>
              <a:ext cx="2088000" cy="288000"/>
            </a:xfrm>
            <a:prstGeom prst="rect">
              <a:avLst/>
            </a:prstGeom>
            <a:noFill/>
            <a:ln>
              <a:noFill/>
            </a:ln>
          </p:spPr>
          <p:txBody>
            <a:bodyPr anchorCtr="0" anchor="ctr" bIns="45700" lIns="91425" spcFirstLastPara="1" rIns="91425" wrap="square" tIns="45700">
              <a:noAutofit/>
            </a:bodyPr>
            <a:lstStyle/>
            <a:p>
              <a:pPr indent="0" lvl="0" marL="0" marR="0" rtl="0" algn="r">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SCM</a:t>
              </a:r>
              <a:endParaRPr/>
            </a:p>
          </p:txBody>
        </p:sp>
        <p:sp>
          <p:nvSpPr>
            <p:cNvPr id="918" name="Google Shape;918;p17"/>
            <p:cNvSpPr txBox="1"/>
            <p:nvPr/>
          </p:nvSpPr>
          <p:spPr>
            <a:xfrm>
              <a:off x="2268000" y="1908000"/>
              <a:ext cx="1656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16</a:t>
              </a:r>
              <a:endParaRPr/>
            </a:p>
          </p:txBody>
        </p:sp>
        <p:sp>
          <p:nvSpPr>
            <p:cNvPr id="919" name="Google Shape;919;p17"/>
            <p:cNvSpPr txBox="1"/>
            <p:nvPr/>
          </p:nvSpPr>
          <p:spPr>
            <a:xfrm>
              <a:off x="3960000" y="1908000"/>
              <a:ext cx="1656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17</a:t>
              </a:r>
              <a:endParaRPr/>
            </a:p>
          </p:txBody>
        </p:sp>
        <p:sp>
          <p:nvSpPr>
            <p:cNvPr id="920" name="Google Shape;920;p17"/>
            <p:cNvSpPr txBox="1"/>
            <p:nvPr/>
          </p:nvSpPr>
          <p:spPr>
            <a:xfrm>
              <a:off x="7344000" y="1908000"/>
              <a:ext cx="1656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73</a:t>
              </a:r>
              <a:endParaRPr/>
            </a:p>
          </p:txBody>
        </p:sp>
        <p:sp>
          <p:nvSpPr>
            <p:cNvPr id="921" name="Google Shape;921;p17"/>
            <p:cNvSpPr/>
            <p:nvPr/>
          </p:nvSpPr>
          <p:spPr>
            <a:xfrm>
              <a:off x="144000" y="2232000"/>
              <a:ext cx="2088000" cy="288000"/>
            </a:xfrm>
            <a:prstGeom prst="rect">
              <a:avLst/>
            </a:prstGeom>
            <a:solidFill>
              <a:srgbClr val="EDEDE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922" name="Google Shape;922;p17"/>
            <p:cNvSpPr/>
            <p:nvPr/>
          </p:nvSpPr>
          <p:spPr>
            <a:xfrm>
              <a:off x="2268000" y="2232000"/>
              <a:ext cx="1656000" cy="288000"/>
            </a:xfrm>
            <a:prstGeom prst="rect">
              <a:avLst/>
            </a:prstGeom>
            <a:solidFill>
              <a:srgbClr val="DDEA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923" name="Google Shape;923;p17"/>
            <p:cNvSpPr/>
            <p:nvPr/>
          </p:nvSpPr>
          <p:spPr>
            <a:xfrm>
              <a:off x="3960000" y="2232000"/>
              <a:ext cx="1656000" cy="288000"/>
            </a:xfrm>
            <a:prstGeom prst="rect">
              <a:avLst/>
            </a:prstGeom>
            <a:solidFill>
              <a:srgbClr val="DDEA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924" name="Google Shape;924;p17"/>
            <p:cNvSpPr/>
            <p:nvPr/>
          </p:nvSpPr>
          <p:spPr>
            <a:xfrm>
              <a:off x="7344000" y="2232000"/>
              <a:ext cx="1656000" cy="288000"/>
            </a:xfrm>
            <a:prstGeom prst="rect">
              <a:avLst/>
            </a:prstGeom>
            <a:solidFill>
              <a:srgbClr val="DDEA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925" name="Google Shape;925;p17"/>
            <p:cNvSpPr txBox="1"/>
            <p:nvPr/>
          </p:nvSpPr>
          <p:spPr>
            <a:xfrm>
              <a:off x="145835" y="2232000"/>
              <a:ext cx="2088000" cy="288000"/>
            </a:xfrm>
            <a:prstGeom prst="rect">
              <a:avLst/>
            </a:prstGeom>
            <a:noFill/>
            <a:ln>
              <a:noFill/>
            </a:ln>
          </p:spPr>
          <p:txBody>
            <a:bodyPr anchorCtr="0" anchor="ctr" bIns="45700" lIns="91425" spcFirstLastPara="1" rIns="91425" wrap="square" tIns="45700">
              <a:noAutofit/>
            </a:bodyPr>
            <a:lstStyle/>
            <a:p>
              <a:pPr indent="0" lvl="0" marL="0" marR="0" rtl="0" algn="r">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共通ライブラリ</a:t>
              </a:r>
              <a:endParaRPr sz="1400">
                <a:solidFill>
                  <a:schemeClr val="dk1"/>
                </a:solidFill>
                <a:latin typeface="Arial"/>
                <a:ea typeface="Arial"/>
                <a:cs typeface="Arial"/>
                <a:sym typeface="Arial"/>
              </a:endParaRPr>
            </a:p>
          </p:txBody>
        </p:sp>
        <p:sp>
          <p:nvSpPr>
            <p:cNvPr id="926" name="Google Shape;926;p17"/>
            <p:cNvSpPr txBox="1"/>
            <p:nvPr/>
          </p:nvSpPr>
          <p:spPr>
            <a:xfrm>
              <a:off x="2268000" y="2232000"/>
              <a:ext cx="1656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3</a:t>
              </a:r>
              <a:endParaRPr/>
            </a:p>
          </p:txBody>
        </p:sp>
        <p:sp>
          <p:nvSpPr>
            <p:cNvPr id="927" name="Google Shape;927;p17"/>
            <p:cNvSpPr txBox="1"/>
            <p:nvPr/>
          </p:nvSpPr>
          <p:spPr>
            <a:xfrm>
              <a:off x="3960000" y="2232000"/>
              <a:ext cx="1656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2</a:t>
              </a:r>
              <a:endParaRPr/>
            </a:p>
          </p:txBody>
        </p:sp>
        <p:sp>
          <p:nvSpPr>
            <p:cNvPr id="928" name="Google Shape;928;p17"/>
            <p:cNvSpPr txBox="1"/>
            <p:nvPr/>
          </p:nvSpPr>
          <p:spPr>
            <a:xfrm>
              <a:off x="7344000" y="2232000"/>
              <a:ext cx="1656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33</a:t>
              </a:r>
              <a:endParaRPr/>
            </a:p>
          </p:txBody>
        </p:sp>
        <p:sp>
          <p:nvSpPr>
            <p:cNvPr id="929" name="Google Shape;929;p17"/>
            <p:cNvSpPr/>
            <p:nvPr/>
          </p:nvSpPr>
          <p:spPr>
            <a:xfrm>
              <a:off x="144000" y="2556000"/>
              <a:ext cx="2088000" cy="288000"/>
            </a:xfrm>
            <a:prstGeom prst="rect">
              <a:avLst/>
            </a:prstGeom>
            <a:solidFill>
              <a:srgbClr val="EDEDE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930" name="Google Shape;930;p17"/>
            <p:cNvSpPr/>
            <p:nvPr/>
          </p:nvSpPr>
          <p:spPr>
            <a:xfrm>
              <a:off x="2268000" y="2556000"/>
              <a:ext cx="1656000" cy="288000"/>
            </a:xfrm>
            <a:prstGeom prst="rect">
              <a:avLst/>
            </a:prstGeom>
            <a:solidFill>
              <a:srgbClr val="DDEA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931" name="Google Shape;931;p17"/>
            <p:cNvSpPr/>
            <p:nvPr/>
          </p:nvSpPr>
          <p:spPr>
            <a:xfrm>
              <a:off x="3960000" y="2556000"/>
              <a:ext cx="1656000" cy="288000"/>
            </a:xfrm>
            <a:prstGeom prst="rect">
              <a:avLst/>
            </a:prstGeom>
            <a:solidFill>
              <a:srgbClr val="DDEA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932" name="Google Shape;932;p17"/>
            <p:cNvSpPr/>
            <p:nvPr/>
          </p:nvSpPr>
          <p:spPr>
            <a:xfrm>
              <a:off x="7344000" y="2556000"/>
              <a:ext cx="1656000" cy="288000"/>
            </a:xfrm>
            <a:prstGeom prst="rect">
              <a:avLst/>
            </a:prstGeom>
            <a:solidFill>
              <a:srgbClr val="DDEA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933" name="Google Shape;933;p17"/>
            <p:cNvSpPr txBox="1"/>
            <p:nvPr/>
          </p:nvSpPr>
          <p:spPr>
            <a:xfrm>
              <a:off x="145835" y="2556000"/>
              <a:ext cx="2088000" cy="288000"/>
            </a:xfrm>
            <a:prstGeom prst="rect">
              <a:avLst/>
            </a:prstGeom>
            <a:noFill/>
            <a:ln>
              <a:noFill/>
            </a:ln>
          </p:spPr>
          <p:txBody>
            <a:bodyPr anchorCtr="0" anchor="ctr" bIns="45700" lIns="91425" spcFirstLastPara="1" rIns="91425" wrap="square" tIns="45700">
              <a:noAutofit/>
            </a:bodyPr>
            <a:lstStyle/>
            <a:p>
              <a:pPr indent="0" lvl="0" marL="0" marR="0" rtl="0" algn="r">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在庫管理</a:t>
              </a:r>
              <a:endParaRPr sz="1400">
                <a:solidFill>
                  <a:schemeClr val="dk1"/>
                </a:solidFill>
                <a:latin typeface="Arial"/>
                <a:ea typeface="Arial"/>
                <a:cs typeface="Arial"/>
                <a:sym typeface="Arial"/>
              </a:endParaRPr>
            </a:p>
          </p:txBody>
        </p:sp>
        <p:sp>
          <p:nvSpPr>
            <p:cNvPr id="934" name="Google Shape;934;p17"/>
            <p:cNvSpPr txBox="1"/>
            <p:nvPr/>
          </p:nvSpPr>
          <p:spPr>
            <a:xfrm>
              <a:off x="2268000" y="2556000"/>
              <a:ext cx="1656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5</a:t>
              </a:r>
              <a:endParaRPr/>
            </a:p>
          </p:txBody>
        </p:sp>
        <p:sp>
          <p:nvSpPr>
            <p:cNvPr id="935" name="Google Shape;935;p17"/>
            <p:cNvSpPr txBox="1"/>
            <p:nvPr/>
          </p:nvSpPr>
          <p:spPr>
            <a:xfrm>
              <a:off x="3960000" y="2556000"/>
              <a:ext cx="1656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5</a:t>
              </a:r>
              <a:endParaRPr/>
            </a:p>
          </p:txBody>
        </p:sp>
        <p:sp>
          <p:nvSpPr>
            <p:cNvPr id="936" name="Google Shape;936;p17"/>
            <p:cNvSpPr txBox="1"/>
            <p:nvPr/>
          </p:nvSpPr>
          <p:spPr>
            <a:xfrm>
              <a:off x="7344000" y="2556000"/>
              <a:ext cx="1656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10</a:t>
              </a:r>
              <a:endParaRPr/>
            </a:p>
          </p:txBody>
        </p:sp>
        <p:sp>
          <p:nvSpPr>
            <p:cNvPr id="937" name="Google Shape;937;p17"/>
            <p:cNvSpPr/>
            <p:nvPr/>
          </p:nvSpPr>
          <p:spPr>
            <a:xfrm>
              <a:off x="144000" y="2880000"/>
              <a:ext cx="2088000" cy="288000"/>
            </a:xfrm>
            <a:prstGeom prst="rect">
              <a:avLst/>
            </a:prstGeom>
            <a:solidFill>
              <a:srgbClr val="EDEDE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938" name="Google Shape;938;p17"/>
            <p:cNvSpPr/>
            <p:nvPr/>
          </p:nvSpPr>
          <p:spPr>
            <a:xfrm>
              <a:off x="2268000" y="2880000"/>
              <a:ext cx="1656000" cy="288000"/>
            </a:xfrm>
            <a:prstGeom prst="rect">
              <a:avLst/>
            </a:prstGeom>
            <a:solidFill>
              <a:srgbClr val="DDEA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939" name="Google Shape;939;p17"/>
            <p:cNvSpPr/>
            <p:nvPr/>
          </p:nvSpPr>
          <p:spPr>
            <a:xfrm>
              <a:off x="3960000" y="2880000"/>
              <a:ext cx="1656000" cy="288000"/>
            </a:xfrm>
            <a:prstGeom prst="rect">
              <a:avLst/>
            </a:prstGeom>
            <a:solidFill>
              <a:srgbClr val="DDEA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940" name="Google Shape;940;p17"/>
            <p:cNvSpPr/>
            <p:nvPr/>
          </p:nvSpPr>
          <p:spPr>
            <a:xfrm>
              <a:off x="7344000" y="2880000"/>
              <a:ext cx="1656000" cy="288000"/>
            </a:xfrm>
            <a:prstGeom prst="rect">
              <a:avLst/>
            </a:prstGeom>
            <a:solidFill>
              <a:srgbClr val="DDEA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941" name="Google Shape;941;p17"/>
            <p:cNvSpPr txBox="1"/>
            <p:nvPr/>
          </p:nvSpPr>
          <p:spPr>
            <a:xfrm>
              <a:off x="145835" y="2880000"/>
              <a:ext cx="2088000" cy="288000"/>
            </a:xfrm>
            <a:prstGeom prst="rect">
              <a:avLst/>
            </a:prstGeom>
            <a:noFill/>
            <a:ln>
              <a:noFill/>
            </a:ln>
          </p:spPr>
          <p:txBody>
            <a:bodyPr anchorCtr="0" anchor="ctr" bIns="45700" lIns="91425" spcFirstLastPara="1" rIns="91425" wrap="square" tIns="45700">
              <a:noAutofit/>
            </a:bodyPr>
            <a:lstStyle/>
            <a:p>
              <a:pPr indent="0" lvl="0" marL="0" marR="0" rtl="0" algn="r">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参照検索管理資料</a:t>
              </a:r>
              <a:endParaRPr sz="1400">
                <a:solidFill>
                  <a:schemeClr val="dk1"/>
                </a:solidFill>
                <a:latin typeface="Arial"/>
                <a:ea typeface="Arial"/>
                <a:cs typeface="Arial"/>
                <a:sym typeface="Arial"/>
              </a:endParaRPr>
            </a:p>
          </p:txBody>
        </p:sp>
        <p:sp>
          <p:nvSpPr>
            <p:cNvPr id="942" name="Google Shape;942;p17"/>
            <p:cNvSpPr txBox="1"/>
            <p:nvPr/>
          </p:nvSpPr>
          <p:spPr>
            <a:xfrm>
              <a:off x="2268000" y="2880000"/>
              <a:ext cx="1656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0</a:t>
              </a:r>
              <a:endParaRPr/>
            </a:p>
          </p:txBody>
        </p:sp>
        <p:sp>
          <p:nvSpPr>
            <p:cNvPr id="943" name="Google Shape;943;p17"/>
            <p:cNvSpPr txBox="1"/>
            <p:nvPr/>
          </p:nvSpPr>
          <p:spPr>
            <a:xfrm>
              <a:off x="3960000" y="2880000"/>
              <a:ext cx="1656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0</a:t>
              </a:r>
              <a:endParaRPr/>
            </a:p>
          </p:txBody>
        </p:sp>
        <p:sp>
          <p:nvSpPr>
            <p:cNvPr id="944" name="Google Shape;944;p17"/>
            <p:cNvSpPr txBox="1"/>
            <p:nvPr/>
          </p:nvSpPr>
          <p:spPr>
            <a:xfrm>
              <a:off x="7344000" y="2880000"/>
              <a:ext cx="1656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0</a:t>
              </a:r>
              <a:endParaRPr/>
            </a:p>
          </p:txBody>
        </p:sp>
        <p:sp>
          <p:nvSpPr>
            <p:cNvPr id="945" name="Google Shape;945;p17"/>
            <p:cNvSpPr/>
            <p:nvPr/>
          </p:nvSpPr>
          <p:spPr>
            <a:xfrm>
              <a:off x="145835" y="3204000"/>
              <a:ext cx="2088000" cy="288000"/>
            </a:xfrm>
            <a:prstGeom prst="rect">
              <a:avLst/>
            </a:prstGeom>
            <a:solidFill>
              <a:srgbClr val="EDEDE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946" name="Google Shape;946;p17"/>
            <p:cNvSpPr/>
            <p:nvPr/>
          </p:nvSpPr>
          <p:spPr>
            <a:xfrm>
              <a:off x="2268000" y="3204000"/>
              <a:ext cx="1656000" cy="288000"/>
            </a:xfrm>
            <a:prstGeom prst="rect">
              <a:avLst/>
            </a:prstGeom>
            <a:solidFill>
              <a:srgbClr val="DDEA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947" name="Google Shape;947;p17"/>
            <p:cNvSpPr/>
            <p:nvPr/>
          </p:nvSpPr>
          <p:spPr>
            <a:xfrm>
              <a:off x="3960000" y="3204000"/>
              <a:ext cx="1656000" cy="288000"/>
            </a:xfrm>
            <a:prstGeom prst="rect">
              <a:avLst/>
            </a:prstGeom>
            <a:solidFill>
              <a:srgbClr val="DDEA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948" name="Google Shape;948;p17"/>
            <p:cNvSpPr/>
            <p:nvPr/>
          </p:nvSpPr>
          <p:spPr>
            <a:xfrm>
              <a:off x="7344000" y="3204000"/>
              <a:ext cx="1656000" cy="288000"/>
            </a:xfrm>
            <a:prstGeom prst="rect">
              <a:avLst/>
            </a:prstGeom>
            <a:solidFill>
              <a:srgbClr val="DDEA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949" name="Google Shape;949;p17"/>
            <p:cNvSpPr txBox="1"/>
            <p:nvPr/>
          </p:nvSpPr>
          <p:spPr>
            <a:xfrm>
              <a:off x="147670" y="3204000"/>
              <a:ext cx="2088000" cy="288000"/>
            </a:xfrm>
            <a:prstGeom prst="rect">
              <a:avLst/>
            </a:prstGeom>
            <a:noFill/>
            <a:ln>
              <a:noFill/>
            </a:ln>
          </p:spPr>
          <p:txBody>
            <a:bodyPr anchorCtr="0" anchor="ctr" bIns="45700" lIns="91425" spcFirstLastPara="1" rIns="91425" wrap="square" tIns="45700">
              <a:noAutofit/>
            </a:bodyPr>
            <a:lstStyle/>
            <a:p>
              <a:pPr indent="0" lvl="0" marL="0" marR="0" rtl="0" algn="r">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自動倉庫</a:t>
              </a:r>
              <a:endParaRPr sz="1400">
                <a:solidFill>
                  <a:schemeClr val="dk1"/>
                </a:solidFill>
                <a:latin typeface="Arial"/>
                <a:ea typeface="Arial"/>
                <a:cs typeface="Arial"/>
                <a:sym typeface="Arial"/>
              </a:endParaRPr>
            </a:p>
          </p:txBody>
        </p:sp>
        <p:sp>
          <p:nvSpPr>
            <p:cNvPr id="950" name="Google Shape;950;p17"/>
            <p:cNvSpPr txBox="1"/>
            <p:nvPr/>
          </p:nvSpPr>
          <p:spPr>
            <a:xfrm>
              <a:off x="2268000" y="3204000"/>
              <a:ext cx="1656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7</a:t>
              </a:r>
              <a:endParaRPr/>
            </a:p>
          </p:txBody>
        </p:sp>
        <p:sp>
          <p:nvSpPr>
            <p:cNvPr id="951" name="Google Shape;951;p17"/>
            <p:cNvSpPr txBox="1"/>
            <p:nvPr/>
          </p:nvSpPr>
          <p:spPr>
            <a:xfrm>
              <a:off x="3960000" y="3204000"/>
              <a:ext cx="1656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5</a:t>
              </a:r>
              <a:endParaRPr/>
            </a:p>
          </p:txBody>
        </p:sp>
        <p:sp>
          <p:nvSpPr>
            <p:cNvPr id="952" name="Google Shape;952;p17"/>
            <p:cNvSpPr txBox="1"/>
            <p:nvPr/>
          </p:nvSpPr>
          <p:spPr>
            <a:xfrm>
              <a:off x="7344000" y="3204000"/>
              <a:ext cx="1656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24</a:t>
              </a:r>
              <a:endParaRPr/>
            </a:p>
          </p:txBody>
        </p:sp>
        <p:sp>
          <p:nvSpPr>
            <p:cNvPr id="953" name="Google Shape;953;p17"/>
            <p:cNvSpPr/>
            <p:nvPr/>
          </p:nvSpPr>
          <p:spPr>
            <a:xfrm>
              <a:off x="145835" y="3528000"/>
              <a:ext cx="2088000" cy="288000"/>
            </a:xfrm>
            <a:prstGeom prst="rect">
              <a:avLst/>
            </a:prstGeom>
            <a:solidFill>
              <a:srgbClr val="EDEDE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954" name="Google Shape;954;p17"/>
            <p:cNvSpPr/>
            <p:nvPr/>
          </p:nvSpPr>
          <p:spPr>
            <a:xfrm>
              <a:off x="2268000" y="3528000"/>
              <a:ext cx="1656000" cy="288000"/>
            </a:xfrm>
            <a:prstGeom prst="rect">
              <a:avLst/>
            </a:prstGeom>
            <a:solidFill>
              <a:srgbClr val="DDEA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955" name="Google Shape;955;p17"/>
            <p:cNvSpPr/>
            <p:nvPr/>
          </p:nvSpPr>
          <p:spPr>
            <a:xfrm>
              <a:off x="3960000" y="3528000"/>
              <a:ext cx="1656000" cy="288000"/>
            </a:xfrm>
            <a:prstGeom prst="rect">
              <a:avLst/>
            </a:prstGeom>
            <a:solidFill>
              <a:srgbClr val="DDEA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956" name="Google Shape;956;p17"/>
            <p:cNvSpPr/>
            <p:nvPr/>
          </p:nvSpPr>
          <p:spPr>
            <a:xfrm>
              <a:off x="7344000" y="3528000"/>
              <a:ext cx="1656000" cy="288000"/>
            </a:xfrm>
            <a:prstGeom prst="rect">
              <a:avLst/>
            </a:prstGeom>
            <a:solidFill>
              <a:srgbClr val="DDEA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957" name="Google Shape;957;p17"/>
            <p:cNvSpPr txBox="1"/>
            <p:nvPr/>
          </p:nvSpPr>
          <p:spPr>
            <a:xfrm>
              <a:off x="147670" y="3528000"/>
              <a:ext cx="2088000" cy="288000"/>
            </a:xfrm>
            <a:prstGeom prst="rect">
              <a:avLst/>
            </a:prstGeom>
            <a:noFill/>
            <a:ln>
              <a:noFill/>
            </a:ln>
          </p:spPr>
          <p:txBody>
            <a:bodyPr anchorCtr="0" anchor="ctr" bIns="45700" lIns="91425" spcFirstLastPara="1" rIns="91425" wrap="square" tIns="45700">
              <a:noAutofit/>
            </a:bodyPr>
            <a:lstStyle/>
            <a:p>
              <a:pPr indent="0" lvl="0" marL="0" marR="0" rtl="0" algn="r">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受注入出荷</a:t>
              </a:r>
              <a:endParaRPr sz="1400">
                <a:solidFill>
                  <a:schemeClr val="dk1"/>
                </a:solidFill>
                <a:latin typeface="Arial"/>
                <a:ea typeface="Arial"/>
                <a:cs typeface="Arial"/>
                <a:sym typeface="Arial"/>
              </a:endParaRPr>
            </a:p>
          </p:txBody>
        </p:sp>
        <p:sp>
          <p:nvSpPr>
            <p:cNvPr id="958" name="Google Shape;958;p17"/>
            <p:cNvSpPr txBox="1"/>
            <p:nvPr/>
          </p:nvSpPr>
          <p:spPr>
            <a:xfrm>
              <a:off x="2268000" y="3528000"/>
              <a:ext cx="1656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79</a:t>
              </a:r>
              <a:endParaRPr/>
            </a:p>
          </p:txBody>
        </p:sp>
        <p:sp>
          <p:nvSpPr>
            <p:cNvPr id="959" name="Google Shape;959;p17"/>
            <p:cNvSpPr txBox="1"/>
            <p:nvPr/>
          </p:nvSpPr>
          <p:spPr>
            <a:xfrm>
              <a:off x="3960000" y="3528000"/>
              <a:ext cx="1656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214</a:t>
              </a:r>
              <a:endParaRPr/>
            </a:p>
          </p:txBody>
        </p:sp>
        <p:sp>
          <p:nvSpPr>
            <p:cNvPr id="960" name="Google Shape;960;p17"/>
            <p:cNvSpPr txBox="1"/>
            <p:nvPr/>
          </p:nvSpPr>
          <p:spPr>
            <a:xfrm>
              <a:off x="7344000" y="3528000"/>
              <a:ext cx="1656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229</a:t>
              </a:r>
              <a:endParaRPr/>
            </a:p>
          </p:txBody>
        </p:sp>
        <p:sp>
          <p:nvSpPr>
            <p:cNvPr id="961" name="Google Shape;961;p17"/>
            <p:cNvSpPr/>
            <p:nvPr/>
          </p:nvSpPr>
          <p:spPr>
            <a:xfrm>
              <a:off x="145835" y="3852000"/>
              <a:ext cx="2088000" cy="288000"/>
            </a:xfrm>
            <a:prstGeom prst="rect">
              <a:avLst/>
            </a:prstGeom>
            <a:solidFill>
              <a:srgbClr val="EDEDE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962" name="Google Shape;962;p17"/>
            <p:cNvSpPr/>
            <p:nvPr/>
          </p:nvSpPr>
          <p:spPr>
            <a:xfrm>
              <a:off x="2268000" y="3852000"/>
              <a:ext cx="1656000" cy="288000"/>
            </a:xfrm>
            <a:prstGeom prst="rect">
              <a:avLst/>
            </a:prstGeom>
            <a:solidFill>
              <a:srgbClr val="DDEA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963" name="Google Shape;963;p17"/>
            <p:cNvSpPr/>
            <p:nvPr/>
          </p:nvSpPr>
          <p:spPr>
            <a:xfrm>
              <a:off x="3960000" y="3852000"/>
              <a:ext cx="1656000" cy="288000"/>
            </a:xfrm>
            <a:prstGeom prst="rect">
              <a:avLst/>
            </a:prstGeom>
            <a:solidFill>
              <a:srgbClr val="DDEA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964" name="Google Shape;964;p17"/>
            <p:cNvSpPr/>
            <p:nvPr/>
          </p:nvSpPr>
          <p:spPr>
            <a:xfrm>
              <a:off x="7344000" y="3852000"/>
              <a:ext cx="1656000" cy="288000"/>
            </a:xfrm>
            <a:prstGeom prst="rect">
              <a:avLst/>
            </a:prstGeom>
            <a:solidFill>
              <a:srgbClr val="DDEA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965" name="Google Shape;965;p17"/>
            <p:cNvSpPr txBox="1"/>
            <p:nvPr/>
          </p:nvSpPr>
          <p:spPr>
            <a:xfrm>
              <a:off x="147670" y="3852000"/>
              <a:ext cx="2088000" cy="288000"/>
            </a:xfrm>
            <a:prstGeom prst="rect">
              <a:avLst/>
            </a:prstGeom>
            <a:noFill/>
            <a:ln>
              <a:noFill/>
            </a:ln>
          </p:spPr>
          <p:txBody>
            <a:bodyPr anchorCtr="0" anchor="ctr" bIns="45700" lIns="91425" spcFirstLastPara="1" rIns="91425" wrap="square" tIns="45700">
              <a:noAutofit/>
            </a:bodyPr>
            <a:lstStyle/>
            <a:p>
              <a:pPr indent="0" lvl="0" marL="0" marR="0" rtl="0" algn="r">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充填管理</a:t>
              </a:r>
              <a:endParaRPr sz="1400">
                <a:solidFill>
                  <a:schemeClr val="dk1"/>
                </a:solidFill>
                <a:latin typeface="Arial"/>
                <a:ea typeface="Arial"/>
                <a:cs typeface="Arial"/>
                <a:sym typeface="Arial"/>
              </a:endParaRPr>
            </a:p>
          </p:txBody>
        </p:sp>
        <p:sp>
          <p:nvSpPr>
            <p:cNvPr id="966" name="Google Shape;966;p17"/>
            <p:cNvSpPr txBox="1"/>
            <p:nvPr/>
          </p:nvSpPr>
          <p:spPr>
            <a:xfrm>
              <a:off x="2268000" y="3852000"/>
              <a:ext cx="1656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5</a:t>
              </a:r>
              <a:endParaRPr/>
            </a:p>
          </p:txBody>
        </p:sp>
        <p:sp>
          <p:nvSpPr>
            <p:cNvPr id="967" name="Google Shape;967;p17"/>
            <p:cNvSpPr txBox="1"/>
            <p:nvPr/>
          </p:nvSpPr>
          <p:spPr>
            <a:xfrm>
              <a:off x="3960000" y="3852000"/>
              <a:ext cx="1656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4</a:t>
              </a:r>
              <a:endParaRPr/>
            </a:p>
          </p:txBody>
        </p:sp>
        <p:sp>
          <p:nvSpPr>
            <p:cNvPr id="968" name="Google Shape;968;p17"/>
            <p:cNvSpPr txBox="1"/>
            <p:nvPr/>
          </p:nvSpPr>
          <p:spPr>
            <a:xfrm>
              <a:off x="7344000" y="3852000"/>
              <a:ext cx="1656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17</a:t>
              </a:r>
              <a:endParaRPr/>
            </a:p>
          </p:txBody>
        </p:sp>
        <p:sp>
          <p:nvSpPr>
            <p:cNvPr id="969" name="Google Shape;969;p17"/>
            <p:cNvSpPr/>
            <p:nvPr/>
          </p:nvSpPr>
          <p:spPr>
            <a:xfrm>
              <a:off x="145835" y="4176000"/>
              <a:ext cx="2088000" cy="288000"/>
            </a:xfrm>
            <a:prstGeom prst="rect">
              <a:avLst/>
            </a:prstGeom>
            <a:solidFill>
              <a:srgbClr val="EDEDE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970" name="Google Shape;970;p17"/>
            <p:cNvSpPr/>
            <p:nvPr/>
          </p:nvSpPr>
          <p:spPr>
            <a:xfrm>
              <a:off x="2268000" y="4176000"/>
              <a:ext cx="1656000" cy="288000"/>
            </a:xfrm>
            <a:prstGeom prst="rect">
              <a:avLst/>
            </a:prstGeom>
            <a:solidFill>
              <a:srgbClr val="DDEA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971" name="Google Shape;971;p17"/>
            <p:cNvSpPr/>
            <p:nvPr/>
          </p:nvSpPr>
          <p:spPr>
            <a:xfrm>
              <a:off x="3960000" y="4176000"/>
              <a:ext cx="1656000" cy="288000"/>
            </a:xfrm>
            <a:prstGeom prst="rect">
              <a:avLst/>
            </a:prstGeom>
            <a:solidFill>
              <a:srgbClr val="DDEA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972" name="Google Shape;972;p17"/>
            <p:cNvSpPr/>
            <p:nvPr/>
          </p:nvSpPr>
          <p:spPr>
            <a:xfrm>
              <a:off x="7344000" y="4176000"/>
              <a:ext cx="1656000" cy="288000"/>
            </a:xfrm>
            <a:prstGeom prst="rect">
              <a:avLst/>
            </a:prstGeom>
            <a:solidFill>
              <a:srgbClr val="DDEA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973" name="Google Shape;973;p17"/>
            <p:cNvSpPr txBox="1"/>
            <p:nvPr/>
          </p:nvSpPr>
          <p:spPr>
            <a:xfrm>
              <a:off x="147670" y="4176000"/>
              <a:ext cx="2088000" cy="288000"/>
            </a:xfrm>
            <a:prstGeom prst="rect">
              <a:avLst/>
            </a:prstGeom>
            <a:noFill/>
            <a:ln>
              <a:noFill/>
            </a:ln>
          </p:spPr>
          <p:txBody>
            <a:bodyPr anchorCtr="0" anchor="ctr" bIns="45700" lIns="91425" spcFirstLastPara="1" rIns="91425" wrap="square" tIns="45700">
              <a:noAutofit/>
            </a:bodyPr>
            <a:lstStyle/>
            <a:p>
              <a:pPr indent="0" lvl="0" marL="0" marR="0" rtl="0" algn="r">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商品管理</a:t>
              </a:r>
              <a:endParaRPr sz="1400">
                <a:solidFill>
                  <a:schemeClr val="dk1"/>
                </a:solidFill>
                <a:latin typeface="Arial"/>
                <a:ea typeface="Arial"/>
                <a:cs typeface="Arial"/>
                <a:sym typeface="Arial"/>
              </a:endParaRPr>
            </a:p>
          </p:txBody>
        </p:sp>
        <p:sp>
          <p:nvSpPr>
            <p:cNvPr id="974" name="Google Shape;974;p17"/>
            <p:cNvSpPr txBox="1"/>
            <p:nvPr/>
          </p:nvSpPr>
          <p:spPr>
            <a:xfrm>
              <a:off x="2268000" y="4176000"/>
              <a:ext cx="1656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10</a:t>
              </a:r>
              <a:endParaRPr/>
            </a:p>
          </p:txBody>
        </p:sp>
        <p:sp>
          <p:nvSpPr>
            <p:cNvPr id="975" name="Google Shape;975;p17"/>
            <p:cNvSpPr txBox="1"/>
            <p:nvPr/>
          </p:nvSpPr>
          <p:spPr>
            <a:xfrm>
              <a:off x="3960000" y="4176000"/>
              <a:ext cx="1656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16</a:t>
              </a:r>
              <a:endParaRPr/>
            </a:p>
          </p:txBody>
        </p:sp>
        <p:sp>
          <p:nvSpPr>
            <p:cNvPr id="976" name="Google Shape;976;p17"/>
            <p:cNvSpPr txBox="1"/>
            <p:nvPr/>
          </p:nvSpPr>
          <p:spPr>
            <a:xfrm>
              <a:off x="7344000" y="4176000"/>
              <a:ext cx="1656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26</a:t>
              </a:r>
              <a:endParaRPr/>
            </a:p>
          </p:txBody>
        </p:sp>
        <p:sp>
          <p:nvSpPr>
            <p:cNvPr id="977" name="Google Shape;977;p17"/>
            <p:cNvSpPr/>
            <p:nvPr/>
          </p:nvSpPr>
          <p:spPr>
            <a:xfrm>
              <a:off x="145835" y="4500000"/>
              <a:ext cx="2088000" cy="288000"/>
            </a:xfrm>
            <a:prstGeom prst="rect">
              <a:avLst/>
            </a:prstGeom>
            <a:solidFill>
              <a:srgbClr val="EDEDE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978" name="Google Shape;978;p17"/>
            <p:cNvSpPr/>
            <p:nvPr/>
          </p:nvSpPr>
          <p:spPr>
            <a:xfrm>
              <a:off x="2268000" y="4500000"/>
              <a:ext cx="1656000" cy="288000"/>
            </a:xfrm>
            <a:prstGeom prst="rect">
              <a:avLst/>
            </a:prstGeom>
            <a:solidFill>
              <a:srgbClr val="DDEA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979" name="Google Shape;979;p17"/>
            <p:cNvSpPr/>
            <p:nvPr/>
          </p:nvSpPr>
          <p:spPr>
            <a:xfrm>
              <a:off x="3960000" y="4500000"/>
              <a:ext cx="1656000" cy="288000"/>
            </a:xfrm>
            <a:prstGeom prst="rect">
              <a:avLst/>
            </a:prstGeom>
            <a:solidFill>
              <a:srgbClr val="DDEA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980" name="Google Shape;980;p17"/>
            <p:cNvSpPr/>
            <p:nvPr/>
          </p:nvSpPr>
          <p:spPr>
            <a:xfrm>
              <a:off x="7344000" y="4500000"/>
              <a:ext cx="1656000" cy="288000"/>
            </a:xfrm>
            <a:prstGeom prst="rect">
              <a:avLst/>
            </a:prstGeom>
            <a:solidFill>
              <a:srgbClr val="DDEA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981" name="Google Shape;981;p17"/>
            <p:cNvSpPr txBox="1"/>
            <p:nvPr/>
          </p:nvSpPr>
          <p:spPr>
            <a:xfrm>
              <a:off x="147670" y="4500000"/>
              <a:ext cx="2088000" cy="288000"/>
            </a:xfrm>
            <a:prstGeom prst="rect">
              <a:avLst/>
            </a:prstGeom>
            <a:noFill/>
            <a:ln>
              <a:noFill/>
            </a:ln>
          </p:spPr>
          <p:txBody>
            <a:bodyPr anchorCtr="0" anchor="ctr" bIns="45700" lIns="91425" spcFirstLastPara="1" rIns="91425" wrap="square" tIns="45700">
              <a:noAutofit/>
            </a:bodyPr>
            <a:lstStyle/>
            <a:p>
              <a:pPr indent="0" lvl="0" marL="0" marR="0" rtl="0" algn="r">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生産発注</a:t>
              </a:r>
              <a:endParaRPr sz="1400">
                <a:solidFill>
                  <a:schemeClr val="dk1"/>
                </a:solidFill>
                <a:latin typeface="Arial"/>
                <a:ea typeface="Arial"/>
                <a:cs typeface="Arial"/>
                <a:sym typeface="Arial"/>
              </a:endParaRPr>
            </a:p>
          </p:txBody>
        </p:sp>
        <p:sp>
          <p:nvSpPr>
            <p:cNvPr id="982" name="Google Shape;982;p17"/>
            <p:cNvSpPr txBox="1"/>
            <p:nvPr/>
          </p:nvSpPr>
          <p:spPr>
            <a:xfrm>
              <a:off x="2268000" y="4500000"/>
              <a:ext cx="1656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40</a:t>
              </a:r>
              <a:endParaRPr/>
            </a:p>
          </p:txBody>
        </p:sp>
        <p:sp>
          <p:nvSpPr>
            <p:cNvPr id="983" name="Google Shape;983;p17"/>
            <p:cNvSpPr txBox="1"/>
            <p:nvPr/>
          </p:nvSpPr>
          <p:spPr>
            <a:xfrm>
              <a:off x="3960000" y="4500000"/>
              <a:ext cx="1656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53</a:t>
              </a:r>
              <a:endParaRPr/>
            </a:p>
          </p:txBody>
        </p:sp>
        <p:sp>
          <p:nvSpPr>
            <p:cNvPr id="984" name="Google Shape;984;p17"/>
            <p:cNvSpPr txBox="1"/>
            <p:nvPr/>
          </p:nvSpPr>
          <p:spPr>
            <a:xfrm>
              <a:off x="7344000" y="4500000"/>
              <a:ext cx="1656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79</a:t>
              </a:r>
              <a:endParaRPr/>
            </a:p>
          </p:txBody>
        </p:sp>
        <p:sp>
          <p:nvSpPr>
            <p:cNvPr id="985" name="Google Shape;985;p17"/>
            <p:cNvSpPr/>
            <p:nvPr/>
          </p:nvSpPr>
          <p:spPr>
            <a:xfrm>
              <a:off x="145835" y="4824000"/>
              <a:ext cx="2088000" cy="288000"/>
            </a:xfrm>
            <a:prstGeom prst="rect">
              <a:avLst/>
            </a:prstGeom>
            <a:solidFill>
              <a:srgbClr val="EDEDE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986" name="Google Shape;986;p17"/>
            <p:cNvSpPr/>
            <p:nvPr/>
          </p:nvSpPr>
          <p:spPr>
            <a:xfrm>
              <a:off x="2268000" y="4824000"/>
              <a:ext cx="1656000" cy="288000"/>
            </a:xfrm>
            <a:prstGeom prst="rect">
              <a:avLst/>
            </a:prstGeom>
            <a:solidFill>
              <a:srgbClr val="DDEA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987" name="Google Shape;987;p17"/>
            <p:cNvSpPr/>
            <p:nvPr/>
          </p:nvSpPr>
          <p:spPr>
            <a:xfrm>
              <a:off x="3960000" y="4824000"/>
              <a:ext cx="1656000" cy="288000"/>
            </a:xfrm>
            <a:prstGeom prst="rect">
              <a:avLst/>
            </a:prstGeom>
            <a:solidFill>
              <a:srgbClr val="DDEA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988" name="Google Shape;988;p17"/>
            <p:cNvSpPr/>
            <p:nvPr/>
          </p:nvSpPr>
          <p:spPr>
            <a:xfrm>
              <a:off x="7344000" y="4824000"/>
              <a:ext cx="1656000" cy="288000"/>
            </a:xfrm>
            <a:prstGeom prst="rect">
              <a:avLst/>
            </a:prstGeom>
            <a:solidFill>
              <a:srgbClr val="DDEA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989" name="Google Shape;989;p17"/>
            <p:cNvSpPr txBox="1"/>
            <p:nvPr/>
          </p:nvSpPr>
          <p:spPr>
            <a:xfrm>
              <a:off x="147670" y="4824000"/>
              <a:ext cx="2088000" cy="288000"/>
            </a:xfrm>
            <a:prstGeom prst="rect">
              <a:avLst/>
            </a:prstGeom>
            <a:noFill/>
            <a:ln>
              <a:noFill/>
            </a:ln>
          </p:spPr>
          <p:txBody>
            <a:bodyPr anchorCtr="0" anchor="ctr" bIns="45700" lIns="91425" spcFirstLastPara="1" rIns="91425" wrap="square" tIns="45700">
              <a:noAutofit/>
            </a:bodyPr>
            <a:lstStyle/>
            <a:p>
              <a:pPr indent="0" lvl="0" marL="0" marR="0" rtl="0" algn="r">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品質管理</a:t>
              </a:r>
              <a:endParaRPr sz="1400">
                <a:solidFill>
                  <a:schemeClr val="dk1"/>
                </a:solidFill>
                <a:latin typeface="Arial"/>
                <a:ea typeface="Arial"/>
                <a:cs typeface="Arial"/>
                <a:sym typeface="Arial"/>
              </a:endParaRPr>
            </a:p>
          </p:txBody>
        </p:sp>
        <p:sp>
          <p:nvSpPr>
            <p:cNvPr id="990" name="Google Shape;990;p17"/>
            <p:cNvSpPr txBox="1"/>
            <p:nvPr/>
          </p:nvSpPr>
          <p:spPr>
            <a:xfrm>
              <a:off x="2268000" y="4824000"/>
              <a:ext cx="1656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8</a:t>
              </a:r>
              <a:endParaRPr/>
            </a:p>
          </p:txBody>
        </p:sp>
        <p:sp>
          <p:nvSpPr>
            <p:cNvPr id="991" name="Google Shape;991;p17"/>
            <p:cNvSpPr txBox="1"/>
            <p:nvPr/>
          </p:nvSpPr>
          <p:spPr>
            <a:xfrm>
              <a:off x="3960000" y="4824000"/>
              <a:ext cx="1656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9</a:t>
              </a:r>
              <a:endParaRPr/>
            </a:p>
          </p:txBody>
        </p:sp>
        <p:sp>
          <p:nvSpPr>
            <p:cNvPr id="992" name="Google Shape;992;p17"/>
            <p:cNvSpPr txBox="1"/>
            <p:nvPr/>
          </p:nvSpPr>
          <p:spPr>
            <a:xfrm>
              <a:off x="7344000" y="4824000"/>
              <a:ext cx="1656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15</a:t>
              </a:r>
              <a:endParaRPr/>
            </a:p>
          </p:txBody>
        </p:sp>
        <p:sp>
          <p:nvSpPr>
            <p:cNvPr id="993" name="Google Shape;993;p17"/>
            <p:cNvSpPr/>
            <p:nvPr/>
          </p:nvSpPr>
          <p:spPr>
            <a:xfrm>
              <a:off x="2268000" y="864000"/>
              <a:ext cx="1656000" cy="360000"/>
            </a:xfrm>
            <a:prstGeom prst="rect">
              <a:avLst/>
            </a:prstGeom>
            <a:solidFill>
              <a:srgbClr val="52525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600">
                <a:solidFill>
                  <a:schemeClr val="lt1"/>
                </a:solidFill>
                <a:latin typeface="Arial"/>
                <a:ea typeface="Arial"/>
                <a:cs typeface="Arial"/>
                <a:sym typeface="Arial"/>
              </a:endParaRPr>
            </a:p>
          </p:txBody>
        </p:sp>
        <p:sp>
          <p:nvSpPr>
            <p:cNvPr id="994" name="Google Shape;994;p17"/>
            <p:cNvSpPr/>
            <p:nvPr/>
          </p:nvSpPr>
          <p:spPr>
            <a:xfrm>
              <a:off x="3960000" y="864000"/>
              <a:ext cx="1656000" cy="360000"/>
            </a:xfrm>
            <a:prstGeom prst="rect">
              <a:avLst/>
            </a:prstGeom>
            <a:solidFill>
              <a:srgbClr val="52525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600">
                <a:solidFill>
                  <a:schemeClr val="lt1"/>
                </a:solidFill>
                <a:latin typeface="Arial"/>
                <a:ea typeface="Arial"/>
                <a:cs typeface="Arial"/>
                <a:sym typeface="Arial"/>
              </a:endParaRPr>
            </a:p>
          </p:txBody>
        </p:sp>
        <p:sp>
          <p:nvSpPr>
            <p:cNvPr id="995" name="Google Shape;995;p17"/>
            <p:cNvSpPr/>
            <p:nvPr/>
          </p:nvSpPr>
          <p:spPr>
            <a:xfrm>
              <a:off x="7344000" y="864000"/>
              <a:ext cx="1656000" cy="360000"/>
            </a:xfrm>
            <a:prstGeom prst="round1Rect">
              <a:avLst>
                <a:gd fmla="val 17639" name="adj"/>
              </a:avLst>
            </a:prstGeom>
            <a:solidFill>
              <a:srgbClr val="52525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600">
                <a:solidFill>
                  <a:schemeClr val="lt1"/>
                </a:solidFill>
                <a:latin typeface="Arial"/>
                <a:ea typeface="Arial"/>
                <a:cs typeface="Arial"/>
                <a:sym typeface="Arial"/>
              </a:endParaRPr>
            </a:p>
          </p:txBody>
        </p:sp>
        <p:sp>
          <p:nvSpPr>
            <p:cNvPr id="996" name="Google Shape;996;p17"/>
            <p:cNvSpPr txBox="1"/>
            <p:nvPr/>
          </p:nvSpPr>
          <p:spPr>
            <a:xfrm>
              <a:off x="2268000" y="900000"/>
              <a:ext cx="1656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chemeClr val="lt1"/>
                </a:buClr>
                <a:buSzPts val="1600"/>
                <a:buFont typeface="Arial"/>
                <a:buNone/>
              </a:pPr>
              <a:r>
                <a:rPr b="1" lang="ja-JP" sz="1600">
                  <a:solidFill>
                    <a:schemeClr val="lt1"/>
                  </a:solidFill>
                  <a:latin typeface="Arial"/>
                  <a:ea typeface="Arial"/>
                  <a:cs typeface="Arial"/>
                  <a:sym typeface="Arial"/>
                </a:rPr>
                <a:t>プログラム数</a:t>
              </a:r>
              <a:endParaRPr b="1" sz="1600">
                <a:solidFill>
                  <a:schemeClr val="lt1"/>
                </a:solidFill>
                <a:latin typeface="Arial"/>
                <a:ea typeface="Arial"/>
                <a:cs typeface="Arial"/>
                <a:sym typeface="Arial"/>
              </a:endParaRPr>
            </a:p>
          </p:txBody>
        </p:sp>
        <p:sp>
          <p:nvSpPr>
            <p:cNvPr id="997" name="Google Shape;997;p17"/>
            <p:cNvSpPr txBox="1"/>
            <p:nvPr/>
          </p:nvSpPr>
          <p:spPr>
            <a:xfrm>
              <a:off x="3960000" y="900000"/>
              <a:ext cx="1656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chemeClr val="lt1"/>
                </a:buClr>
                <a:buSzPts val="1600"/>
                <a:buFont typeface="Arial"/>
                <a:buNone/>
              </a:pPr>
              <a:r>
                <a:rPr b="1" lang="ja-JP" sz="1600">
                  <a:solidFill>
                    <a:schemeClr val="lt1"/>
                  </a:solidFill>
                  <a:latin typeface="Arial"/>
                  <a:ea typeface="Arial"/>
                  <a:cs typeface="Arial"/>
                  <a:sym typeface="Arial"/>
                </a:rPr>
                <a:t>画面数</a:t>
              </a:r>
              <a:endParaRPr b="1" sz="1600">
                <a:solidFill>
                  <a:schemeClr val="lt1"/>
                </a:solidFill>
                <a:latin typeface="Arial"/>
                <a:ea typeface="Arial"/>
                <a:cs typeface="Arial"/>
                <a:sym typeface="Arial"/>
              </a:endParaRPr>
            </a:p>
          </p:txBody>
        </p:sp>
        <p:sp>
          <p:nvSpPr>
            <p:cNvPr id="998" name="Google Shape;998;p17"/>
            <p:cNvSpPr txBox="1"/>
            <p:nvPr/>
          </p:nvSpPr>
          <p:spPr>
            <a:xfrm>
              <a:off x="7344000" y="900000"/>
              <a:ext cx="1656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chemeClr val="lt1"/>
                </a:buClr>
                <a:buSzPts val="1600"/>
                <a:buFont typeface="Arial"/>
                <a:buNone/>
              </a:pPr>
              <a:r>
                <a:rPr b="1" lang="ja-JP" sz="1600">
                  <a:solidFill>
                    <a:schemeClr val="lt1"/>
                  </a:solidFill>
                  <a:latin typeface="Arial"/>
                  <a:ea typeface="Arial"/>
                  <a:cs typeface="Arial"/>
                  <a:sym typeface="Arial"/>
                </a:rPr>
                <a:t>共通機能数</a:t>
              </a:r>
              <a:endParaRPr b="1" sz="1000">
                <a:solidFill>
                  <a:schemeClr val="lt1"/>
                </a:solidFill>
                <a:latin typeface="Arial"/>
                <a:ea typeface="Arial"/>
                <a:cs typeface="Arial"/>
                <a:sym typeface="Arial"/>
              </a:endParaRPr>
            </a:p>
          </p:txBody>
        </p:sp>
        <p:sp>
          <p:nvSpPr>
            <p:cNvPr id="999" name="Google Shape;999;p17"/>
            <p:cNvSpPr/>
            <p:nvPr/>
          </p:nvSpPr>
          <p:spPr>
            <a:xfrm>
              <a:off x="5652000" y="864000"/>
              <a:ext cx="1656000" cy="360000"/>
            </a:xfrm>
            <a:prstGeom prst="rect">
              <a:avLst/>
            </a:prstGeom>
            <a:solidFill>
              <a:srgbClr val="52525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600">
                <a:solidFill>
                  <a:schemeClr val="lt1"/>
                </a:solidFill>
                <a:latin typeface="Arial"/>
                <a:ea typeface="Arial"/>
                <a:cs typeface="Arial"/>
                <a:sym typeface="Arial"/>
              </a:endParaRPr>
            </a:p>
          </p:txBody>
        </p:sp>
        <p:sp>
          <p:nvSpPr>
            <p:cNvPr id="1000" name="Google Shape;1000;p17"/>
            <p:cNvSpPr txBox="1"/>
            <p:nvPr/>
          </p:nvSpPr>
          <p:spPr>
            <a:xfrm>
              <a:off x="5652000" y="900000"/>
              <a:ext cx="1656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chemeClr val="lt1"/>
                </a:buClr>
                <a:buSzPts val="1600"/>
                <a:buFont typeface="Arial"/>
                <a:buNone/>
              </a:pPr>
              <a:r>
                <a:rPr b="1" lang="ja-JP" sz="1600">
                  <a:solidFill>
                    <a:schemeClr val="lt1"/>
                  </a:solidFill>
                  <a:latin typeface="Arial"/>
                  <a:ea typeface="Arial"/>
                  <a:cs typeface="Arial"/>
                  <a:sym typeface="Arial"/>
                </a:rPr>
                <a:t>帳票数</a:t>
              </a:r>
              <a:endParaRPr b="1" sz="1600">
                <a:solidFill>
                  <a:schemeClr val="lt1"/>
                </a:solidFill>
                <a:latin typeface="Arial"/>
                <a:ea typeface="Arial"/>
                <a:cs typeface="Arial"/>
                <a:sym typeface="Arial"/>
              </a:endParaRPr>
            </a:p>
          </p:txBody>
        </p:sp>
        <p:sp>
          <p:nvSpPr>
            <p:cNvPr id="1001" name="Google Shape;1001;p17"/>
            <p:cNvSpPr/>
            <p:nvPr/>
          </p:nvSpPr>
          <p:spPr>
            <a:xfrm>
              <a:off x="5652000" y="1260000"/>
              <a:ext cx="1656000" cy="288000"/>
            </a:xfrm>
            <a:prstGeom prst="rect">
              <a:avLst/>
            </a:prstGeom>
            <a:solidFill>
              <a:srgbClr val="DDEA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002" name="Google Shape;1002;p17"/>
            <p:cNvSpPr txBox="1"/>
            <p:nvPr/>
          </p:nvSpPr>
          <p:spPr>
            <a:xfrm>
              <a:off x="5652000" y="1260000"/>
              <a:ext cx="1656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3</a:t>
              </a:r>
              <a:endParaRPr/>
            </a:p>
          </p:txBody>
        </p:sp>
        <p:sp>
          <p:nvSpPr>
            <p:cNvPr id="1003" name="Google Shape;1003;p17"/>
            <p:cNvSpPr/>
            <p:nvPr/>
          </p:nvSpPr>
          <p:spPr>
            <a:xfrm>
              <a:off x="5652000" y="5148000"/>
              <a:ext cx="1656000" cy="288000"/>
            </a:xfrm>
            <a:prstGeom prst="rect">
              <a:avLst/>
            </a:prstGeom>
            <a:solidFill>
              <a:srgbClr val="DDEA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004" name="Google Shape;1004;p17"/>
            <p:cNvSpPr txBox="1"/>
            <p:nvPr/>
          </p:nvSpPr>
          <p:spPr>
            <a:xfrm>
              <a:off x="5652000" y="5148000"/>
              <a:ext cx="1656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chemeClr val="dk1"/>
                </a:buClr>
                <a:buSzPts val="1400"/>
                <a:buFont typeface="Arial"/>
                <a:buNone/>
              </a:pPr>
              <a:r>
                <a:rPr b="1" lang="ja-JP" sz="1400">
                  <a:solidFill>
                    <a:schemeClr val="dk1"/>
                  </a:solidFill>
                  <a:latin typeface="Arial"/>
                  <a:ea typeface="Arial"/>
                  <a:cs typeface="Arial"/>
                  <a:sym typeface="Arial"/>
                </a:rPr>
                <a:t>83</a:t>
              </a:r>
              <a:endParaRPr/>
            </a:p>
          </p:txBody>
        </p:sp>
        <p:sp>
          <p:nvSpPr>
            <p:cNvPr id="1005" name="Google Shape;1005;p17"/>
            <p:cNvSpPr/>
            <p:nvPr/>
          </p:nvSpPr>
          <p:spPr>
            <a:xfrm>
              <a:off x="5652000" y="1584000"/>
              <a:ext cx="1656000" cy="288000"/>
            </a:xfrm>
            <a:prstGeom prst="rect">
              <a:avLst/>
            </a:prstGeom>
            <a:solidFill>
              <a:srgbClr val="DDEA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006" name="Google Shape;1006;p17"/>
            <p:cNvSpPr txBox="1"/>
            <p:nvPr/>
          </p:nvSpPr>
          <p:spPr>
            <a:xfrm>
              <a:off x="5652000" y="1584000"/>
              <a:ext cx="1656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5</a:t>
              </a:r>
              <a:endParaRPr/>
            </a:p>
          </p:txBody>
        </p:sp>
        <p:sp>
          <p:nvSpPr>
            <p:cNvPr id="1007" name="Google Shape;1007;p17"/>
            <p:cNvSpPr/>
            <p:nvPr/>
          </p:nvSpPr>
          <p:spPr>
            <a:xfrm>
              <a:off x="5652000" y="1908000"/>
              <a:ext cx="1656000" cy="288000"/>
            </a:xfrm>
            <a:prstGeom prst="rect">
              <a:avLst/>
            </a:prstGeom>
            <a:solidFill>
              <a:srgbClr val="DDEA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008" name="Google Shape;1008;p17"/>
            <p:cNvSpPr txBox="1"/>
            <p:nvPr/>
          </p:nvSpPr>
          <p:spPr>
            <a:xfrm>
              <a:off x="5652000" y="1908000"/>
              <a:ext cx="1656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12</a:t>
              </a:r>
              <a:endParaRPr/>
            </a:p>
          </p:txBody>
        </p:sp>
        <p:sp>
          <p:nvSpPr>
            <p:cNvPr id="1009" name="Google Shape;1009;p17"/>
            <p:cNvSpPr/>
            <p:nvPr/>
          </p:nvSpPr>
          <p:spPr>
            <a:xfrm>
              <a:off x="5652000" y="2232000"/>
              <a:ext cx="1656000" cy="288000"/>
            </a:xfrm>
            <a:prstGeom prst="rect">
              <a:avLst/>
            </a:prstGeom>
            <a:solidFill>
              <a:srgbClr val="DDEA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010" name="Google Shape;1010;p17"/>
            <p:cNvSpPr txBox="1"/>
            <p:nvPr/>
          </p:nvSpPr>
          <p:spPr>
            <a:xfrm>
              <a:off x="5652000" y="2232000"/>
              <a:ext cx="1656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0</a:t>
              </a:r>
              <a:endParaRPr/>
            </a:p>
          </p:txBody>
        </p:sp>
        <p:sp>
          <p:nvSpPr>
            <p:cNvPr id="1011" name="Google Shape;1011;p17"/>
            <p:cNvSpPr/>
            <p:nvPr/>
          </p:nvSpPr>
          <p:spPr>
            <a:xfrm>
              <a:off x="5652000" y="2556000"/>
              <a:ext cx="1656000" cy="288000"/>
            </a:xfrm>
            <a:prstGeom prst="rect">
              <a:avLst/>
            </a:prstGeom>
            <a:solidFill>
              <a:srgbClr val="DDEA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012" name="Google Shape;1012;p17"/>
            <p:cNvSpPr txBox="1"/>
            <p:nvPr/>
          </p:nvSpPr>
          <p:spPr>
            <a:xfrm>
              <a:off x="5652000" y="2556000"/>
              <a:ext cx="1656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4</a:t>
              </a:r>
              <a:endParaRPr/>
            </a:p>
          </p:txBody>
        </p:sp>
        <p:sp>
          <p:nvSpPr>
            <p:cNvPr id="1013" name="Google Shape;1013;p17"/>
            <p:cNvSpPr/>
            <p:nvPr/>
          </p:nvSpPr>
          <p:spPr>
            <a:xfrm>
              <a:off x="5652000" y="2880000"/>
              <a:ext cx="1656000" cy="288000"/>
            </a:xfrm>
            <a:prstGeom prst="rect">
              <a:avLst/>
            </a:prstGeom>
            <a:solidFill>
              <a:srgbClr val="DDEA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014" name="Google Shape;1014;p17"/>
            <p:cNvSpPr txBox="1"/>
            <p:nvPr/>
          </p:nvSpPr>
          <p:spPr>
            <a:xfrm>
              <a:off x="5652000" y="2880000"/>
              <a:ext cx="1656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3</a:t>
              </a:r>
              <a:endParaRPr/>
            </a:p>
          </p:txBody>
        </p:sp>
        <p:sp>
          <p:nvSpPr>
            <p:cNvPr id="1015" name="Google Shape;1015;p17"/>
            <p:cNvSpPr/>
            <p:nvPr/>
          </p:nvSpPr>
          <p:spPr>
            <a:xfrm>
              <a:off x="5652000" y="3204000"/>
              <a:ext cx="1656000" cy="288000"/>
            </a:xfrm>
            <a:prstGeom prst="rect">
              <a:avLst/>
            </a:prstGeom>
            <a:solidFill>
              <a:srgbClr val="DDEA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016" name="Google Shape;1016;p17"/>
            <p:cNvSpPr txBox="1"/>
            <p:nvPr/>
          </p:nvSpPr>
          <p:spPr>
            <a:xfrm>
              <a:off x="5652000" y="3204000"/>
              <a:ext cx="1656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2</a:t>
              </a:r>
              <a:endParaRPr/>
            </a:p>
          </p:txBody>
        </p:sp>
        <p:sp>
          <p:nvSpPr>
            <p:cNvPr id="1017" name="Google Shape;1017;p17"/>
            <p:cNvSpPr/>
            <p:nvPr/>
          </p:nvSpPr>
          <p:spPr>
            <a:xfrm>
              <a:off x="5652000" y="3528000"/>
              <a:ext cx="1656000" cy="288000"/>
            </a:xfrm>
            <a:prstGeom prst="rect">
              <a:avLst/>
            </a:prstGeom>
            <a:solidFill>
              <a:srgbClr val="DDEA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018" name="Google Shape;1018;p17"/>
            <p:cNvSpPr txBox="1"/>
            <p:nvPr/>
          </p:nvSpPr>
          <p:spPr>
            <a:xfrm>
              <a:off x="5652000" y="3528000"/>
              <a:ext cx="1656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18</a:t>
              </a:r>
              <a:endParaRPr/>
            </a:p>
          </p:txBody>
        </p:sp>
        <p:sp>
          <p:nvSpPr>
            <p:cNvPr id="1019" name="Google Shape;1019;p17"/>
            <p:cNvSpPr/>
            <p:nvPr/>
          </p:nvSpPr>
          <p:spPr>
            <a:xfrm>
              <a:off x="5652000" y="3852000"/>
              <a:ext cx="1656000" cy="288000"/>
            </a:xfrm>
            <a:prstGeom prst="rect">
              <a:avLst/>
            </a:prstGeom>
            <a:solidFill>
              <a:srgbClr val="DDEA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020" name="Google Shape;1020;p17"/>
            <p:cNvSpPr txBox="1"/>
            <p:nvPr/>
          </p:nvSpPr>
          <p:spPr>
            <a:xfrm>
              <a:off x="5652000" y="3852000"/>
              <a:ext cx="1656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0</a:t>
              </a:r>
              <a:endParaRPr/>
            </a:p>
          </p:txBody>
        </p:sp>
        <p:sp>
          <p:nvSpPr>
            <p:cNvPr id="1021" name="Google Shape;1021;p17"/>
            <p:cNvSpPr/>
            <p:nvPr/>
          </p:nvSpPr>
          <p:spPr>
            <a:xfrm>
              <a:off x="5652000" y="4176000"/>
              <a:ext cx="1656000" cy="288000"/>
            </a:xfrm>
            <a:prstGeom prst="rect">
              <a:avLst/>
            </a:prstGeom>
            <a:solidFill>
              <a:srgbClr val="DDEA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022" name="Google Shape;1022;p17"/>
            <p:cNvSpPr txBox="1"/>
            <p:nvPr/>
          </p:nvSpPr>
          <p:spPr>
            <a:xfrm>
              <a:off x="5652000" y="4176000"/>
              <a:ext cx="1656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8</a:t>
              </a:r>
              <a:endParaRPr/>
            </a:p>
          </p:txBody>
        </p:sp>
        <p:sp>
          <p:nvSpPr>
            <p:cNvPr id="1023" name="Google Shape;1023;p17"/>
            <p:cNvSpPr/>
            <p:nvPr/>
          </p:nvSpPr>
          <p:spPr>
            <a:xfrm>
              <a:off x="5652000" y="4500000"/>
              <a:ext cx="1656000" cy="288000"/>
            </a:xfrm>
            <a:prstGeom prst="rect">
              <a:avLst/>
            </a:prstGeom>
            <a:solidFill>
              <a:srgbClr val="DDEA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024" name="Google Shape;1024;p17"/>
            <p:cNvSpPr txBox="1"/>
            <p:nvPr/>
          </p:nvSpPr>
          <p:spPr>
            <a:xfrm>
              <a:off x="5652000" y="4500000"/>
              <a:ext cx="1656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27</a:t>
              </a:r>
              <a:endParaRPr/>
            </a:p>
          </p:txBody>
        </p:sp>
        <p:sp>
          <p:nvSpPr>
            <p:cNvPr id="1025" name="Google Shape;1025;p17"/>
            <p:cNvSpPr/>
            <p:nvPr/>
          </p:nvSpPr>
          <p:spPr>
            <a:xfrm>
              <a:off x="5652000" y="4824000"/>
              <a:ext cx="1656000" cy="288000"/>
            </a:xfrm>
            <a:prstGeom prst="rect">
              <a:avLst/>
            </a:prstGeom>
            <a:solidFill>
              <a:srgbClr val="DDEA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026" name="Google Shape;1026;p17"/>
            <p:cNvSpPr txBox="1"/>
            <p:nvPr/>
          </p:nvSpPr>
          <p:spPr>
            <a:xfrm>
              <a:off x="5652000" y="4824000"/>
              <a:ext cx="1656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1</a:t>
              </a:r>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0" name="Shape 1030"/>
        <p:cNvGrpSpPr/>
        <p:nvPr/>
      </p:nvGrpSpPr>
      <p:grpSpPr>
        <a:xfrm>
          <a:off x="0" y="0"/>
          <a:ext cx="0" cy="0"/>
          <a:chOff x="0" y="0"/>
          <a:chExt cx="0" cy="0"/>
        </a:xfrm>
      </p:grpSpPr>
      <p:sp>
        <p:nvSpPr>
          <p:cNvPr id="1031" name="Google Shape;1031;p18"/>
          <p:cNvSpPr txBox="1"/>
          <p:nvPr>
            <p:ph type="ctrTitle"/>
          </p:nvPr>
        </p:nvSpPr>
        <p:spPr>
          <a:xfrm>
            <a:off x="72000" y="2088000"/>
            <a:ext cx="9000000" cy="2520000"/>
          </a:xfrm>
          <a:prstGeom prst="rect">
            <a:avLst/>
          </a:prstGeom>
          <a:noFill/>
          <a:ln>
            <a:noFill/>
          </a:ln>
        </p:spPr>
        <p:txBody>
          <a:bodyPr anchorCtr="0" anchor="ctr" bIns="45700" lIns="91425" spcFirstLastPara="1" rIns="91425" wrap="square" tIns="45700">
            <a:normAutofit/>
          </a:bodyPr>
          <a:lstStyle/>
          <a:p>
            <a:pPr indent="0" lvl="0" marL="0" rtl="0" algn="ctr">
              <a:lnSpc>
                <a:spcPct val="120000"/>
              </a:lnSpc>
              <a:spcBef>
                <a:spcPts val="0"/>
              </a:spcBef>
              <a:spcAft>
                <a:spcPts val="0"/>
              </a:spcAft>
              <a:buClr>
                <a:schemeClr val="dk1"/>
              </a:buClr>
              <a:buSzPts val="4000"/>
              <a:buFont typeface="Arial"/>
              <a:buNone/>
            </a:pPr>
            <a:r>
              <a:rPr lang="ja-JP"/>
              <a:t>システム更新の実現方法</a:t>
            </a:r>
            <a:endParaRPr/>
          </a:p>
        </p:txBody>
      </p:sp>
      <p:sp>
        <p:nvSpPr>
          <p:cNvPr id="1032" name="Google Shape;1032;p18"/>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ja-JP"/>
              <a:t>Copyright© 2020 SystemEXE,Inc. all rights reserved.</a:t>
            </a:r>
            <a:endParaRPr/>
          </a:p>
        </p:txBody>
      </p:sp>
      <p:sp>
        <p:nvSpPr>
          <p:cNvPr id="1033" name="Google Shape;1033;p18"/>
          <p:cNvSpPr txBox="1"/>
          <p:nvPr>
            <p:ph idx="12" type="sldNum"/>
          </p:nvPr>
        </p:nvSpPr>
        <p:spPr>
          <a:xfrm>
            <a:off x="4212000" y="6500068"/>
            <a:ext cx="720000" cy="288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ja-JP"/>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7" name="Shape 1037"/>
        <p:cNvGrpSpPr/>
        <p:nvPr/>
      </p:nvGrpSpPr>
      <p:grpSpPr>
        <a:xfrm>
          <a:off x="0" y="0"/>
          <a:ext cx="0" cy="0"/>
          <a:chOff x="0" y="0"/>
          <a:chExt cx="0" cy="0"/>
        </a:xfrm>
      </p:grpSpPr>
      <p:sp>
        <p:nvSpPr>
          <p:cNvPr id="1038" name="Google Shape;1038;p19"/>
          <p:cNvSpPr/>
          <p:nvPr/>
        </p:nvSpPr>
        <p:spPr>
          <a:xfrm>
            <a:off x="1007998" y="864000"/>
            <a:ext cx="5220001" cy="576000"/>
          </a:xfrm>
          <a:prstGeom prst="roundRect">
            <a:avLst>
              <a:gd fmla="val 11024" name="adj"/>
            </a:avLst>
          </a:prstGeom>
          <a:solidFill>
            <a:srgbClr val="EDEDED"/>
          </a:solidFill>
          <a:ln cap="flat" cmpd="sng" w="12700">
            <a:solidFill>
              <a:schemeClr val="accent3"/>
            </a:solidFill>
            <a:prstDash val="solid"/>
            <a:miter lim="800000"/>
            <a:headEnd len="sm" w="sm" type="none"/>
            <a:tailEnd len="sm" w="sm" type="none"/>
          </a:ln>
        </p:spPr>
        <p:txBody>
          <a:bodyPr anchorCtr="0" anchor="t" bIns="45700" lIns="108000" spcFirstLastPara="1" rIns="108000" wrap="square" tIns="45700">
            <a:noAutofit/>
          </a:bodyPr>
          <a:lstStyle/>
          <a:p>
            <a:pPr indent="0" lvl="0" marL="0" marR="0" rtl="0" algn="r">
              <a:spcBef>
                <a:spcPts val="0"/>
              </a:spcBef>
              <a:spcAft>
                <a:spcPts val="0"/>
              </a:spcAft>
              <a:buNone/>
            </a:pPr>
            <a:r>
              <a:rPr b="1" lang="ja-JP" sz="1400">
                <a:solidFill>
                  <a:schemeClr val="dk1"/>
                </a:solidFill>
                <a:latin typeface="Arial"/>
                <a:ea typeface="Arial"/>
                <a:cs typeface="Arial"/>
                <a:sym typeface="Arial"/>
              </a:rPr>
              <a:t>館林DC</a:t>
            </a:r>
            <a:endParaRPr b="1" sz="1400">
              <a:solidFill>
                <a:schemeClr val="dk1"/>
              </a:solidFill>
              <a:latin typeface="Arial"/>
              <a:ea typeface="Arial"/>
              <a:cs typeface="Arial"/>
              <a:sym typeface="Arial"/>
            </a:endParaRPr>
          </a:p>
        </p:txBody>
      </p:sp>
      <p:sp>
        <p:nvSpPr>
          <p:cNvPr id="1039" name="Google Shape;1039;p19"/>
          <p:cNvSpPr/>
          <p:nvPr/>
        </p:nvSpPr>
        <p:spPr>
          <a:xfrm>
            <a:off x="1008000" y="1584000"/>
            <a:ext cx="7992000" cy="3312000"/>
          </a:xfrm>
          <a:prstGeom prst="roundRect">
            <a:avLst>
              <a:gd fmla="val 1917" name="adj"/>
            </a:avLst>
          </a:prstGeom>
          <a:solidFill>
            <a:srgbClr val="EDEDED"/>
          </a:solidFill>
          <a:ln cap="flat" cmpd="sng" w="12700">
            <a:solidFill>
              <a:schemeClr val="accent3"/>
            </a:solidFill>
            <a:prstDash val="solid"/>
            <a:miter lim="800000"/>
            <a:headEnd len="sm" w="sm" type="none"/>
            <a:tailEnd len="sm" w="sm" type="none"/>
          </a:ln>
        </p:spPr>
        <p:txBody>
          <a:bodyPr anchorCtr="0" anchor="t" bIns="45700" lIns="108000" spcFirstLastPara="1" rIns="108000" wrap="square" tIns="45700">
            <a:noAutofit/>
          </a:bodyPr>
          <a:lstStyle/>
          <a:p>
            <a:pPr indent="0" lvl="0" marL="0" marR="0" rtl="0" algn="r">
              <a:spcBef>
                <a:spcPts val="0"/>
              </a:spcBef>
              <a:spcAft>
                <a:spcPts val="0"/>
              </a:spcAft>
              <a:buNone/>
            </a:pPr>
            <a:r>
              <a:rPr b="1" lang="ja-JP" sz="1400">
                <a:solidFill>
                  <a:schemeClr val="dk1"/>
                </a:solidFill>
                <a:latin typeface="Arial"/>
                <a:ea typeface="Arial"/>
                <a:cs typeface="Arial"/>
                <a:sym typeface="Arial"/>
              </a:rPr>
              <a:t>潤滑油二課事務所</a:t>
            </a:r>
            <a:endParaRPr/>
          </a:p>
        </p:txBody>
      </p:sp>
      <p:sp>
        <p:nvSpPr>
          <p:cNvPr id="1040" name="Google Shape;1040;p19"/>
          <p:cNvSpPr txBox="1"/>
          <p:nvPr>
            <p:ph type="title"/>
          </p:nvPr>
        </p:nvSpPr>
        <p:spPr>
          <a:xfrm>
            <a:off x="144000" y="36000"/>
            <a:ext cx="8856000" cy="5760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3000"/>
              <a:buFont typeface="Arial"/>
              <a:buNone/>
            </a:pPr>
            <a:r>
              <a:rPr lang="ja-JP"/>
              <a:t>システム構成（ToBe）</a:t>
            </a:r>
            <a:endParaRPr/>
          </a:p>
        </p:txBody>
      </p:sp>
      <p:sp>
        <p:nvSpPr>
          <p:cNvPr id="1041" name="Google Shape;1041;p19"/>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ja-JP"/>
              <a:t>Copyright© 2020 SystemEXE,Inc. all rights reserved.</a:t>
            </a:r>
            <a:endParaRPr/>
          </a:p>
        </p:txBody>
      </p:sp>
      <p:sp>
        <p:nvSpPr>
          <p:cNvPr id="1042" name="Google Shape;1042;p19"/>
          <p:cNvSpPr txBox="1"/>
          <p:nvPr>
            <p:ph idx="12" type="sldNum"/>
          </p:nvPr>
        </p:nvSpPr>
        <p:spPr>
          <a:xfrm>
            <a:off x="4212000" y="6500068"/>
            <a:ext cx="720000" cy="288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ja-JP"/>
              <a:t>‹#›</a:t>
            </a:fld>
            <a:endParaRPr/>
          </a:p>
        </p:txBody>
      </p:sp>
      <p:sp>
        <p:nvSpPr>
          <p:cNvPr id="1043" name="Google Shape;1043;p19"/>
          <p:cNvSpPr/>
          <p:nvPr/>
        </p:nvSpPr>
        <p:spPr>
          <a:xfrm>
            <a:off x="3096000" y="1008000"/>
            <a:ext cx="1800000" cy="288000"/>
          </a:xfrm>
          <a:prstGeom prst="roundRect">
            <a:avLst>
              <a:gd fmla="val 22049" name="adj"/>
            </a:avLst>
          </a:prstGeom>
          <a:solidFill>
            <a:schemeClr val="accent1"/>
          </a:solidFill>
          <a:ln cap="flat" cmpd="sng" w="12700">
            <a:solidFill>
              <a:schemeClr val="accent1"/>
            </a:solidFill>
            <a:prstDash val="solid"/>
            <a:miter lim="800000"/>
            <a:headEnd len="sm" w="sm" type="none"/>
            <a:tailEnd len="sm" w="sm" type="none"/>
          </a:ln>
        </p:spPr>
        <p:txBody>
          <a:bodyPr anchorCtr="0" anchor="ctr" bIns="45700" lIns="72000" spcFirstLastPara="1" rIns="36000" wrap="square" tIns="45700">
            <a:noAutofit/>
          </a:bodyPr>
          <a:lstStyle/>
          <a:p>
            <a:pPr indent="0" lvl="0" marL="0" marR="0" rtl="0" algn="ctr">
              <a:spcBef>
                <a:spcPts val="0"/>
              </a:spcBef>
              <a:spcAft>
                <a:spcPts val="0"/>
              </a:spcAft>
              <a:buNone/>
            </a:pPr>
            <a:r>
              <a:rPr lang="ja-JP" sz="1400">
                <a:solidFill>
                  <a:schemeClr val="lt1"/>
                </a:solidFill>
                <a:latin typeface="Arial"/>
                <a:ea typeface="Arial"/>
                <a:cs typeface="Arial"/>
                <a:sym typeface="Arial"/>
              </a:rPr>
              <a:t>OneSAP</a:t>
            </a:r>
            <a:endParaRPr sz="1400">
              <a:solidFill>
                <a:schemeClr val="lt1"/>
              </a:solidFill>
              <a:latin typeface="Arial"/>
              <a:ea typeface="Arial"/>
              <a:cs typeface="Arial"/>
              <a:sym typeface="Arial"/>
            </a:endParaRPr>
          </a:p>
        </p:txBody>
      </p:sp>
      <p:sp>
        <p:nvSpPr>
          <p:cNvPr id="1044" name="Google Shape;1044;p19"/>
          <p:cNvSpPr/>
          <p:nvPr/>
        </p:nvSpPr>
        <p:spPr>
          <a:xfrm>
            <a:off x="1080000" y="1008000"/>
            <a:ext cx="1800000" cy="288000"/>
          </a:xfrm>
          <a:prstGeom prst="roundRect">
            <a:avLst>
              <a:gd fmla="val 22049" name="adj"/>
            </a:avLst>
          </a:prstGeom>
          <a:solidFill>
            <a:schemeClr val="accent1"/>
          </a:solidFill>
          <a:ln cap="flat" cmpd="sng" w="12700">
            <a:solidFill>
              <a:schemeClr val="accent1"/>
            </a:solidFill>
            <a:prstDash val="solid"/>
            <a:miter lim="800000"/>
            <a:headEnd len="sm" w="sm" type="none"/>
            <a:tailEnd len="sm" w="sm" type="none"/>
          </a:ln>
        </p:spPr>
        <p:txBody>
          <a:bodyPr anchorCtr="0" anchor="ctr" bIns="45700" lIns="72000" spcFirstLastPara="1" rIns="36000" wrap="square" tIns="45700">
            <a:noAutofit/>
          </a:bodyPr>
          <a:lstStyle/>
          <a:p>
            <a:pPr indent="0" lvl="0" marL="0" marR="0" rtl="0" algn="ctr">
              <a:spcBef>
                <a:spcPts val="0"/>
              </a:spcBef>
              <a:spcAft>
                <a:spcPts val="0"/>
              </a:spcAft>
              <a:buNone/>
            </a:pPr>
            <a:r>
              <a:rPr lang="ja-JP" sz="1400">
                <a:solidFill>
                  <a:schemeClr val="lt1"/>
                </a:solidFill>
                <a:latin typeface="Arial"/>
                <a:ea typeface="Arial"/>
                <a:cs typeface="Arial"/>
                <a:sym typeface="Arial"/>
              </a:rPr>
              <a:t>連携基盤</a:t>
            </a:r>
            <a:endParaRPr/>
          </a:p>
        </p:txBody>
      </p:sp>
      <p:cxnSp>
        <p:nvCxnSpPr>
          <p:cNvPr id="1045" name="Google Shape;1045;p19"/>
          <p:cNvCxnSpPr/>
          <p:nvPr/>
        </p:nvCxnSpPr>
        <p:spPr>
          <a:xfrm flipH="1" rot="10800000">
            <a:off x="504000" y="1512000"/>
            <a:ext cx="8496000" cy="1"/>
          </a:xfrm>
          <a:prstGeom prst="straightConnector1">
            <a:avLst/>
          </a:prstGeom>
          <a:noFill/>
          <a:ln cap="flat" cmpd="sng" w="28575">
            <a:solidFill>
              <a:schemeClr val="accent3"/>
            </a:solidFill>
            <a:prstDash val="solid"/>
            <a:miter lim="800000"/>
            <a:headEnd len="sm" w="sm" type="none"/>
            <a:tailEnd len="sm" w="sm" type="none"/>
          </a:ln>
        </p:spPr>
      </p:cxnSp>
      <p:cxnSp>
        <p:nvCxnSpPr>
          <p:cNvPr id="1046" name="Google Shape;1046;p19"/>
          <p:cNvCxnSpPr/>
          <p:nvPr/>
        </p:nvCxnSpPr>
        <p:spPr>
          <a:xfrm rot="10800000">
            <a:off x="1980000" y="1296000"/>
            <a:ext cx="0" cy="216000"/>
          </a:xfrm>
          <a:prstGeom prst="straightConnector1">
            <a:avLst/>
          </a:prstGeom>
          <a:noFill/>
          <a:ln cap="flat" cmpd="sng" w="28575">
            <a:solidFill>
              <a:schemeClr val="accent3"/>
            </a:solidFill>
            <a:prstDash val="solid"/>
            <a:miter lim="800000"/>
            <a:headEnd len="sm" w="sm" type="none"/>
            <a:tailEnd len="sm" w="sm" type="none"/>
          </a:ln>
        </p:spPr>
      </p:cxnSp>
      <p:cxnSp>
        <p:nvCxnSpPr>
          <p:cNvPr id="1047" name="Google Shape;1047;p19"/>
          <p:cNvCxnSpPr/>
          <p:nvPr/>
        </p:nvCxnSpPr>
        <p:spPr>
          <a:xfrm rot="10800000">
            <a:off x="3996000" y="1296000"/>
            <a:ext cx="0" cy="216000"/>
          </a:xfrm>
          <a:prstGeom prst="straightConnector1">
            <a:avLst/>
          </a:prstGeom>
          <a:noFill/>
          <a:ln cap="flat" cmpd="sng" w="28575">
            <a:solidFill>
              <a:schemeClr val="accent3"/>
            </a:solidFill>
            <a:prstDash val="solid"/>
            <a:miter lim="800000"/>
            <a:headEnd len="sm" w="sm" type="none"/>
            <a:tailEnd len="sm" w="sm" type="none"/>
          </a:ln>
        </p:spPr>
      </p:cxnSp>
      <p:cxnSp>
        <p:nvCxnSpPr>
          <p:cNvPr id="1048" name="Google Shape;1048;p19"/>
          <p:cNvCxnSpPr/>
          <p:nvPr/>
        </p:nvCxnSpPr>
        <p:spPr>
          <a:xfrm rot="10800000">
            <a:off x="504000" y="1152000"/>
            <a:ext cx="0" cy="1080000"/>
          </a:xfrm>
          <a:prstGeom prst="straightConnector1">
            <a:avLst/>
          </a:prstGeom>
          <a:noFill/>
          <a:ln cap="flat" cmpd="sng" w="28575">
            <a:solidFill>
              <a:schemeClr val="accent3"/>
            </a:solidFill>
            <a:prstDash val="solid"/>
            <a:miter lim="800000"/>
            <a:headEnd len="sm" w="sm" type="none"/>
            <a:tailEnd len="sm" w="sm" type="none"/>
          </a:ln>
        </p:spPr>
      </p:cxnSp>
      <p:sp>
        <p:nvSpPr>
          <p:cNvPr id="1049" name="Google Shape;1049;p19"/>
          <p:cNvSpPr/>
          <p:nvPr/>
        </p:nvSpPr>
        <p:spPr>
          <a:xfrm>
            <a:off x="6408000" y="756000"/>
            <a:ext cx="2592000" cy="612000"/>
          </a:xfrm>
          <a:prstGeom prst="rect">
            <a:avLst/>
          </a:prstGeom>
          <a:solidFill>
            <a:schemeClr val="lt1"/>
          </a:solidFill>
          <a:ln>
            <a:noFill/>
          </a:ln>
        </p:spPr>
        <p:txBody>
          <a:bodyPr anchorCtr="0" anchor="t" bIns="36000" lIns="36000" spcFirstLastPara="1" rIns="36000" wrap="square" tIns="36000">
            <a:noAutofit/>
          </a:bodyPr>
          <a:lstStyle/>
          <a:p>
            <a:pPr indent="-171450" lvl="0" marL="171450" marR="0" rtl="0" algn="l">
              <a:spcBef>
                <a:spcPts val="0"/>
              </a:spcBef>
              <a:spcAft>
                <a:spcPts val="0"/>
              </a:spcAft>
              <a:buClr>
                <a:srgbClr val="FF0000"/>
              </a:buClr>
              <a:buSzPts val="1200"/>
              <a:buFont typeface="Arial"/>
              <a:buChar char="※"/>
            </a:pPr>
            <a:r>
              <a:rPr b="1" lang="ja-JP" sz="1200">
                <a:solidFill>
                  <a:srgbClr val="FF0000"/>
                </a:solidFill>
                <a:latin typeface="Arial"/>
                <a:ea typeface="Arial"/>
                <a:cs typeface="Arial"/>
                <a:sym typeface="Arial"/>
              </a:rPr>
              <a:t>変更点を赤字で記載</a:t>
            </a:r>
            <a:endParaRPr b="1" sz="1200">
              <a:solidFill>
                <a:srgbClr val="FF0000"/>
              </a:solidFill>
              <a:latin typeface="Arial"/>
              <a:ea typeface="Arial"/>
              <a:cs typeface="Arial"/>
              <a:sym typeface="Arial"/>
            </a:endParaRPr>
          </a:p>
          <a:p>
            <a:pPr indent="-171450" lvl="0" marL="171450" marR="0" rtl="0" algn="l">
              <a:spcBef>
                <a:spcPts val="0"/>
              </a:spcBef>
              <a:spcAft>
                <a:spcPts val="0"/>
              </a:spcAft>
              <a:buClr>
                <a:schemeClr val="dk1"/>
              </a:buClr>
              <a:buSzPts val="1200"/>
              <a:buFont typeface="Arial"/>
              <a:buChar char="※"/>
            </a:pPr>
            <a:r>
              <a:rPr lang="ja-JP" sz="1200">
                <a:solidFill>
                  <a:schemeClr val="dk1"/>
                </a:solidFill>
                <a:latin typeface="Arial"/>
                <a:ea typeface="Arial"/>
                <a:cs typeface="Arial"/>
                <a:sym typeface="Arial"/>
              </a:rPr>
              <a:t>紙面の都合上、潤滑油二課事務所内のレーザープリンタ3台を省略</a:t>
            </a:r>
            <a:endParaRPr sz="1200">
              <a:solidFill>
                <a:schemeClr val="dk1"/>
              </a:solidFill>
              <a:latin typeface="Arial"/>
              <a:ea typeface="Arial"/>
              <a:cs typeface="Arial"/>
              <a:sym typeface="Arial"/>
            </a:endParaRPr>
          </a:p>
        </p:txBody>
      </p:sp>
      <p:cxnSp>
        <p:nvCxnSpPr>
          <p:cNvPr id="1050" name="Google Shape;1050;p19"/>
          <p:cNvCxnSpPr/>
          <p:nvPr/>
        </p:nvCxnSpPr>
        <p:spPr>
          <a:xfrm rot="10800000">
            <a:off x="504000" y="2664000"/>
            <a:ext cx="0" cy="3456000"/>
          </a:xfrm>
          <a:prstGeom prst="straightConnector1">
            <a:avLst/>
          </a:prstGeom>
          <a:noFill/>
          <a:ln cap="flat" cmpd="sng" w="28575">
            <a:solidFill>
              <a:schemeClr val="accent3"/>
            </a:solidFill>
            <a:prstDash val="solid"/>
            <a:miter lim="800000"/>
            <a:headEnd len="sm" w="sm" type="none"/>
            <a:tailEnd len="sm" w="sm" type="none"/>
          </a:ln>
        </p:spPr>
      </p:cxnSp>
      <p:cxnSp>
        <p:nvCxnSpPr>
          <p:cNvPr id="1051" name="Google Shape;1051;p19"/>
          <p:cNvCxnSpPr/>
          <p:nvPr/>
        </p:nvCxnSpPr>
        <p:spPr>
          <a:xfrm rot="10800000">
            <a:off x="792000" y="2520000"/>
            <a:ext cx="360000" cy="0"/>
          </a:xfrm>
          <a:prstGeom prst="straightConnector1">
            <a:avLst/>
          </a:prstGeom>
          <a:noFill/>
          <a:ln cap="flat" cmpd="sng" w="28575">
            <a:solidFill>
              <a:schemeClr val="accent3"/>
            </a:solidFill>
            <a:prstDash val="solid"/>
            <a:miter lim="800000"/>
            <a:headEnd len="sm" w="sm" type="none"/>
            <a:tailEnd len="sm" w="sm" type="none"/>
          </a:ln>
        </p:spPr>
      </p:cxnSp>
      <p:cxnSp>
        <p:nvCxnSpPr>
          <p:cNvPr id="1052" name="Google Shape;1052;p19"/>
          <p:cNvCxnSpPr/>
          <p:nvPr/>
        </p:nvCxnSpPr>
        <p:spPr>
          <a:xfrm flipH="1" rot="10800000">
            <a:off x="504000" y="3240000"/>
            <a:ext cx="8352000" cy="1"/>
          </a:xfrm>
          <a:prstGeom prst="straightConnector1">
            <a:avLst/>
          </a:prstGeom>
          <a:noFill/>
          <a:ln cap="flat" cmpd="sng" w="28575">
            <a:solidFill>
              <a:schemeClr val="accent3"/>
            </a:solidFill>
            <a:prstDash val="solid"/>
            <a:miter lim="800000"/>
            <a:headEnd len="sm" w="sm" type="none"/>
            <a:tailEnd len="sm" w="sm" type="none"/>
          </a:ln>
        </p:spPr>
      </p:cxnSp>
      <p:cxnSp>
        <p:nvCxnSpPr>
          <p:cNvPr id="1053" name="Google Shape;1053;p19"/>
          <p:cNvCxnSpPr/>
          <p:nvPr/>
        </p:nvCxnSpPr>
        <p:spPr>
          <a:xfrm rot="10800000">
            <a:off x="2376000" y="3240000"/>
            <a:ext cx="0" cy="144000"/>
          </a:xfrm>
          <a:prstGeom prst="straightConnector1">
            <a:avLst/>
          </a:prstGeom>
          <a:noFill/>
          <a:ln cap="flat" cmpd="sng" w="28575">
            <a:solidFill>
              <a:schemeClr val="accent3"/>
            </a:solidFill>
            <a:prstDash val="solid"/>
            <a:miter lim="800000"/>
            <a:headEnd len="sm" w="sm" type="none"/>
            <a:tailEnd len="sm" w="sm" type="none"/>
          </a:ln>
        </p:spPr>
      </p:cxnSp>
      <p:cxnSp>
        <p:nvCxnSpPr>
          <p:cNvPr id="1054" name="Google Shape;1054;p19"/>
          <p:cNvCxnSpPr/>
          <p:nvPr/>
        </p:nvCxnSpPr>
        <p:spPr>
          <a:xfrm rot="10800000">
            <a:off x="7632000" y="3240000"/>
            <a:ext cx="0" cy="144000"/>
          </a:xfrm>
          <a:prstGeom prst="straightConnector1">
            <a:avLst/>
          </a:prstGeom>
          <a:noFill/>
          <a:ln cap="flat" cmpd="sng" w="28575">
            <a:solidFill>
              <a:schemeClr val="accent3"/>
            </a:solidFill>
            <a:prstDash val="solid"/>
            <a:miter lim="800000"/>
            <a:headEnd len="sm" w="sm" type="none"/>
            <a:tailEnd len="sm" w="sm" type="none"/>
          </a:ln>
        </p:spPr>
      </p:cxnSp>
      <p:pic>
        <p:nvPicPr>
          <p:cNvPr id="1055" name="Google Shape;1055;p19"/>
          <p:cNvPicPr preferRelativeResize="0"/>
          <p:nvPr/>
        </p:nvPicPr>
        <p:blipFill rotWithShape="1">
          <a:blip r:embed="rId3">
            <a:alphaModFix/>
          </a:blip>
          <a:srcRect b="0" l="0" r="0" t="0"/>
          <a:stretch/>
        </p:blipFill>
        <p:spPr>
          <a:xfrm>
            <a:off x="288000" y="2232000"/>
            <a:ext cx="536562" cy="432000"/>
          </a:xfrm>
          <a:prstGeom prst="rect">
            <a:avLst/>
          </a:prstGeom>
          <a:noFill/>
          <a:ln>
            <a:noFill/>
          </a:ln>
        </p:spPr>
      </p:pic>
      <p:sp>
        <p:nvSpPr>
          <p:cNvPr id="1056" name="Google Shape;1056;p19"/>
          <p:cNvSpPr txBox="1"/>
          <p:nvPr/>
        </p:nvSpPr>
        <p:spPr>
          <a:xfrm>
            <a:off x="72000" y="2736000"/>
            <a:ext cx="46800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FW</a:t>
            </a:r>
            <a:endParaRPr sz="1400">
              <a:solidFill>
                <a:schemeClr val="dk1"/>
              </a:solidFill>
              <a:latin typeface="Arial"/>
              <a:ea typeface="Arial"/>
              <a:cs typeface="Arial"/>
              <a:sym typeface="Arial"/>
            </a:endParaRPr>
          </a:p>
        </p:txBody>
      </p:sp>
      <p:cxnSp>
        <p:nvCxnSpPr>
          <p:cNvPr id="1057" name="Google Shape;1057;p19"/>
          <p:cNvCxnSpPr/>
          <p:nvPr/>
        </p:nvCxnSpPr>
        <p:spPr>
          <a:xfrm rot="10800000">
            <a:off x="5004000" y="3240000"/>
            <a:ext cx="0" cy="144000"/>
          </a:xfrm>
          <a:prstGeom prst="straightConnector1">
            <a:avLst/>
          </a:prstGeom>
          <a:noFill/>
          <a:ln cap="flat" cmpd="sng" w="28575">
            <a:solidFill>
              <a:schemeClr val="accent3"/>
            </a:solidFill>
            <a:prstDash val="solid"/>
            <a:miter lim="800000"/>
            <a:headEnd len="sm" w="sm" type="none"/>
            <a:tailEnd len="sm" w="sm" type="none"/>
          </a:ln>
        </p:spPr>
      </p:cxnSp>
      <p:sp>
        <p:nvSpPr>
          <p:cNvPr id="1058" name="Google Shape;1058;p19"/>
          <p:cNvSpPr/>
          <p:nvPr/>
        </p:nvSpPr>
        <p:spPr>
          <a:xfrm>
            <a:off x="5832000" y="1944000"/>
            <a:ext cx="3024000" cy="540000"/>
          </a:xfrm>
          <a:prstGeom prst="roundRect">
            <a:avLst>
              <a:gd fmla="val 11759" name="adj"/>
            </a:avLst>
          </a:prstGeom>
          <a:solidFill>
            <a:schemeClr val="lt1"/>
          </a:solidFill>
          <a:ln cap="flat" cmpd="sng" w="12700">
            <a:solidFill>
              <a:schemeClr val="accent3"/>
            </a:solidFill>
            <a:prstDash val="solid"/>
            <a:miter lim="800000"/>
            <a:headEnd len="sm" w="sm" type="none"/>
            <a:tailEnd len="sm" w="sm" type="none"/>
          </a:ln>
        </p:spPr>
        <p:txBody>
          <a:bodyPr anchorCtr="0" anchor="t" bIns="45700" lIns="504000" spcFirstLastPara="1" rIns="72000" wrap="square" tIns="72000">
            <a:noAutofit/>
          </a:bodyPr>
          <a:lstStyle/>
          <a:p>
            <a:pPr indent="0" lvl="0" marL="0" marR="0" rtl="0" algn="l">
              <a:spcBef>
                <a:spcPts val="0"/>
              </a:spcBef>
              <a:spcAft>
                <a:spcPts val="0"/>
              </a:spcAft>
              <a:buNone/>
            </a:pPr>
            <a:r>
              <a:rPr b="1" lang="ja-JP" sz="1400">
                <a:solidFill>
                  <a:schemeClr val="dk1"/>
                </a:solidFill>
                <a:latin typeface="Arial"/>
                <a:ea typeface="Arial"/>
                <a:cs typeface="Arial"/>
                <a:sym typeface="Arial"/>
              </a:rPr>
              <a:t>制御ｼｽﾃﾑ通信ｻｰﾊﾞ</a:t>
            </a:r>
            <a:endParaRPr b="1" sz="1400">
              <a:solidFill>
                <a:schemeClr val="dk1"/>
              </a:solidFill>
              <a:latin typeface="Arial"/>
              <a:ea typeface="Arial"/>
              <a:cs typeface="Arial"/>
              <a:sym typeface="Arial"/>
            </a:endParaRPr>
          </a:p>
          <a:p>
            <a:pPr indent="0" lvl="0" marL="0" marR="0" rtl="0" algn="l">
              <a:spcBef>
                <a:spcPts val="0"/>
              </a:spcBef>
              <a:spcAft>
                <a:spcPts val="0"/>
              </a:spcAft>
              <a:buNone/>
            </a:pPr>
            <a:r>
              <a:rPr b="1" lang="ja-JP" sz="1200">
                <a:solidFill>
                  <a:srgbClr val="FF0000"/>
                </a:solidFill>
                <a:latin typeface="Arial"/>
                <a:ea typeface="Arial"/>
                <a:cs typeface="Arial"/>
                <a:sym typeface="Arial"/>
              </a:rPr>
              <a:t>Windows Server 2019</a:t>
            </a:r>
            <a:endParaRPr/>
          </a:p>
        </p:txBody>
      </p:sp>
      <p:pic>
        <p:nvPicPr>
          <p:cNvPr id="1059" name="Google Shape;1059;p19"/>
          <p:cNvPicPr preferRelativeResize="0"/>
          <p:nvPr/>
        </p:nvPicPr>
        <p:blipFill rotWithShape="1">
          <a:blip r:embed="rId4">
            <a:alphaModFix/>
          </a:blip>
          <a:srcRect b="0" l="0" r="0" t="0"/>
          <a:stretch/>
        </p:blipFill>
        <p:spPr>
          <a:xfrm>
            <a:off x="6012000" y="2016000"/>
            <a:ext cx="218508" cy="396000"/>
          </a:xfrm>
          <a:prstGeom prst="rect">
            <a:avLst/>
          </a:prstGeom>
          <a:noFill/>
          <a:ln>
            <a:noFill/>
          </a:ln>
        </p:spPr>
      </p:pic>
      <p:sp>
        <p:nvSpPr>
          <p:cNvPr id="1060" name="Google Shape;1060;p19"/>
          <p:cNvSpPr/>
          <p:nvPr/>
        </p:nvSpPr>
        <p:spPr>
          <a:xfrm>
            <a:off x="5832000" y="2556000"/>
            <a:ext cx="3024000" cy="540000"/>
          </a:xfrm>
          <a:prstGeom prst="roundRect">
            <a:avLst>
              <a:gd fmla="val 11759" name="adj"/>
            </a:avLst>
          </a:prstGeom>
          <a:solidFill>
            <a:schemeClr val="lt1"/>
          </a:solidFill>
          <a:ln cap="flat" cmpd="sng" w="12700">
            <a:solidFill>
              <a:schemeClr val="accent3"/>
            </a:solidFill>
            <a:prstDash val="solid"/>
            <a:miter lim="800000"/>
            <a:headEnd len="sm" w="sm" type="none"/>
            <a:tailEnd len="sm" w="sm" type="none"/>
          </a:ln>
        </p:spPr>
        <p:txBody>
          <a:bodyPr anchorCtr="0" anchor="t" bIns="45700" lIns="504000" spcFirstLastPara="1" rIns="72000" wrap="square" tIns="72000">
            <a:noAutofit/>
          </a:bodyPr>
          <a:lstStyle/>
          <a:p>
            <a:pPr indent="0" lvl="0" marL="0" marR="0" rtl="0" algn="l">
              <a:spcBef>
                <a:spcPts val="0"/>
              </a:spcBef>
              <a:spcAft>
                <a:spcPts val="0"/>
              </a:spcAft>
              <a:buNone/>
            </a:pPr>
            <a:r>
              <a:rPr b="1" lang="ja-JP" sz="1400">
                <a:solidFill>
                  <a:schemeClr val="dk1"/>
                </a:solidFill>
                <a:latin typeface="Arial"/>
                <a:ea typeface="Arial"/>
                <a:cs typeface="Arial"/>
                <a:sym typeface="Arial"/>
              </a:rPr>
              <a:t>制御ｼｽﾃﾑ通信ｻｰﾊﾞ(待機系)</a:t>
            </a:r>
            <a:endParaRPr b="1" sz="1400">
              <a:solidFill>
                <a:schemeClr val="dk1"/>
              </a:solidFill>
              <a:latin typeface="Arial"/>
              <a:ea typeface="Arial"/>
              <a:cs typeface="Arial"/>
              <a:sym typeface="Arial"/>
            </a:endParaRPr>
          </a:p>
          <a:p>
            <a:pPr indent="0" lvl="0" marL="0" marR="0" rtl="0" algn="l">
              <a:spcBef>
                <a:spcPts val="0"/>
              </a:spcBef>
              <a:spcAft>
                <a:spcPts val="0"/>
              </a:spcAft>
              <a:buNone/>
            </a:pPr>
            <a:r>
              <a:rPr b="1" lang="ja-JP" sz="1200">
                <a:solidFill>
                  <a:srgbClr val="FF0000"/>
                </a:solidFill>
                <a:latin typeface="Arial"/>
                <a:ea typeface="Arial"/>
                <a:cs typeface="Arial"/>
                <a:sym typeface="Arial"/>
              </a:rPr>
              <a:t>Windows Server 2019</a:t>
            </a:r>
            <a:endParaRPr/>
          </a:p>
        </p:txBody>
      </p:sp>
      <p:pic>
        <p:nvPicPr>
          <p:cNvPr id="1061" name="Google Shape;1061;p19"/>
          <p:cNvPicPr preferRelativeResize="0"/>
          <p:nvPr/>
        </p:nvPicPr>
        <p:blipFill rotWithShape="1">
          <a:blip r:embed="rId4">
            <a:alphaModFix/>
          </a:blip>
          <a:srcRect b="0" l="0" r="0" t="0"/>
          <a:stretch/>
        </p:blipFill>
        <p:spPr>
          <a:xfrm>
            <a:off x="6012000" y="2628000"/>
            <a:ext cx="218508" cy="396000"/>
          </a:xfrm>
          <a:prstGeom prst="rect">
            <a:avLst/>
          </a:prstGeom>
          <a:noFill/>
          <a:ln>
            <a:noFill/>
          </a:ln>
        </p:spPr>
      </p:pic>
      <p:grpSp>
        <p:nvGrpSpPr>
          <p:cNvPr id="1062" name="Google Shape;1062;p19"/>
          <p:cNvGrpSpPr/>
          <p:nvPr/>
        </p:nvGrpSpPr>
        <p:grpSpPr>
          <a:xfrm>
            <a:off x="1152000" y="3384000"/>
            <a:ext cx="7704000" cy="1440000"/>
            <a:chOff x="1152000" y="3240000"/>
            <a:chExt cx="7704000" cy="1440000"/>
          </a:xfrm>
        </p:grpSpPr>
        <p:sp>
          <p:nvSpPr>
            <p:cNvPr id="1063" name="Google Shape;1063;p19"/>
            <p:cNvSpPr/>
            <p:nvPr/>
          </p:nvSpPr>
          <p:spPr>
            <a:xfrm>
              <a:off x="6408000" y="3240000"/>
              <a:ext cx="2448000" cy="1440000"/>
            </a:xfrm>
            <a:prstGeom prst="roundRect">
              <a:avLst>
                <a:gd fmla="val 4410" name="adj"/>
              </a:avLst>
            </a:prstGeom>
            <a:solidFill>
              <a:schemeClr val="lt1"/>
            </a:solidFill>
            <a:ln cap="flat" cmpd="sng" w="12700">
              <a:solidFill>
                <a:schemeClr val="accent3"/>
              </a:solidFill>
              <a:prstDash val="solid"/>
              <a:miter lim="800000"/>
              <a:headEnd len="sm" w="sm" type="none"/>
              <a:tailEnd len="sm" w="sm" type="none"/>
            </a:ln>
          </p:spPr>
          <p:txBody>
            <a:bodyPr anchorCtr="0" anchor="t" bIns="45700" lIns="504000" spcFirstLastPara="1" rIns="36000" wrap="square" tIns="72000">
              <a:noAutofit/>
            </a:bodyPr>
            <a:lstStyle/>
            <a:p>
              <a:pPr indent="0" lvl="0" marL="0" marR="0" rtl="0" algn="l">
                <a:spcBef>
                  <a:spcPts val="0"/>
                </a:spcBef>
                <a:spcAft>
                  <a:spcPts val="0"/>
                </a:spcAft>
                <a:buNone/>
              </a:pPr>
              <a:r>
                <a:rPr b="1" lang="ja-JP" sz="1400">
                  <a:solidFill>
                    <a:schemeClr val="dk1"/>
                  </a:solidFill>
                  <a:latin typeface="Arial"/>
                  <a:ea typeface="Arial"/>
                  <a:cs typeface="Arial"/>
                  <a:sym typeface="Arial"/>
                </a:rPr>
                <a:t>ｸﾗｲｱﾝﾄ端末(10台)</a:t>
              </a:r>
              <a:endParaRPr/>
            </a:p>
            <a:p>
              <a:pPr indent="0" lvl="0" marL="0" marR="0" rtl="0" algn="l">
                <a:spcBef>
                  <a:spcPts val="0"/>
                </a:spcBef>
                <a:spcAft>
                  <a:spcPts val="0"/>
                </a:spcAft>
                <a:buNone/>
              </a:pPr>
              <a:r>
                <a:rPr b="1" lang="ja-JP" sz="1200">
                  <a:solidFill>
                    <a:srgbClr val="FF0000"/>
                  </a:solidFill>
                  <a:latin typeface="Arial"/>
                  <a:ea typeface="Arial"/>
                  <a:cs typeface="Arial"/>
                  <a:sym typeface="Arial"/>
                </a:rPr>
                <a:t>Windows 10</a:t>
              </a:r>
              <a:endParaRPr b="1" sz="1200">
                <a:solidFill>
                  <a:srgbClr val="FF0000"/>
                </a:solidFill>
                <a:latin typeface="Arial"/>
                <a:ea typeface="Arial"/>
                <a:cs typeface="Arial"/>
                <a:sym typeface="Arial"/>
              </a:endParaRPr>
            </a:p>
            <a:p>
              <a:pPr indent="0" lvl="0" marL="0" marR="0" rtl="0" algn="l">
                <a:spcBef>
                  <a:spcPts val="0"/>
                </a:spcBef>
                <a:spcAft>
                  <a:spcPts val="0"/>
                </a:spcAft>
                <a:buNone/>
              </a:pPr>
              <a:r>
                <a:rPr b="1" lang="ja-JP" sz="1200">
                  <a:solidFill>
                    <a:srgbClr val="FF0000"/>
                  </a:solidFill>
                  <a:latin typeface="Arial"/>
                  <a:ea typeface="Arial"/>
                  <a:cs typeface="Arial"/>
                  <a:sym typeface="Arial"/>
                </a:rPr>
                <a:t>.NET Framework 4.7.2</a:t>
              </a:r>
              <a:endParaRPr/>
            </a:p>
          </p:txBody>
        </p:sp>
        <p:sp>
          <p:nvSpPr>
            <p:cNvPr id="1064" name="Google Shape;1064;p19"/>
            <p:cNvSpPr/>
            <p:nvPr/>
          </p:nvSpPr>
          <p:spPr>
            <a:xfrm>
              <a:off x="6480000" y="4320000"/>
              <a:ext cx="2304000" cy="288000"/>
            </a:xfrm>
            <a:prstGeom prst="roundRect">
              <a:avLst>
                <a:gd fmla="val 22049" name="adj"/>
              </a:avLst>
            </a:prstGeom>
            <a:solidFill>
              <a:schemeClr val="accent2"/>
            </a:solidFill>
            <a:ln>
              <a:noFill/>
            </a:ln>
          </p:spPr>
          <p:txBody>
            <a:bodyPr anchorCtr="0" anchor="ctr" bIns="45700" lIns="72000" spcFirstLastPara="1" rIns="36000" wrap="square" tIns="45700">
              <a:noAutofit/>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運転管理ｼｽﾃﾑAP</a:t>
              </a:r>
              <a:endParaRPr b="1" sz="1400">
                <a:solidFill>
                  <a:schemeClr val="lt1"/>
                </a:solidFill>
                <a:latin typeface="Arial"/>
                <a:ea typeface="Arial"/>
                <a:cs typeface="Arial"/>
                <a:sym typeface="Arial"/>
              </a:endParaRPr>
            </a:p>
          </p:txBody>
        </p:sp>
        <p:pic>
          <p:nvPicPr>
            <p:cNvPr id="1065" name="Google Shape;1065;p19"/>
            <p:cNvPicPr preferRelativeResize="0"/>
            <p:nvPr/>
          </p:nvPicPr>
          <p:blipFill rotWithShape="1">
            <a:blip r:embed="rId5">
              <a:alphaModFix/>
            </a:blip>
            <a:srcRect b="0" l="0" r="0" t="0"/>
            <a:stretch/>
          </p:blipFill>
          <p:spPr>
            <a:xfrm>
              <a:off x="6480000" y="3348000"/>
              <a:ext cx="365295" cy="288000"/>
            </a:xfrm>
            <a:prstGeom prst="rect">
              <a:avLst/>
            </a:prstGeom>
            <a:noFill/>
            <a:ln>
              <a:noFill/>
            </a:ln>
          </p:spPr>
        </p:pic>
        <p:sp>
          <p:nvSpPr>
            <p:cNvPr id="1066" name="Google Shape;1066;p19"/>
            <p:cNvSpPr/>
            <p:nvPr/>
          </p:nvSpPr>
          <p:spPr>
            <a:xfrm>
              <a:off x="3780000" y="3240000"/>
              <a:ext cx="2448000" cy="1440000"/>
            </a:xfrm>
            <a:prstGeom prst="roundRect">
              <a:avLst>
                <a:gd fmla="val 4410" name="adj"/>
              </a:avLst>
            </a:prstGeom>
            <a:solidFill>
              <a:schemeClr val="lt1"/>
            </a:solidFill>
            <a:ln cap="flat" cmpd="sng" w="12700">
              <a:solidFill>
                <a:schemeClr val="accent3"/>
              </a:solidFill>
              <a:prstDash val="solid"/>
              <a:miter lim="800000"/>
              <a:headEnd len="sm" w="sm" type="none"/>
              <a:tailEnd len="sm" w="sm" type="none"/>
            </a:ln>
          </p:spPr>
          <p:txBody>
            <a:bodyPr anchorCtr="0" anchor="t" bIns="45700" lIns="504000" spcFirstLastPara="1" rIns="72000" wrap="square" tIns="72000">
              <a:noAutofit/>
            </a:bodyPr>
            <a:lstStyle/>
            <a:p>
              <a:pPr indent="0" lvl="0" marL="0" marR="0" rtl="0" algn="l">
                <a:spcBef>
                  <a:spcPts val="0"/>
                </a:spcBef>
                <a:spcAft>
                  <a:spcPts val="0"/>
                </a:spcAft>
                <a:buNone/>
              </a:pPr>
              <a:r>
                <a:rPr b="1" lang="ja-JP" sz="1400">
                  <a:solidFill>
                    <a:schemeClr val="dk1"/>
                  </a:solidFill>
                  <a:latin typeface="Arial"/>
                  <a:ea typeface="Arial"/>
                  <a:cs typeface="Arial"/>
                  <a:sym typeface="Arial"/>
                </a:rPr>
                <a:t>DBｻｰﾊﾞ(待機系)</a:t>
              </a:r>
              <a:endParaRPr b="1" sz="1400">
                <a:solidFill>
                  <a:schemeClr val="dk1"/>
                </a:solidFill>
                <a:latin typeface="Arial"/>
                <a:ea typeface="Arial"/>
                <a:cs typeface="Arial"/>
                <a:sym typeface="Arial"/>
              </a:endParaRPr>
            </a:p>
            <a:p>
              <a:pPr indent="0" lvl="0" marL="0" marR="0" rtl="0" algn="l">
                <a:spcBef>
                  <a:spcPts val="0"/>
                </a:spcBef>
                <a:spcAft>
                  <a:spcPts val="0"/>
                </a:spcAft>
                <a:buNone/>
              </a:pPr>
              <a:r>
                <a:rPr b="1" lang="ja-JP" sz="1200">
                  <a:solidFill>
                    <a:srgbClr val="FF0000"/>
                  </a:solidFill>
                  <a:latin typeface="Arial"/>
                  <a:ea typeface="Arial"/>
                  <a:cs typeface="Arial"/>
                  <a:sym typeface="Arial"/>
                </a:rPr>
                <a:t>Windows Server 2019</a:t>
              </a:r>
              <a:endParaRPr/>
            </a:p>
            <a:p>
              <a:pPr indent="0" lvl="0" marL="0" marR="0" rtl="0" algn="l">
                <a:spcBef>
                  <a:spcPts val="0"/>
                </a:spcBef>
                <a:spcAft>
                  <a:spcPts val="0"/>
                </a:spcAft>
                <a:buNone/>
              </a:pPr>
              <a:r>
                <a:rPr b="1" lang="ja-JP" sz="1200">
                  <a:solidFill>
                    <a:srgbClr val="FF0000"/>
                  </a:solidFill>
                  <a:latin typeface="Arial"/>
                  <a:ea typeface="Arial"/>
                  <a:cs typeface="Arial"/>
                  <a:sym typeface="Arial"/>
                </a:rPr>
                <a:t>Oracle 19c</a:t>
              </a:r>
              <a:endParaRPr/>
            </a:p>
            <a:p>
              <a:pPr indent="0" lvl="0" marL="0" marR="0" rtl="0" algn="l">
                <a:spcBef>
                  <a:spcPts val="0"/>
                </a:spcBef>
                <a:spcAft>
                  <a:spcPts val="0"/>
                </a:spcAft>
                <a:buNone/>
              </a:pPr>
              <a:r>
                <a:rPr b="1" lang="ja-JP" sz="1200">
                  <a:solidFill>
                    <a:srgbClr val="FF0000"/>
                  </a:solidFill>
                  <a:latin typeface="Arial"/>
                  <a:ea typeface="Arial"/>
                  <a:cs typeface="Arial"/>
                  <a:sym typeface="Arial"/>
                </a:rPr>
                <a:t>Operation Manager X.X</a:t>
              </a:r>
              <a:endParaRPr/>
            </a:p>
            <a:p>
              <a:pPr indent="0" lvl="0" marL="0" marR="0" rtl="0" algn="l">
                <a:spcBef>
                  <a:spcPts val="0"/>
                </a:spcBef>
                <a:spcAft>
                  <a:spcPts val="0"/>
                </a:spcAft>
                <a:buNone/>
              </a:pPr>
              <a:r>
                <a:rPr b="1" lang="ja-JP" sz="1200">
                  <a:solidFill>
                    <a:srgbClr val="FF0000"/>
                  </a:solidFill>
                  <a:latin typeface="Arial"/>
                  <a:ea typeface="Arial"/>
                  <a:cs typeface="Arial"/>
                  <a:sym typeface="Arial"/>
                </a:rPr>
                <a:t>IIS 10</a:t>
              </a:r>
              <a:endParaRPr b="1" sz="1200">
                <a:solidFill>
                  <a:srgbClr val="FF0000"/>
                </a:solidFill>
                <a:latin typeface="Arial"/>
                <a:ea typeface="Arial"/>
                <a:cs typeface="Arial"/>
                <a:sym typeface="Arial"/>
              </a:endParaRPr>
            </a:p>
          </p:txBody>
        </p:sp>
        <p:pic>
          <p:nvPicPr>
            <p:cNvPr id="1067" name="Google Shape;1067;p19"/>
            <p:cNvPicPr preferRelativeResize="0"/>
            <p:nvPr/>
          </p:nvPicPr>
          <p:blipFill rotWithShape="1">
            <a:blip r:embed="rId4">
              <a:alphaModFix/>
            </a:blip>
            <a:srcRect b="0" l="0" r="0" t="0"/>
            <a:stretch/>
          </p:blipFill>
          <p:spPr>
            <a:xfrm>
              <a:off x="3960000" y="3312000"/>
              <a:ext cx="218508" cy="396000"/>
            </a:xfrm>
            <a:prstGeom prst="rect">
              <a:avLst/>
            </a:prstGeom>
            <a:noFill/>
            <a:ln>
              <a:noFill/>
            </a:ln>
          </p:spPr>
        </p:pic>
        <p:sp>
          <p:nvSpPr>
            <p:cNvPr id="1068" name="Google Shape;1068;p19"/>
            <p:cNvSpPr/>
            <p:nvPr/>
          </p:nvSpPr>
          <p:spPr>
            <a:xfrm>
              <a:off x="3851999" y="4320000"/>
              <a:ext cx="2304000" cy="288000"/>
            </a:xfrm>
            <a:prstGeom prst="roundRect">
              <a:avLst>
                <a:gd fmla="val 22049" name="adj"/>
              </a:avLst>
            </a:prstGeom>
            <a:solidFill>
              <a:schemeClr val="accent2"/>
            </a:solidFill>
            <a:ln>
              <a:noFill/>
            </a:ln>
          </p:spPr>
          <p:txBody>
            <a:bodyPr anchorCtr="0" anchor="ctr" bIns="45700" lIns="72000" spcFirstLastPara="1" rIns="36000" wrap="square" tIns="45700">
              <a:noAutofit/>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運転管理ｼｽﾃﾑDB(ﾊﾞｯｸｱｯﾌﾟ)</a:t>
              </a:r>
              <a:endParaRPr b="1" sz="1400">
                <a:solidFill>
                  <a:schemeClr val="lt1"/>
                </a:solidFill>
                <a:latin typeface="Arial"/>
                <a:ea typeface="Arial"/>
                <a:cs typeface="Arial"/>
                <a:sym typeface="Arial"/>
              </a:endParaRPr>
            </a:p>
          </p:txBody>
        </p:sp>
        <p:sp>
          <p:nvSpPr>
            <p:cNvPr id="1069" name="Google Shape;1069;p19"/>
            <p:cNvSpPr/>
            <p:nvPr/>
          </p:nvSpPr>
          <p:spPr>
            <a:xfrm>
              <a:off x="1152000" y="3240000"/>
              <a:ext cx="2448000" cy="1440000"/>
            </a:xfrm>
            <a:prstGeom prst="roundRect">
              <a:avLst>
                <a:gd fmla="val 4410" name="adj"/>
              </a:avLst>
            </a:prstGeom>
            <a:solidFill>
              <a:schemeClr val="lt1"/>
            </a:solidFill>
            <a:ln cap="flat" cmpd="sng" w="12700">
              <a:solidFill>
                <a:schemeClr val="accent3"/>
              </a:solidFill>
              <a:prstDash val="solid"/>
              <a:miter lim="800000"/>
              <a:headEnd len="sm" w="sm" type="none"/>
              <a:tailEnd len="sm" w="sm" type="none"/>
            </a:ln>
          </p:spPr>
          <p:txBody>
            <a:bodyPr anchorCtr="0" anchor="t" bIns="45700" lIns="504000" spcFirstLastPara="1" rIns="72000" wrap="square" tIns="72000">
              <a:noAutofit/>
            </a:bodyPr>
            <a:lstStyle/>
            <a:p>
              <a:pPr indent="0" lvl="0" marL="0" marR="0" rtl="0" algn="l">
                <a:spcBef>
                  <a:spcPts val="0"/>
                </a:spcBef>
                <a:spcAft>
                  <a:spcPts val="0"/>
                </a:spcAft>
                <a:buNone/>
              </a:pPr>
              <a:r>
                <a:rPr b="1" lang="ja-JP" sz="1400">
                  <a:solidFill>
                    <a:schemeClr val="dk1"/>
                  </a:solidFill>
                  <a:latin typeface="Arial"/>
                  <a:ea typeface="Arial"/>
                  <a:cs typeface="Arial"/>
                  <a:sym typeface="Arial"/>
                </a:rPr>
                <a:t>DBｻｰﾊﾞ</a:t>
              </a:r>
              <a:endParaRPr b="1" sz="1400">
                <a:solidFill>
                  <a:schemeClr val="dk1"/>
                </a:solidFill>
                <a:latin typeface="Arial"/>
                <a:ea typeface="Arial"/>
                <a:cs typeface="Arial"/>
                <a:sym typeface="Arial"/>
              </a:endParaRPr>
            </a:p>
            <a:p>
              <a:pPr indent="0" lvl="0" marL="0" marR="0" rtl="0" algn="l">
                <a:spcBef>
                  <a:spcPts val="0"/>
                </a:spcBef>
                <a:spcAft>
                  <a:spcPts val="0"/>
                </a:spcAft>
                <a:buNone/>
              </a:pPr>
              <a:r>
                <a:rPr b="1" lang="ja-JP" sz="1200">
                  <a:solidFill>
                    <a:srgbClr val="FF0000"/>
                  </a:solidFill>
                  <a:latin typeface="Arial"/>
                  <a:ea typeface="Arial"/>
                  <a:cs typeface="Arial"/>
                  <a:sym typeface="Arial"/>
                </a:rPr>
                <a:t>Windows Server 2019</a:t>
              </a:r>
              <a:endParaRPr/>
            </a:p>
            <a:p>
              <a:pPr indent="0" lvl="0" marL="0" marR="0" rtl="0" algn="l">
                <a:spcBef>
                  <a:spcPts val="0"/>
                </a:spcBef>
                <a:spcAft>
                  <a:spcPts val="0"/>
                </a:spcAft>
                <a:buNone/>
              </a:pPr>
              <a:r>
                <a:rPr b="1" lang="ja-JP" sz="1200">
                  <a:solidFill>
                    <a:srgbClr val="FF0000"/>
                  </a:solidFill>
                  <a:latin typeface="Arial"/>
                  <a:ea typeface="Arial"/>
                  <a:cs typeface="Arial"/>
                  <a:sym typeface="Arial"/>
                </a:rPr>
                <a:t>Oracle 19c</a:t>
              </a:r>
              <a:endParaRPr/>
            </a:p>
            <a:p>
              <a:pPr indent="0" lvl="0" marL="0" marR="0" rtl="0" algn="l">
                <a:spcBef>
                  <a:spcPts val="0"/>
                </a:spcBef>
                <a:spcAft>
                  <a:spcPts val="0"/>
                </a:spcAft>
                <a:buNone/>
              </a:pPr>
              <a:r>
                <a:rPr b="1" lang="ja-JP" sz="1200">
                  <a:solidFill>
                    <a:srgbClr val="FF0000"/>
                  </a:solidFill>
                  <a:latin typeface="Arial"/>
                  <a:ea typeface="Arial"/>
                  <a:cs typeface="Arial"/>
                  <a:sym typeface="Arial"/>
                </a:rPr>
                <a:t>Operation Manager X.X</a:t>
              </a:r>
              <a:endParaRPr/>
            </a:p>
            <a:p>
              <a:pPr indent="0" lvl="0" marL="0" marR="0" rtl="0" algn="l">
                <a:spcBef>
                  <a:spcPts val="0"/>
                </a:spcBef>
                <a:spcAft>
                  <a:spcPts val="0"/>
                </a:spcAft>
                <a:buNone/>
              </a:pPr>
              <a:r>
                <a:rPr b="1" lang="ja-JP" sz="1200">
                  <a:solidFill>
                    <a:srgbClr val="FF0000"/>
                  </a:solidFill>
                  <a:latin typeface="Arial"/>
                  <a:ea typeface="Arial"/>
                  <a:cs typeface="Arial"/>
                  <a:sym typeface="Arial"/>
                </a:rPr>
                <a:t>IIS 10</a:t>
              </a:r>
              <a:endParaRPr b="1" sz="1200">
                <a:solidFill>
                  <a:srgbClr val="FF0000"/>
                </a:solidFill>
                <a:latin typeface="Arial"/>
                <a:ea typeface="Arial"/>
                <a:cs typeface="Arial"/>
                <a:sym typeface="Arial"/>
              </a:endParaRPr>
            </a:p>
          </p:txBody>
        </p:sp>
        <p:pic>
          <p:nvPicPr>
            <p:cNvPr id="1070" name="Google Shape;1070;p19"/>
            <p:cNvPicPr preferRelativeResize="0"/>
            <p:nvPr/>
          </p:nvPicPr>
          <p:blipFill rotWithShape="1">
            <a:blip r:embed="rId4">
              <a:alphaModFix/>
            </a:blip>
            <a:srcRect b="0" l="0" r="0" t="0"/>
            <a:stretch/>
          </p:blipFill>
          <p:spPr>
            <a:xfrm>
              <a:off x="1332000" y="3312000"/>
              <a:ext cx="218508" cy="396000"/>
            </a:xfrm>
            <a:prstGeom prst="rect">
              <a:avLst/>
            </a:prstGeom>
            <a:noFill/>
            <a:ln>
              <a:noFill/>
            </a:ln>
          </p:spPr>
        </p:pic>
        <p:sp>
          <p:nvSpPr>
            <p:cNvPr id="1071" name="Google Shape;1071;p19"/>
            <p:cNvSpPr/>
            <p:nvPr/>
          </p:nvSpPr>
          <p:spPr>
            <a:xfrm>
              <a:off x="1223999" y="4320000"/>
              <a:ext cx="2304000" cy="288000"/>
            </a:xfrm>
            <a:prstGeom prst="roundRect">
              <a:avLst>
                <a:gd fmla="val 22049" name="adj"/>
              </a:avLst>
            </a:prstGeom>
            <a:solidFill>
              <a:schemeClr val="accent2"/>
            </a:solidFill>
            <a:ln>
              <a:noFill/>
            </a:ln>
          </p:spPr>
          <p:txBody>
            <a:bodyPr anchorCtr="0" anchor="ctr" bIns="45700" lIns="72000" spcFirstLastPara="1" rIns="36000" wrap="square" tIns="45700">
              <a:noAutofit/>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運転管理ｼｽﾃﾑDB</a:t>
              </a:r>
              <a:endParaRPr b="1" sz="1400">
                <a:solidFill>
                  <a:schemeClr val="lt1"/>
                </a:solidFill>
                <a:latin typeface="Arial"/>
                <a:ea typeface="Arial"/>
                <a:cs typeface="Arial"/>
                <a:sym typeface="Arial"/>
              </a:endParaRPr>
            </a:p>
          </p:txBody>
        </p:sp>
      </p:grpSp>
      <p:cxnSp>
        <p:nvCxnSpPr>
          <p:cNvPr id="1072" name="Google Shape;1072;p19"/>
          <p:cNvCxnSpPr/>
          <p:nvPr/>
        </p:nvCxnSpPr>
        <p:spPr>
          <a:xfrm flipH="1" rot="10800000">
            <a:off x="504000" y="5760000"/>
            <a:ext cx="8496000" cy="1"/>
          </a:xfrm>
          <a:prstGeom prst="straightConnector1">
            <a:avLst/>
          </a:prstGeom>
          <a:noFill/>
          <a:ln cap="flat" cmpd="sng" w="28575">
            <a:solidFill>
              <a:schemeClr val="accent3"/>
            </a:solidFill>
            <a:prstDash val="solid"/>
            <a:miter lim="800000"/>
            <a:headEnd len="sm" w="sm" type="none"/>
            <a:tailEnd len="sm" w="sm" type="none"/>
          </a:ln>
        </p:spPr>
      </p:cxnSp>
      <p:sp>
        <p:nvSpPr>
          <p:cNvPr id="1073" name="Google Shape;1073;p19"/>
          <p:cNvSpPr/>
          <p:nvPr/>
        </p:nvSpPr>
        <p:spPr>
          <a:xfrm>
            <a:off x="7056000" y="4968000"/>
            <a:ext cx="1944000" cy="720000"/>
          </a:xfrm>
          <a:prstGeom prst="roundRect">
            <a:avLst>
              <a:gd fmla="val 8819" name="adj"/>
            </a:avLst>
          </a:prstGeom>
          <a:solidFill>
            <a:srgbClr val="EDEDED"/>
          </a:solidFill>
          <a:ln cap="flat" cmpd="sng" w="12700">
            <a:solidFill>
              <a:schemeClr val="accent3"/>
            </a:solidFill>
            <a:prstDash val="solid"/>
            <a:miter lim="800000"/>
            <a:headEnd len="sm" w="sm" type="none"/>
            <a:tailEnd len="sm" w="sm" type="none"/>
          </a:ln>
        </p:spPr>
        <p:txBody>
          <a:bodyPr anchorCtr="0" anchor="t" bIns="0" lIns="108000" spcFirstLastPara="1" rIns="108000" wrap="square" tIns="36000">
            <a:noAutofit/>
          </a:bodyPr>
          <a:lstStyle/>
          <a:p>
            <a:pPr indent="0" lvl="0" marL="0" marR="0" rtl="0" algn="ctr">
              <a:spcBef>
                <a:spcPts val="0"/>
              </a:spcBef>
              <a:spcAft>
                <a:spcPts val="0"/>
              </a:spcAft>
              <a:buNone/>
            </a:pPr>
            <a:r>
              <a:rPr b="1" lang="ja-JP" sz="1400">
                <a:solidFill>
                  <a:schemeClr val="dk1"/>
                </a:solidFill>
                <a:latin typeface="Arial"/>
                <a:ea typeface="Arial"/>
                <a:cs typeface="Arial"/>
                <a:sym typeface="Arial"/>
              </a:rPr>
              <a:t>充填所</a:t>
            </a:r>
            <a:endParaRPr/>
          </a:p>
        </p:txBody>
      </p:sp>
      <p:sp>
        <p:nvSpPr>
          <p:cNvPr id="1074" name="Google Shape;1074;p19"/>
          <p:cNvSpPr/>
          <p:nvPr/>
        </p:nvSpPr>
        <p:spPr>
          <a:xfrm>
            <a:off x="3024000" y="4968000"/>
            <a:ext cx="1944000" cy="720000"/>
          </a:xfrm>
          <a:prstGeom prst="roundRect">
            <a:avLst>
              <a:gd fmla="val 8819" name="adj"/>
            </a:avLst>
          </a:prstGeom>
          <a:solidFill>
            <a:srgbClr val="EDEDED"/>
          </a:solidFill>
          <a:ln cap="flat" cmpd="sng" w="12700">
            <a:solidFill>
              <a:schemeClr val="accent3"/>
            </a:solidFill>
            <a:prstDash val="solid"/>
            <a:miter lim="800000"/>
            <a:headEnd len="sm" w="sm" type="none"/>
            <a:tailEnd len="sm" w="sm" type="none"/>
          </a:ln>
        </p:spPr>
        <p:txBody>
          <a:bodyPr anchorCtr="0" anchor="t" bIns="0" lIns="108000" spcFirstLastPara="1" rIns="108000" wrap="square" tIns="36000">
            <a:noAutofit/>
          </a:bodyPr>
          <a:lstStyle/>
          <a:p>
            <a:pPr indent="0" lvl="0" marL="0" marR="0" rtl="0" algn="ctr">
              <a:spcBef>
                <a:spcPts val="0"/>
              </a:spcBef>
              <a:spcAft>
                <a:spcPts val="0"/>
              </a:spcAft>
              <a:buNone/>
            </a:pPr>
            <a:r>
              <a:rPr b="1" lang="ja-JP" sz="1400">
                <a:solidFill>
                  <a:schemeClr val="dk1"/>
                </a:solidFill>
                <a:latin typeface="Arial"/>
                <a:ea typeface="Arial"/>
                <a:cs typeface="Arial"/>
                <a:sym typeface="Arial"/>
              </a:rPr>
              <a:t>出荷事務所</a:t>
            </a:r>
            <a:endParaRPr/>
          </a:p>
        </p:txBody>
      </p:sp>
      <p:sp>
        <p:nvSpPr>
          <p:cNvPr id="1075" name="Google Shape;1075;p19"/>
          <p:cNvSpPr/>
          <p:nvPr/>
        </p:nvSpPr>
        <p:spPr>
          <a:xfrm>
            <a:off x="1008000" y="4968000"/>
            <a:ext cx="1944000" cy="720000"/>
          </a:xfrm>
          <a:prstGeom prst="roundRect">
            <a:avLst>
              <a:gd fmla="val 8819" name="adj"/>
            </a:avLst>
          </a:prstGeom>
          <a:solidFill>
            <a:srgbClr val="EDEDED"/>
          </a:solidFill>
          <a:ln cap="flat" cmpd="sng" w="12700">
            <a:solidFill>
              <a:schemeClr val="accent3"/>
            </a:solidFill>
            <a:prstDash val="solid"/>
            <a:miter lim="800000"/>
            <a:headEnd len="sm" w="sm" type="none"/>
            <a:tailEnd len="sm" w="sm" type="none"/>
          </a:ln>
        </p:spPr>
        <p:txBody>
          <a:bodyPr anchorCtr="0" anchor="t" bIns="0" lIns="108000" spcFirstLastPara="1" rIns="108000" wrap="square" tIns="36000">
            <a:noAutofit/>
          </a:bodyPr>
          <a:lstStyle/>
          <a:p>
            <a:pPr indent="0" lvl="0" marL="0" marR="0" rtl="0" algn="ctr">
              <a:spcBef>
                <a:spcPts val="0"/>
              </a:spcBef>
              <a:spcAft>
                <a:spcPts val="0"/>
              </a:spcAft>
              <a:buNone/>
            </a:pPr>
            <a:r>
              <a:rPr b="1" lang="ja-JP" sz="1400">
                <a:solidFill>
                  <a:schemeClr val="dk1"/>
                </a:solidFill>
                <a:latin typeface="Arial"/>
                <a:ea typeface="Arial"/>
                <a:cs typeface="Arial"/>
                <a:sym typeface="Arial"/>
              </a:rPr>
              <a:t>CB建屋</a:t>
            </a:r>
            <a:endParaRPr b="1" sz="1400">
              <a:solidFill>
                <a:schemeClr val="dk1"/>
              </a:solidFill>
              <a:latin typeface="Arial"/>
              <a:ea typeface="Arial"/>
              <a:cs typeface="Arial"/>
              <a:sym typeface="Arial"/>
            </a:endParaRPr>
          </a:p>
        </p:txBody>
      </p:sp>
      <p:sp>
        <p:nvSpPr>
          <p:cNvPr id="1076" name="Google Shape;1076;p19"/>
          <p:cNvSpPr/>
          <p:nvPr/>
        </p:nvSpPr>
        <p:spPr>
          <a:xfrm>
            <a:off x="3096000" y="5256000"/>
            <a:ext cx="1800000" cy="288000"/>
          </a:xfrm>
          <a:prstGeom prst="roundRect">
            <a:avLst>
              <a:gd fmla="val 22049" name="adj"/>
            </a:avLst>
          </a:prstGeom>
          <a:solidFill>
            <a:schemeClr val="accent1"/>
          </a:solidFill>
          <a:ln cap="flat" cmpd="sng" w="12700">
            <a:solidFill>
              <a:schemeClr val="accent1"/>
            </a:solidFill>
            <a:prstDash val="solid"/>
            <a:miter lim="800000"/>
            <a:headEnd len="sm" w="sm" type="none"/>
            <a:tailEnd len="sm" w="sm" type="none"/>
          </a:ln>
        </p:spPr>
        <p:txBody>
          <a:bodyPr anchorCtr="0" anchor="ctr" bIns="45700" lIns="72000" spcFirstLastPara="1" rIns="36000" wrap="square" tIns="45700">
            <a:noAutofit/>
          </a:bodyPr>
          <a:lstStyle/>
          <a:p>
            <a:pPr indent="0" lvl="0" marL="0" marR="0" rtl="0" algn="ctr">
              <a:spcBef>
                <a:spcPts val="0"/>
              </a:spcBef>
              <a:spcAft>
                <a:spcPts val="0"/>
              </a:spcAft>
              <a:buNone/>
            </a:pPr>
            <a:r>
              <a:rPr lang="ja-JP" sz="1400">
                <a:solidFill>
                  <a:schemeClr val="lt1"/>
                </a:solidFill>
                <a:latin typeface="Arial"/>
                <a:ea typeface="Arial"/>
                <a:cs typeface="Arial"/>
                <a:sym typeface="Arial"/>
              </a:rPr>
              <a:t>ﾛｯﾄ追跡ｼｽﾃﾑ</a:t>
            </a:r>
            <a:endParaRPr/>
          </a:p>
        </p:txBody>
      </p:sp>
      <p:sp>
        <p:nvSpPr>
          <p:cNvPr id="1077" name="Google Shape;1077;p19"/>
          <p:cNvSpPr/>
          <p:nvPr/>
        </p:nvSpPr>
        <p:spPr>
          <a:xfrm>
            <a:off x="1080000" y="5256000"/>
            <a:ext cx="1800000" cy="288000"/>
          </a:xfrm>
          <a:prstGeom prst="roundRect">
            <a:avLst>
              <a:gd fmla="val 22049" name="adj"/>
            </a:avLst>
          </a:prstGeom>
          <a:solidFill>
            <a:schemeClr val="accent1"/>
          </a:solidFill>
          <a:ln cap="flat" cmpd="sng" w="12700">
            <a:solidFill>
              <a:schemeClr val="accent1"/>
            </a:solidFill>
            <a:prstDash val="solid"/>
            <a:miter lim="800000"/>
            <a:headEnd len="sm" w="sm" type="none"/>
            <a:tailEnd len="sm" w="sm" type="none"/>
          </a:ln>
        </p:spPr>
        <p:txBody>
          <a:bodyPr anchorCtr="0" anchor="ctr" bIns="45700" lIns="72000" spcFirstLastPara="1" rIns="36000" wrap="square" tIns="45700">
            <a:noAutofit/>
          </a:bodyPr>
          <a:lstStyle/>
          <a:p>
            <a:pPr indent="0" lvl="0" marL="0" marR="0" rtl="0" algn="ctr">
              <a:spcBef>
                <a:spcPts val="0"/>
              </a:spcBef>
              <a:spcAft>
                <a:spcPts val="0"/>
              </a:spcAft>
              <a:buNone/>
            </a:pPr>
            <a:r>
              <a:rPr lang="ja-JP" sz="1400">
                <a:solidFill>
                  <a:schemeClr val="lt1"/>
                </a:solidFill>
                <a:latin typeface="Arial"/>
                <a:ea typeface="Arial"/>
                <a:cs typeface="Arial"/>
                <a:sym typeface="Arial"/>
              </a:rPr>
              <a:t>添加剤ﾛｯﾄ管理ｼｽﾃﾑ</a:t>
            </a:r>
            <a:endParaRPr/>
          </a:p>
        </p:txBody>
      </p:sp>
      <p:sp>
        <p:nvSpPr>
          <p:cNvPr id="1078" name="Google Shape;1078;p19"/>
          <p:cNvSpPr/>
          <p:nvPr/>
        </p:nvSpPr>
        <p:spPr>
          <a:xfrm>
            <a:off x="7128441" y="5256000"/>
            <a:ext cx="1800000" cy="288000"/>
          </a:xfrm>
          <a:prstGeom prst="roundRect">
            <a:avLst>
              <a:gd fmla="val 22049" name="adj"/>
            </a:avLst>
          </a:prstGeom>
          <a:solidFill>
            <a:schemeClr val="accent1"/>
          </a:solidFill>
          <a:ln cap="flat" cmpd="sng" w="12700">
            <a:solidFill>
              <a:schemeClr val="accent1"/>
            </a:solidFill>
            <a:prstDash val="solid"/>
            <a:miter lim="800000"/>
            <a:headEnd len="sm" w="sm" type="none"/>
            <a:tailEnd len="sm" w="sm" type="none"/>
          </a:ln>
        </p:spPr>
        <p:txBody>
          <a:bodyPr anchorCtr="0" anchor="ctr" bIns="45700" lIns="72000" spcFirstLastPara="1" rIns="36000" wrap="square" tIns="45700">
            <a:noAutofit/>
          </a:bodyPr>
          <a:lstStyle/>
          <a:p>
            <a:pPr indent="0" lvl="0" marL="0" marR="0" rtl="0" algn="ctr">
              <a:spcBef>
                <a:spcPts val="0"/>
              </a:spcBef>
              <a:spcAft>
                <a:spcPts val="0"/>
              </a:spcAft>
              <a:buNone/>
            </a:pPr>
            <a:r>
              <a:rPr lang="ja-JP" sz="1400">
                <a:solidFill>
                  <a:schemeClr val="lt1"/>
                </a:solidFill>
                <a:latin typeface="Arial"/>
                <a:ea typeface="Arial"/>
                <a:cs typeface="Arial"/>
                <a:sym typeface="Arial"/>
              </a:rPr>
              <a:t>充填管理ｼｽﾃﾑ</a:t>
            </a:r>
            <a:endParaRPr/>
          </a:p>
        </p:txBody>
      </p:sp>
      <p:sp>
        <p:nvSpPr>
          <p:cNvPr id="1079" name="Google Shape;1079;p19"/>
          <p:cNvSpPr/>
          <p:nvPr/>
        </p:nvSpPr>
        <p:spPr>
          <a:xfrm>
            <a:off x="1008000" y="5832001"/>
            <a:ext cx="1944000" cy="576000"/>
          </a:xfrm>
          <a:prstGeom prst="roundRect">
            <a:avLst>
              <a:gd fmla="val 11024" name="adj"/>
            </a:avLst>
          </a:prstGeom>
          <a:solidFill>
            <a:srgbClr val="EDEDED"/>
          </a:solidFill>
          <a:ln cap="flat" cmpd="sng" w="12700">
            <a:solidFill>
              <a:schemeClr val="accent3"/>
            </a:solidFill>
            <a:prstDash val="solid"/>
            <a:miter lim="800000"/>
            <a:headEnd len="sm" w="sm" type="none"/>
            <a:tailEnd len="sm" w="sm" type="none"/>
          </a:ln>
        </p:spPr>
        <p:txBody>
          <a:bodyPr anchorCtr="0" anchor="b" bIns="0" lIns="108000" spcFirstLastPara="1" rIns="108000" wrap="square" tIns="0">
            <a:noAutofit/>
          </a:bodyPr>
          <a:lstStyle/>
          <a:p>
            <a:pPr indent="0" lvl="0" marL="0" marR="0" rtl="0" algn="ctr">
              <a:spcBef>
                <a:spcPts val="0"/>
              </a:spcBef>
              <a:spcAft>
                <a:spcPts val="0"/>
              </a:spcAft>
              <a:buNone/>
            </a:pPr>
            <a:r>
              <a:t/>
            </a:r>
            <a:endParaRPr b="1" sz="1400">
              <a:solidFill>
                <a:schemeClr val="dk1"/>
              </a:solidFill>
              <a:latin typeface="Arial"/>
              <a:ea typeface="Arial"/>
              <a:cs typeface="Arial"/>
              <a:sym typeface="Arial"/>
            </a:endParaRPr>
          </a:p>
        </p:txBody>
      </p:sp>
      <p:sp>
        <p:nvSpPr>
          <p:cNvPr id="1080" name="Google Shape;1080;p19"/>
          <p:cNvSpPr/>
          <p:nvPr/>
        </p:nvSpPr>
        <p:spPr>
          <a:xfrm>
            <a:off x="1080000" y="5976000"/>
            <a:ext cx="1800000" cy="288000"/>
          </a:xfrm>
          <a:prstGeom prst="roundRect">
            <a:avLst>
              <a:gd fmla="val 22049" name="adj"/>
            </a:avLst>
          </a:prstGeom>
          <a:solidFill>
            <a:schemeClr val="accent1"/>
          </a:solidFill>
          <a:ln cap="flat" cmpd="sng" w="12700">
            <a:solidFill>
              <a:schemeClr val="accent1"/>
            </a:solidFill>
            <a:prstDash val="solid"/>
            <a:miter lim="800000"/>
            <a:headEnd len="sm" w="sm" type="none"/>
            <a:tailEnd len="sm" w="sm" type="none"/>
          </a:ln>
        </p:spPr>
        <p:txBody>
          <a:bodyPr anchorCtr="0" anchor="ctr" bIns="45700" lIns="72000" spcFirstLastPara="1" rIns="36000" wrap="square" tIns="45700">
            <a:noAutofit/>
          </a:bodyPr>
          <a:lstStyle/>
          <a:p>
            <a:pPr indent="0" lvl="0" marL="0" marR="0" rtl="0" algn="ctr">
              <a:spcBef>
                <a:spcPts val="0"/>
              </a:spcBef>
              <a:spcAft>
                <a:spcPts val="0"/>
              </a:spcAft>
              <a:buNone/>
            </a:pPr>
            <a:r>
              <a:rPr lang="ja-JP" sz="1400">
                <a:solidFill>
                  <a:schemeClr val="lt1"/>
                </a:solidFill>
                <a:latin typeface="Arial"/>
                <a:ea typeface="Arial"/>
                <a:cs typeface="Arial"/>
                <a:sym typeface="Arial"/>
              </a:rPr>
              <a:t>ETS-R(運転管理)</a:t>
            </a:r>
            <a:endParaRPr sz="1400">
              <a:solidFill>
                <a:schemeClr val="lt1"/>
              </a:solidFill>
              <a:latin typeface="Arial"/>
              <a:ea typeface="Arial"/>
              <a:cs typeface="Arial"/>
              <a:sym typeface="Arial"/>
            </a:endParaRPr>
          </a:p>
        </p:txBody>
      </p:sp>
      <p:cxnSp>
        <p:nvCxnSpPr>
          <p:cNvPr id="1081" name="Google Shape;1081;p19"/>
          <p:cNvCxnSpPr/>
          <p:nvPr/>
        </p:nvCxnSpPr>
        <p:spPr>
          <a:xfrm rot="10800000">
            <a:off x="1980000" y="5760000"/>
            <a:ext cx="0" cy="216000"/>
          </a:xfrm>
          <a:prstGeom prst="straightConnector1">
            <a:avLst/>
          </a:prstGeom>
          <a:noFill/>
          <a:ln cap="flat" cmpd="sng" w="28575">
            <a:solidFill>
              <a:schemeClr val="accent3"/>
            </a:solidFill>
            <a:prstDash val="solid"/>
            <a:miter lim="800000"/>
            <a:headEnd len="sm" w="sm" type="none"/>
            <a:tailEnd len="sm" w="sm" type="none"/>
          </a:ln>
        </p:spPr>
      </p:cxnSp>
      <p:sp>
        <p:nvSpPr>
          <p:cNvPr id="1082" name="Google Shape;1082;p19"/>
          <p:cNvSpPr/>
          <p:nvPr/>
        </p:nvSpPr>
        <p:spPr>
          <a:xfrm>
            <a:off x="3023999" y="5832001"/>
            <a:ext cx="1944000" cy="576000"/>
          </a:xfrm>
          <a:prstGeom prst="roundRect">
            <a:avLst>
              <a:gd fmla="val 11024" name="adj"/>
            </a:avLst>
          </a:prstGeom>
          <a:solidFill>
            <a:srgbClr val="EDEDED"/>
          </a:solidFill>
          <a:ln cap="flat" cmpd="sng" w="12700">
            <a:solidFill>
              <a:schemeClr val="accent3"/>
            </a:solidFill>
            <a:prstDash val="solid"/>
            <a:miter lim="800000"/>
            <a:headEnd len="sm" w="sm" type="none"/>
            <a:tailEnd len="sm" w="sm" type="none"/>
          </a:ln>
        </p:spPr>
        <p:txBody>
          <a:bodyPr anchorCtr="0" anchor="b" bIns="0" lIns="108000" spcFirstLastPara="1" rIns="108000" wrap="square" tIns="0">
            <a:noAutofit/>
          </a:bodyPr>
          <a:lstStyle/>
          <a:p>
            <a:pPr indent="0" lvl="0" marL="0" marR="0" rtl="0" algn="ctr">
              <a:spcBef>
                <a:spcPts val="0"/>
              </a:spcBef>
              <a:spcAft>
                <a:spcPts val="0"/>
              </a:spcAft>
              <a:buNone/>
            </a:pPr>
            <a:r>
              <a:t/>
            </a:r>
            <a:endParaRPr b="1" sz="1400">
              <a:solidFill>
                <a:schemeClr val="dk1"/>
              </a:solidFill>
              <a:latin typeface="Arial"/>
              <a:ea typeface="Arial"/>
              <a:cs typeface="Arial"/>
              <a:sym typeface="Arial"/>
            </a:endParaRPr>
          </a:p>
        </p:txBody>
      </p:sp>
      <p:sp>
        <p:nvSpPr>
          <p:cNvPr id="1083" name="Google Shape;1083;p19"/>
          <p:cNvSpPr/>
          <p:nvPr/>
        </p:nvSpPr>
        <p:spPr>
          <a:xfrm>
            <a:off x="3095999" y="5976000"/>
            <a:ext cx="1800000" cy="288000"/>
          </a:xfrm>
          <a:prstGeom prst="roundRect">
            <a:avLst>
              <a:gd fmla="val 22049" name="adj"/>
            </a:avLst>
          </a:prstGeom>
          <a:solidFill>
            <a:schemeClr val="accent1"/>
          </a:solidFill>
          <a:ln cap="flat" cmpd="sng" w="12700">
            <a:solidFill>
              <a:schemeClr val="accent1"/>
            </a:solidFill>
            <a:prstDash val="solid"/>
            <a:miter lim="800000"/>
            <a:headEnd len="sm" w="sm" type="none"/>
            <a:tailEnd len="sm" w="sm" type="none"/>
          </a:ln>
        </p:spPr>
        <p:txBody>
          <a:bodyPr anchorCtr="0" anchor="ctr" bIns="45700" lIns="72000" spcFirstLastPara="1" rIns="36000" wrap="square" tIns="45700">
            <a:noAutofit/>
          </a:bodyPr>
          <a:lstStyle/>
          <a:p>
            <a:pPr indent="0" lvl="0" marL="0" marR="0" rtl="0" algn="ctr">
              <a:spcBef>
                <a:spcPts val="0"/>
              </a:spcBef>
              <a:spcAft>
                <a:spcPts val="0"/>
              </a:spcAft>
              <a:buNone/>
            </a:pPr>
            <a:r>
              <a:rPr lang="ja-JP" sz="1400">
                <a:solidFill>
                  <a:schemeClr val="lt1"/>
                </a:solidFill>
                <a:latin typeface="Arial"/>
                <a:ea typeface="Arial"/>
                <a:cs typeface="Arial"/>
                <a:sym typeface="Arial"/>
              </a:rPr>
              <a:t>潤滑油運転制御ｼｽﾃﾑ</a:t>
            </a:r>
            <a:endParaRPr sz="1400">
              <a:solidFill>
                <a:schemeClr val="lt1"/>
              </a:solidFill>
              <a:latin typeface="Arial"/>
              <a:ea typeface="Arial"/>
              <a:cs typeface="Arial"/>
              <a:sym typeface="Arial"/>
            </a:endParaRPr>
          </a:p>
        </p:txBody>
      </p:sp>
      <p:cxnSp>
        <p:nvCxnSpPr>
          <p:cNvPr id="1084" name="Google Shape;1084;p19"/>
          <p:cNvCxnSpPr/>
          <p:nvPr/>
        </p:nvCxnSpPr>
        <p:spPr>
          <a:xfrm rot="10800000">
            <a:off x="8028000" y="5544000"/>
            <a:ext cx="0" cy="216000"/>
          </a:xfrm>
          <a:prstGeom prst="straightConnector1">
            <a:avLst/>
          </a:prstGeom>
          <a:noFill/>
          <a:ln cap="flat" cmpd="sng" w="28575">
            <a:solidFill>
              <a:schemeClr val="accent3"/>
            </a:solidFill>
            <a:prstDash val="solid"/>
            <a:miter lim="800000"/>
            <a:headEnd len="sm" w="sm" type="none"/>
            <a:tailEnd len="sm" w="sm" type="none"/>
          </a:ln>
        </p:spPr>
      </p:cxnSp>
      <p:cxnSp>
        <p:nvCxnSpPr>
          <p:cNvPr id="1085" name="Google Shape;1085;p19"/>
          <p:cNvCxnSpPr/>
          <p:nvPr/>
        </p:nvCxnSpPr>
        <p:spPr>
          <a:xfrm rot="10800000">
            <a:off x="1980000" y="5544000"/>
            <a:ext cx="0" cy="216000"/>
          </a:xfrm>
          <a:prstGeom prst="straightConnector1">
            <a:avLst/>
          </a:prstGeom>
          <a:noFill/>
          <a:ln cap="flat" cmpd="sng" w="28575">
            <a:solidFill>
              <a:schemeClr val="accent3"/>
            </a:solidFill>
            <a:prstDash val="solid"/>
            <a:miter lim="800000"/>
            <a:headEnd len="sm" w="sm" type="none"/>
            <a:tailEnd len="sm" w="sm" type="none"/>
          </a:ln>
        </p:spPr>
      </p:cxnSp>
      <p:cxnSp>
        <p:nvCxnSpPr>
          <p:cNvPr id="1086" name="Google Shape;1086;p19"/>
          <p:cNvCxnSpPr/>
          <p:nvPr/>
        </p:nvCxnSpPr>
        <p:spPr>
          <a:xfrm rot="10800000">
            <a:off x="3996000" y="5544000"/>
            <a:ext cx="0" cy="216000"/>
          </a:xfrm>
          <a:prstGeom prst="straightConnector1">
            <a:avLst/>
          </a:prstGeom>
          <a:noFill/>
          <a:ln cap="flat" cmpd="sng" w="28575">
            <a:solidFill>
              <a:schemeClr val="accent3"/>
            </a:solidFill>
            <a:prstDash val="solid"/>
            <a:miter lim="800000"/>
            <a:headEnd len="sm" w="sm" type="none"/>
            <a:tailEnd len="sm" w="sm" type="none"/>
          </a:ln>
        </p:spPr>
      </p:cxnSp>
      <p:cxnSp>
        <p:nvCxnSpPr>
          <p:cNvPr id="1087" name="Google Shape;1087;p19"/>
          <p:cNvCxnSpPr/>
          <p:nvPr/>
        </p:nvCxnSpPr>
        <p:spPr>
          <a:xfrm rot="10800000">
            <a:off x="3996000" y="5760000"/>
            <a:ext cx="0" cy="216000"/>
          </a:xfrm>
          <a:prstGeom prst="straightConnector1">
            <a:avLst/>
          </a:prstGeom>
          <a:noFill/>
          <a:ln cap="flat" cmpd="sng" w="28575">
            <a:solidFill>
              <a:schemeClr val="accent3"/>
            </a:solidFill>
            <a:prstDash val="solid"/>
            <a:miter lim="800000"/>
            <a:headEnd len="sm" w="sm" type="none"/>
            <a:tailEnd len="sm" w="sm" type="none"/>
          </a:ln>
        </p:spPr>
      </p:cxnSp>
      <p:sp>
        <p:nvSpPr>
          <p:cNvPr id="1088" name="Google Shape;1088;p19"/>
          <p:cNvSpPr/>
          <p:nvPr/>
        </p:nvSpPr>
        <p:spPr>
          <a:xfrm>
            <a:off x="5040000" y="4968000"/>
            <a:ext cx="1944000" cy="720000"/>
          </a:xfrm>
          <a:prstGeom prst="roundRect">
            <a:avLst>
              <a:gd fmla="val 8819" name="adj"/>
            </a:avLst>
          </a:prstGeom>
          <a:solidFill>
            <a:srgbClr val="EDEDED"/>
          </a:solidFill>
          <a:ln cap="flat" cmpd="sng" w="12700">
            <a:solidFill>
              <a:schemeClr val="accent3"/>
            </a:solidFill>
            <a:prstDash val="solid"/>
            <a:miter lim="800000"/>
            <a:headEnd len="sm" w="sm" type="none"/>
            <a:tailEnd len="sm" w="sm" type="none"/>
          </a:ln>
        </p:spPr>
        <p:txBody>
          <a:bodyPr anchorCtr="0" anchor="t" bIns="0" lIns="108000" spcFirstLastPara="1" rIns="108000" wrap="square" tIns="36000">
            <a:noAutofit/>
          </a:bodyPr>
          <a:lstStyle/>
          <a:p>
            <a:pPr indent="0" lvl="0" marL="0" marR="0" rtl="0" algn="ctr">
              <a:spcBef>
                <a:spcPts val="0"/>
              </a:spcBef>
              <a:spcAft>
                <a:spcPts val="0"/>
              </a:spcAft>
              <a:buNone/>
            </a:pPr>
            <a:r>
              <a:rPr b="1" lang="ja-JP" sz="1400">
                <a:solidFill>
                  <a:schemeClr val="dk1"/>
                </a:solidFill>
                <a:latin typeface="Arial"/>
                <a:ea typeface="Arial"/>
                <a:cs typeface="Arial"/>
                <a:sym typeface="Arial"/>
              </a:rPr>
              <a:t>自動倉庫</a:t>
            </a:r>
            <a:endParaRPr b="1" sz="1400">
              <a:solidFill>
                <a:schemeClr val="dk1"/>
              </a:solidFill>
              <a:latin typeface="Arial"/>
              <a:ea typeface="Arial"/>
              <a:cs typeface="Arial"/>
              <a:sym typeface="Arial"/>
            </a:endParaRPr>
          </a:p>
        </p:txBody>
      </p:sp>
      <p:sp>
        <p:nvSpPr>
          <p:cNvPr id="1089" name="Google Shape;1089;p19"/>
          <p:cNvSpPr/>
          <p:nvPr/>
        </p:nvSpPr>
        <p:spPr>
          <a:xfrm>
            <a:off x="5112000" y="5256000"/>
            <a:ext cx="1800000" cy="288000"/>
          </a:xfrm>
          <a:prstGeom prst="roundRect">
            <a:avLst>
              <a:gd fmla="val 22049" name="adj"/>
            </a:avLst>
          </a:prstGeom>
          <a:solidFill>
            <a:schemeClr val="accent1"/>
          </a:solidFill>
          <a:ln cap="flat" cmpd="sng" w="12700">
            <a:solidFill>
              <a:schemeClr val="accent1"/>
            </a:solidFill>
            <a:prstDash val="solid"/>
            <a:miter lim="800000"/>
            <a:headEnd len="sm" w="sm" type="none"/>
            <a:tailEnd len="sm" w="sm" type="none"/>
          </a:ln>
        </p:spPr>
        <p:txBody>
          <a:bodyPr anchorCtr="0" anchor="ctr" bIns="45700" lIns="72000" spcFirstLastPara="1" rIns="36000" wrap="square" tIns="45700">
            <a:noAutofit/>
          </a:bodyPr>
          <a:lstStyle/>
          <a:p>
            <a:pPr indent="0" lvl="0" marL="0" marR="0" rtl="0" algn="ctr">
              <a:spcBef>
                <a:spcPts val="0"/>
              </a:spcBef>
              <a:spcAft>
                <a:spcPts val="0"/>
              </a:spcAft>
              <a:buNone/>
            </a:pPr>
            <a:r>
              <a:rPr lang="ja-JP" sz="1400">
                <a:solidFill>
                  <a:schemeClr val="lt1"/>
                </a:solidFill>
                <a:latin typeface="Arial"/>
                <a:ea typeface="Arial"/>
                <a:cs typeface="Arial"/>
                <a:sym typeface="Arial"/>
              </a:rPr>
              <a:t>自動倉庫ｼｽﾃﾑ</a:t>
            </a:r>
            <a:endParaRPr/>
          </a:p>
        </p:txBody>
      </p:sp>
      <p:cxnSp>
        <p:nvCxnSpPr>
          <p:cNvPr id="1090" name="Google Shape;1090;p19"/>
          <p:cNvCxnSpPr/>
          <p:nvPr/>
        </p:nvCxnSpPr>
        <p:spPr>
          <a:xfrm rot="10800000">
            <a:off x="6012000" y="5544000"/>
            <a:ext cx="0" cy="216000"/>
          </a:xfrm>
          <a:prstGeom prst="straightConnector1">
            <a:avLst/>
          </a:prstGeom>
          <a:noFill/>
          <a:ln cap="flat" cmpd="sng" w="28575">
            <a:solidFill>
              <a:schemeClr val="accent3"/>
            </a:solidFill>
            <a:prstDash val="solid"/>
            <a:miter lim="800000"/>
            <a:headEnd len="sm" w="sm" type="none"/>
            <a:tailEnd len="sm" w="sm" type="none"/>
          </a:ln>
        </p:spPr>
      </p:cxnSp>
      <p:sp>
        <p:nvSpPr>
          <p:cNvPr id="1091" name="Google Shape;1091;p19"/>
          <p:cNvSpPr/>
          <p:nvPr/>
        </p:nvSpPr>
        <p:spPr>
          <a:xfrm>
            <a:off x="5112000" y="5868000"/>
            <a:ext cx="3888000" cy="576001"/>
          </a:xfrm>
          <a:prstGeom prst="rect">
            <a:avLst/>
          </a:prstGeom>
          <a:noFill/>
          <a:ln>
            <a:noFill/>
          </a:ln>
        </p:spPr>
        <p:txBody>
          <a:bodyPr anchorCtr="0" anchor="b" bIns="36000" lIns="36000" spcFirstLastPara="1" rIns="36000" wrap="square" tIns="36000">
            <a:noAutofit/>
          </a:bodyPr>
          <a:lstStyle/>
          <a:p>
            <a:pPr indent="-171450" lvl="0" marL="171450" marR="0" rtl="0" algn="l">
              <a:spcBef>
                <a:spcPts val="0"/>
              </a:spcBef>
              <a:spcAft>
                <a:spcPts val="0"/>
              </a:spcAft>
              <a:buClr>
                <a:schemeClr val="dk1"/>
              </a:buClr>
              <a:buSzPts val="1200"/>
              <a:buFont typeface="Arial"/>
              <a:buChar char="※"/>
            </a:pPr>
            <a:r>
              <a:rPr lang="ja-JP" sz="1200">
                <a:solidFill>
                  <a:schemeClr val="dk1"/>
                </a:solidFill>
                <a:latin typeface="Arial"/>
                <a:ea typeface="Arial"/>
                <a:cs typeface="Arial"/>
                <a:sym typeface="Arial"/>
              </a:rPr>
              <a:t>OSおよびミドルウェアのバージョンにつきまして、貴社方針と異なる場合は貴社方針に従います。</a:t>
            </a:r>
            <a:endParaRPr sz="1200">
              <a:solidFill>
                <a:schemeClr val="dk1"/>
              </a:solidFill>
              <a:latin typeface="Arial"/>
              <a:ea typeface="Arial"/>
              <a:cs typeface="Arial"/>
              <a:sym typeface="Arial"/>
            </a:endParaRPr>
          </a:p>
        </p:txBody>
      </p:sp>
      <p:grpSp>
        <p:nvGrpSpPr>
          <p:cNvPr id="1092" name="Google Shape;1092;p19"/>
          <p:cNvGrpSpPr/>
          <p:nvPr/>
        </p:nvGrpSpPr>
        <p:grpSpPr>
          <a:xfrm>
            <a:off x="1296000" y="1944000"/>
            <a:ext cx="4176000" cy="540000"/>
            <a:chOff x="1224000" y="1944000"/>
            <a:chExt cx="4176000" cy="540000"/>
          </a:xfrm>
        </p:grpSpPr>
        <p:sp>
          <p:nvSpPr>
            <p:cNvPr id="1093" name="Google Shape;1093;p19"/>
            <p:cNvSpPr/>
            <p:nvPr/>
          </p:nvSpPr>
          <p:spPr>
            <a:xfrm>
              <a:off x="1224000" y="1944000"/>
              <a:ext cx="4176000" cy="540000"/>
            </a:xfrm>
            <a:prstGeom prst="roundRect">
              <a:avLst>
                <a:gd fmla="val 11759" name="adj"/>
              </a:avLst>
            </a:prstGeom>
            <a:solidFill>
              <a:schemeClr val="lt1"/>
            </a:solidFill>
            <a:ln cap="flat" cmpd="sng" w="12700">
              <a:solidFill>
                <a:schemeClr val="accent3"/>
              </a:solidFill>
              <a:prstDash val="solid"/>
              <a:miter lim="800000"/>
              <a:headEnd len="sm" w="sm" type="none"/>
              <a:tailEnd len="sm" w="sm" type="none"/>
            </a:ln>
          </p:spPr>
          <p:txBody>
            <a:bodyPr anchorCtr="0" anchor="t" bIns="45700" lIns="504000" spcFirstLastPara="1" rIns="72000" wrap="square" tIns="72000">
              <a:noAutofit/>
            </a:bodyPr>
            <a:lstStyle/>
            <a:p>
              <a:pPr indent="0" lvl="0" marL="0" marR="0" rtl="0" algn="l">
                <a:spcBef>
                  <a:spcPts val="0"/>
                </a:spcBef>
                <a:spcAft>
                  <a:spcPts val="0"/>
                </a:spcAft>
                <a:buNone/>
              </a:pPr>
              <a:r>
                <a:rPr b="1" lang="ja-JP" sz="1400">
                  <a:solidFill>
                    <a:schemeClr val="dk1"/>
                  </a:solidFill>
                  <a:latin typeface="Arial"/>
                  <a:ea typeface="Arial"/>
                  <a:cs typeface="Arial"/>
                  <a:sym typeface="Arial"/>
                </a:rPr>
                <a:t>通信ｻｰﾊﾞ</a:t>
              </a:r>
              <a:endParaRPr b="1" sz="1400">
                <a:solidFill>
                  <a:schemeClr val="dk1"/>
                </a:solidFill>
                <a:latin typeface="Arial"/>
                <a:ea typeface="Arial"/>
                <a:cs typeface="Arial"/>
                <a:sym typeface="Arial"/>
              </a:endParaRPr>
            </a:p>
            <a:p>
              <a:pPr indent="0" lvl="0" marL="0" marR="0" rtl="0" algn="l">
                <a:spcBef>
                  <a:spcPts val="0"/>
                </a:spcBef>
                <a:spcAft>
                  <a:spcPts val="0"/>
                </a:spcAft>
                <a:buNone/>
              </a:pPr>
              <a:r>
                <a:rPr b="1" lang="ja-JP" sz="1200">
                  <a:solidFill>
                    <a:srgbClr val="FF0000"/>
                  </a:solidFill>
                  <a:latin typeface="Arial"/>
                  <a:ea typeface="Arial"/>
                  <a:cs typeface="Arial"/>
                  <a:sym typeface="Arial"/>
                </a:rPr>
                <a:t>Windows Server 2019　Operation Manager V16</a:t>
              </a:r>
              <a:endParaRPr/>
            </a:p>
          </p:txBody>
        </p:sp>
        <p:pic>
          <p:nvPicPr>
            <p:cNvPr id="1094" name="Google Shape;1094;p19"/>
            <p:cNvPicPr preferRelativeResize="0"/>
            <p:nvPr/>
          </p:nvPicPr>
          <p:blipFill rotWithShape="1">
            <a:blip r:embed="rId4">
              <a:alphaModFix/>
            </a:blip>
            <a:srcRect b="0" l="0" r="0" t="0"/>
            <a:stretch/>
          </p:blipFill>
          <p:spPr>
            <a:xfrm>
              <a:off x="1404000" y="2016000"/>
              <a:ext cx="218508" cy="396000"/>
            </a:xfrm>
            <a:prstGeom prst="rect">
              <a:avLst/>
            </a:prstGeom>
            <a:noFill/>
            <a:ln>
              <a:noFill/>
            </a:ln>
          </p:spPr>
        </p:pic>
      </p:grpSp>
      <p:grpSp>
        <p:nvGrpSpPr>
          <p:cNvPr id="1095" name="Google Shape;1095;p19"/>
          <p:cNvGrpSpPr/>
          <p:nvPr/>
        </p:nvGrpSpPr>
        <p:grpSpPr>
          <a:xfrm>
            <a:off x="1296000" y="2556000"/>
            <a:ext cx="4176000" cy="540000"/>
            <a:chOff x="1224000" y="2556000"/>
            <a:chExt cx="4176000" cy="540000"/>
          </a:xfrm>
        </p:grpSpPr>
        <p:sp>
          <p:nvSpPr>
            <p:cNvPr id="1096" name="Google Shape;1096;p19"/>
            <p:cNvSpPr/>
            <p:nvPr/>
          </p:nvSpPr>
          <p:spPr>
            <a:xfrm>
              <a:off x="1224000" y="2556000"/>
              <a:ext cx="4176000" cy="540000"/>
            </a:xfrm>
            <a:prstGeom prst="roundRect">
              <a:avLst>
                <a:gd fmla="val 11759" name="adj"/>
              </a:avLst>
            </a:prstGeom>
            <a:solidFill>
              <a:schemeClr val="lt1"/>
            </a:solidFill>
            <a:ln cap="flat" cmpd="sng" w="12700">
              <a:solidFill>
                <a:schemeClr val="accent3"/>
              </a:solidFill>
              <a:prstDash val="solid"/>
              <a:miter lim="800000"/>
              <a:headEnd len="sm" w="sm" type="none"/>
              <a:tailEnd len="sm" w="sm" type="none"/>
            </a:ln>
          </p:spPr>
          <p:txBody>
            <a:bodyPr anchorCtr="0" anchor="t" bIns="45700" lIns="504000" spcFirstLastPara="1" rIns="72000" wrap="square" tIns="72000">
              <a:noAutofit/>
            </a:bodyPr>
            <a:lstStyle/>
            <a:p>
              <a:pPr indent="0" lvl="0" marL="0" marR="0" rtl="0" algn="l">
                <a:spcBef>
                  <a:spcPts val="0"/>
                </a:spcBef>
                <a:spcAft>
                  <a:spcPts val="0"/>
                </a:spcAft>
                <a:buNone/>
              </a:pPr>
              <a:r>
                <a:rPr b="1" lang="ja-JP" sz="1400">
                  <a:solidFill>
                    <a:srgbClr val="FF0000"/>
                  </a:solidFill>
                  <a:latin typeface="Arial"/>
                  <a:ea typeface="Arial"/>
                  <a:cs typeface="Arial"/>
                  <a:sym typeface="Arial"/>
                </a:rPr>
                <a:t>通信ｻｰﾊﾞ(待機系)</a:t>
              </a:r>
              <a:endParaRPr b="1" sz="1400">
                <a:solidFill>
                  <a:srgbClr val="FF0000"/>
                </a:solidFill>
                <a:latin typeface="Arial"/>
                <a:ea typeface="Arial"/>
                <a:cs typeface="Arial"/>
                <a:sym typeface="Arial"/>
              </a:endParaRPr>
            </a:p>
            <a:p>
              <a:pPr indent="0" lvl="0" marL="0" marR="0" rtl="0" algn="l">
                <a:spcBef>
                  <a:spcPts val="0"/>
                </a:spcBef>
                <a:spcAft>
                  <a:spcPts val="0"/>
                </a:spcAft>
                <a:buNone/>
              </a:pPr>
              <a:r>
                <a:rPr b="1" lang="ja-JP" sz="1200">
                  <a:solidFill>
                    <a:srgbClr val="FF0000"/>
                  </a:solidFill>
                  <a:latin typeface="Arial"/>
                  <a:ea typeface="Arial"/>
                  <a:cs typeface="Arial"/>
                  <a:sym typeface="Arial"/>
                </a:rPr>
                <a:t>Windows Server 2019　Operation Manager V16</a:t>
              </a:r>
              <a:endParaRPr/>
            </a:p>
          </p:txBody>
        </p:sp>
        <p:pic>
          <p:nvPicPr>
            <p:cNvPr id="1097" name="Google Shape;1097;p19"/>
            <p:cNvPicPr preferRelativeResize="0"/>
            <p:nvPr/>
          </p:nvPicPr>
          <p:blipFill rotWithShape="1">
            <a:blip r:embed="rId6">
              <a:alphaModFix/>
            </a:blip>
            <a:srcRect b="0" l="0" r="0" t="0"/>
            <a:stretch/>
          </p:blipFill>
          <p:spPr>
            <a:xfrm>
              <a:off x="1404000" y="2628000"/>
              <a:ext cx="218508" cy="396000"/>
            </a:xfrm>
            <a:prstGeom prst="rect">
              <a:avLst/>
            </a:prstGeom>
            <a:noFill/>
            <a:ln>
              <a:noFill/>
            </a:ln>
          </p:spPr>
        </p:pic>
      </p:grpSp>
      <p:cxnSp>
        <p:nvCxnSpPr>
          <p:cNvPr id="1098" name="Google Shape;1098;p19"/>
          <p:cNvCxnSpPr/>
          <p:nvPr/>
        </p:nvCxnSpPr>
        <p:spPr>
          <a:xfrm rot="10800000">
            <a:off x="1152000" y="2196000"/>
            <a:ext cx="0" cy="612000"/>
          </a:xfrm>
          <a:prstGeom prst="straightConnector1">
            <a:avLst/>
          </a:prstGeom>
          <a:noFill/>
          <a:ln cap="flat" cmpd="sng" w="28575">
            <a:solidFill>
              <a:schemeClr val="accent3"/>
            </a:solidFill>
            <a:prstDash val="solid"/>
            <a:miter lim="800000"/>
            <a:headEnd len="sm" w="sm" type="none"/>
            <a:tailEnd len="sm" w="sm" type="none"/>
          </a:ln>
        </p:spPr>
      </p:cxnSp>
      <p:cxnSp>
        <p:nvCxnSpPr>
          <p:cNvPr id="1099" name="Google Shape;1099;p19"/>
          <p:cNvCxnSpPr/>
          <p:nvPr/>
        </p:nvCxnSpPr>
        <p:spPr>
          <a:xfrm rot="10800000">
            <a:off x="1152000" y="2196000"/>
            <a:ext cx="144000" cy="0"/>
          </a:xfrm>
          <a:prstGeom prst="straightConnector1">
            <a:avLst/>
          </a:prstGeom>
          <a:noFill/>
          <a:ln cap="flat" cmpd="sng" w="28575">
            <a:solidFill>
              <a:schemeClr val="accent3"/>
            </a:solidFill>
            <a:prstDash val="solid"/>
            <a:miter lim="800000"/>
            <a:headEnd len="sm" w="sm" type="none"/>
            <a:tailEnd len="sm" w="sm" type="none"/>
          </a:ln>
        </p:spPr>
      </p:cxnSp>
      <p:cxnSp>
        <p:nvCxnSpPr>
          <p:cNvPr id="1100" name="Google Shape;1100;p19"/>
          <p:cNvCxnSpPr/>
          <p:nvPr/>
        </p:nvCxnSpPr>
        <p:spPr>
          <a:xfrm rot="10800000">
            <a:off x="1152000" y="2808000"/>
            <a:ext cx="144000" cy="0"/>
          </a:xfrm>
          <a:prstGeom prst="straightConnector1">
            <a:avLst/>
          </a:prstGeom>
          <a:noFill/>
          <a:ln cap="flat" cmpd="sng" w="28575">
            <a:solidFill>
              <a:schemeClr val="accent3"/>
            </a:solidFill>
            <a:prstDash val="solid"/>
            <a:miter lim="800000"/>
            <a:headEnd len="sm" w="sm" type="none"/>
            <a:tailEnd len="sm" w="sm" type="none"/>
          </a:ln>
        </p:spPr>
      </p:cxnSp>
      <p:cxnSp>
        <p:nvCxnSpPr>
          <p:cNvPr id="1101" name="Google Shape;1101;p19"/>
          <p:cNvCxnSpPr/>
          <p:nvPr/>
        </p:nvCxnSpPr>
        <p:spPr>
          <a:xfrm rot="10800000">
            <a:off x="5688000" y="2232000"/>
            <a:ext cx="144000" cy="0"/>
          </a:xfrm>
          <a:prstGeom prst="straightConnector1">
            <a:avLst/>
          </a:prstGeom>
          <a:noFill/>
          <a:ln cap="flat" cmpd="sng" w="28575">
            <a:solidFill>
              <a:schemeClr val="accent3"/>
            </a:solidFill>
            <a:prstDash val="solid"/>
            <a:miter lim="800000"/>
            <a:headEnd len="sm" w="sm" type="none"/>
            <a:tailEnd len="sm" w="sm" type="none"/>
          </a:ln>
        </p:spPr>
      </p:cxnSp>
      <p:cxnSp>
        <p:nvCxnSpPr>
          <p:cNvPr id="1102" name="Google Shape;1102;p19"/>
          <p:cNvCxnSpPr/>
          <p:nvPr/>
        </p:nvCxnSpPr>
        <p:spPr>
          <a:xfrm rot="10800000">
            <a:off x="5688000" y="2808000"/>
            <a:ext cx="144000" cy="0"/>
          </a:xfrm>
          <a:prstGeom prst="straightConnector1">
            <a:avLst/>
          </a:prstGeom>
          <a:noFill/>
          <a:ln cap="flat" cmpd="sng" w="28575">
            <a:solidFill>
              <a:schemeClr val="accent3"/>
            </a:solidFill>
            <a:prstDash val="solid"/>
            <a:miter lim="800000"/>
            <a:headEnd len="sm" w="sm" type="none"/>
            <a:tailEnd len="sm" w="sm" type="none"/>
          </a:ln>
        </p:spPr>
      </p:cxnSp>
      <p:cxnSp>
        <p:nvCxnSpPr>
          <p:cNvPr id="1103" name="Google Shape;1103;p19"/>
          <p:cNvCxnSpPr/>
          <p:nvPr/>
        </p:nvCxnSpPr>
        <p:spPr>
          <a:xfrm rot="10800000">
            <a:off x="5688000" y="2232000"/>
            <a:ext cx="0" cy="1008000"/>
          </a:xfrm>
          <a:prstGeom prst="straightConnector1">
            <a:avLst/>
          </a:prstGeom>
          <a:noFill/>
          <a:ln cap="flat" cmpd="sng" w="28575">
            <a:solidFill>
              <a:schemeClr val="accent3"/>
            </a:solidFill>
            <a:prstDash val="solid"/>
            <a:miter lim="800000"/>
            <a:headEnd len="sm" w="sm" type="none"/>
            <a:tailEnd len="sm" w="sm" type="none"/>
          </a:ln>
        </p:spPr>
      </p:cxnSp>
      <p:sp>
        <p:nvSpPr>
          <p:cNvPr id="1104" name="Google Shape;1104;p19"/>
          <p:cNvSpPr/>
          <p:nvPr/>
        </p:nvSpPr>
        <p:spPr>
          <a:xfrm flipH="1">
            <a:off x="4104000" y="1403999"/>
            <a:ext cx="2664000" cy="432000"/>
          </a:xfrm>
          <a:custGeom>
            <a:rect b="b" l="l" r="r" t="t"/>
            <a:pathLst>
              <a:path extrusionOk="0" h="120000" w="120000">
                <a:moveTo>
                  <a:pt x="0" y="0"/>
                </a:moveTo>
                <a:lnTo>
                  <a:pt x="120000" y="0"/>
                </a:lnTo>
                <a:lnTo>
                  <a:pt x="120000" y="120000"/>
                </a:lnTo>
                <a:lnTo>
                  <a:pt x="0" y="120000"/>
                </a:lnTo>
                <a:close/>
              </a:path>
              <a:path extrusionOk="0" fill="none" h="120000" w="120000">
                <a:moveTo>
                  <a:pt x="119950" y="58634"/>
                </a:moveTo>
                <a:lnTo>
                  <a:pt x="157087" y="319190"/>
                </a:lnTo>
              </a:path>
            </a:pathLst>
          </a:custGeom>
          <a:solidFill>
            <a:srgbClr val="FFE1E1"/>
          </a:solidFill>
          <a:ln cap="flat" cmpd="sng" w="952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ja-JP" sz="1200">
                <a:solidFill>
                  <a:schemeClr val="dk1"/>
                </a:solidFill>
                <a:latin typeface="Arial"/>
                <a:ea typeface="Arial"/>
                <a:cs typeface="Arial"/>
                <a:sym typeface="Arial"/>
              </a:rPr>
              <a:t>通信サーバの待機系を用意頂くことを想定しております。</a:t>
            </a:r>
            <a:endParaRPr sz="1200">
              <a:solidFill>
                <a:schemeClr val="dk1"/>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8" name="Shape 1108"/>
        <p:cNvGrpSpPr/>
        <p:nvPr/>
      </p:nvGrpSpPr>
      <p:grpSpPr>
        <a:xfrm>
          <a:off x="0" y="0"/>
          <a:ext cx="0" cy="0"/>
          <a:chOff x="0" y="0"/>
          <a:chExt cx="0" cy="0"/>
        </a:xfrm>
      </p:grpSpPr>
      <p:sp>
        <p:nvSpPr>
          <p:cNvPr id="1109" name="Google Shape;1109;p20"/>
          <p:cNvSpPr/>
          <p:nvPr/>
        </p:nvSpPr>
        <p:spPr>
          <a:xfrm>
            <a:off x="2484000" y="3600000"/>
            <a:ext cx="1440000" cy="432000"/>
          </a:xfrm>
          <a:prstGeom prst="roundRect">
            <a:avLst>
              <a:gd fmla="val 14699" name="adj"/>
            </a:avLst>
          </a:prstGeom>
          <a:solidFill>
            <a:schemeClr val="accent1"/>
          </a:solidFill>
          <a:ln>
            <a:noFill/>
          </a:ln>
        </p:spPr>
        <p:txBody>
          <a:bodyPr anchorCtr="0" anchor="ctr" bIns="45700" lIns="36000" spcFirstLastPara="1" rIns="36000" wrap="square" tIns="45700">
            <a:noAutofit/>
          </a:bodyPr>
          <a:lstStyle/>
          <a:p>
            <a:pPr indent="0" lvl="0" marL="0" marR="0" rtl="0" algn="ctr">
              <a:spcBef>
                <a:spcPts val="0"/>
              </a:spcBef>
              <a:spcAft>
                <a:spcPts val="0"/>
              </a:spcAft>
              <a:buNone/>
            </a:pPr>
            <a:r>
              <a:rPr lang="ja-JP" sz="1200">
                <a:solidFill>
                  <a:schemeClr val="lt1"/>
                </a:solidFill>
                <a:latin typeface="Arial"/>
                <a:ea typeface="Arial"/>
                <a:cs typeface="Arial"/>
                <a:sym typeface="Arial"/>
              </a:rPr>
              <a:t>添加剤ロット</a:t>
            </a:r>
            <a:endParaRPr sz="1200">
              <a:solidFill>
                <a:schemeClr val="lt1"/>
              </a:solidFill>
              <a:latin typeface="Arial"/>
              <a:ea typeface="Arial"/>
              <a:cs typeface="Arial"/>
              <a:sym typeface="Arial"/>
            </a:endParaRPr>
          </a:p>
          <a:p>
            <a:pPr indent="0" lvl="0" marL="0" marR="0" rtl="0" algn="ctr">
              <a:spcBef>
                <a:spcPts val="0"/>
              </a:spcBef>
              <a:spcAft>
                <a:spcPts val="0"/>
              </a:spcAft>
              <a:buNone/>
            </a:pPr>
            <a:r>
              <a:rPr lang="ja-JP" sz="1200">
                <a:solidFill>
                  <a:schemeClr val="lt1"/>
                </a:solidFill>
                <a:latin typeface="Arial"/>
                <a:ea typeface="Arial"/>
                <a:cs typeface="Arial"/>
                <a:sym typeface="Arial"/>
              </a:rPr>
              <a:t>管理システム</a:t>
            </a:r>
            <a:endParaRPr sz="1200">
              <a:solidFill>
                <a:schemeClr val="lt1"/>
              </a:solidFill>
              <a:latin typeface="Arial"/>
              <a:ea typeface="Arial"/>
              <a:cs typeface="Arial"/>
              <a:sym typeface="Arial"/>
            </a:endParaRPr>
          </a:p>
        </p:txBody>
      </p:sp>
      <p:sp>
        <p:nvSpPr>
          <p:cNvPr id="1110" name="Google Shape;1110;p20"/>
          <p:cNvSpPr/>
          <p:nvPr/>
        </p:nvSpPr>
        <p:spPr>
          <a:xfrm>
            <a:off x="4104000" y="3600000"/>
            <a:ext cx="1656000" cy="1296000"/>
          </a:xfrm>
          <a:prstGeom prst="roundRect">
            <a:avLst>
              <a:gd fmla="val 4900" name="adj"/>
            </a:avLst>
          </a:prstGeom>
          <a:solidFill>
            <a:schemeClr val="accent2"/>
          </a:solidFill>
          <a:ln cap="flat" cmpd="sng" w="9525">
            <a:solidFill>
              <a:schemeClr val="accent2"/>
            </a:solidFill>
            <a:prstDash val="solid"/>
            <a:miter lim="800000"/>
            <a:headEnd len="sm" w="sm" type="none"/>
            <a:tailEnd len="sm" w="sm" type="none"/>
          </a:ln>
        </p:spPr>
        <p:txBody>
          <a:bodyPr anchorCtr="0" anchor="ctr" bIns="45700" lIns="36000" spcFirstLastPara="1" rIns="36000" wrap="square" tIns="45700">
            <a:noAutofit/>
          </a:bodyPr>
          <a:lstStyle/>
          <a:p>
            <a:pPr indent="0" lvl="0" marL="0" marR="0" rtl="0" algn="ctr">
              <a:spcBef>
                <a:spcPts val="0"/>
              </a:spcBef>
              <a:spcAft>
                <a:spcPts val="0"/>
              </a:spcAft>
              <a:buNone/>
            </a:pPr>
            <a:r>
              <a:rPr b="1" lang="ja-JP" sz="1600">
                <a:solidFill>
                  <a:schemeClr val="lt1"/>
                </a:solidFill>
                <a:latin typeface="Arial"/>
                <a:ea typeface="Arial"/>
                <a:cs typeface="Arial"/>
                <a:sym typeface="Arial"/>
              </a:rPr>
              <a:t>千葉運転管理</a:t>
            </a:r>
            <a:endParaRPr b="1" sz="1600">
              <a:solidFill>
                <a:schemeClr val="lt1"/>
              </a:solidFill>
              <a:latin typeface="Arial"/>
              <a:ea typeface="Arial"/>
              <a:cs typeface="Arial"/>
              <a:sym typeface="Arial"/>
            </a:endParaRPr>
          </a:p>
          <a:p>
            <a:pPr indent="0" lvl="0" marL="0" marR="0" rtl="0" algn="ctr">
              <a:spcBef>
                <a:spcPts val="0"/>
              </a:spcBef>
              <a:spcAft>
                <a:spcPts val="0"/>
              </a:spcAft>
              <a:buNone/>
            </a:pPr>
            <a:r>
              <a:rPr b="1" lang="ja-JP" sz="1600">
                <a:solidFill>
                  <a:schemeClr val="lt1"/>
                </a:solidFill>
                <a:latin typeface="Arial"/>
                <a:ea typeface="Arial"/>
                <a:cs typeface="Arial"/>
                <a:sym typeface="Arial"/>
              </a:rPr>
              <a:t>システム</a:t>
            </a:r>
            <a:endParaRPr/>
          </a:p>
        </p:txBody>
      </p:sp>
      <p:sp>
        <p:nvSpPr>
          <p:cNvPr id="1111" name="Google Shape;1111;p20"/>
          <p:cNvSpPr txBox="1"/>
          <p:nvPr>
            <p:ph type="title"/>
          </p:nvPr>
        </p:nvSpPr>
        <p:spPr>
          <a:xfrm>
            <a:off x="144000" y="36000"/>
            <a:ext cx="8856000" cy="5760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3000"/>
              <a:buFont typeface="Arial"/>
              <a:buNone/>
            </a:pPr>
            <a:r>
              <a:rPr lang="ja-JP"/>
              <a:t>システム配置（ToBe）</a:t>
            </a:r>
            <a:endParaRPr/>
          </a:p>
        </p:txBody>
      </p:sp>
      <p:sp>
        <p:nvSpPr>
          <p:cNvPr id="1112" name="Google Shape;1112;p20"/>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ja-JP"/>
              <a:t>Copyright© 2020 SystemEXE,Inc. all rights reserved.</a:t>
            </a:r>
            <a:endParaRPr/>
          </a:p>
        </p:txBody>
      </p:sp>
      <p:sp>
        <p:nvSpPr>
          <p:cNvPr id="1113" name="Google Shape;1113;p20"/>
          <p:cNvSpPr txBox="1"/>
          <p:nvPr>
            <p:ph idx="12" type="sldNum"/>
          </p:nvPr>
        </p:nvSpPr>
        <p:spPr>
          <a:xfrm>
            <a:off x="4212000" y="6500068"/>
            <a:ext cx="720000" cy="288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ja-JP"/>
              <a:t>‹#›</a:t>
            </a:fld>
            <a:endParaRPr/>
          </a:p>
        </p:txBody>
      </p:sp>
      <p:sp>
        <p:nvSpPr>
          <p:cNvPr id="1114" name="Google Shape;1114;p20"/>
          <p:cNvSpPr/>
          <p:nvPr/>
        </p:nvSpPr>
        <p:spPr>
          <a:xfrm>
            <a:off x="864000" y="4464000"/>
            <a:ext cx="1440000" cy="432000"/>
          </a:xfrm>
          <a:prstGeom prst="roundRect">
            <a:avLst>
              <a:gd fmla="val 14699" name="adj"/>
            </a:avLst>
          </a:prstGeom>
          <a:solidFill>
            <a:schemeClr val="accent1"/>
          </a:solidFill>
          <a:ln>
            <a:noFill/>
          </a:ln>
        </p:spPr>
        <p:txBody>
          <a:bodyPr anchorCtr="0" anchor="ctr" bIns="45700" lIns="36000" spcFirstLastPara="1" rIns="36000" wrap="square" tIns="45700">
            <a:noAutofit/>
          </a:bodyPr>
          <a:lstStyle/>
          <a:p>
            <a:pPr indent="0" lvl="0" marL="0" marR="0" rtl="0" algn="ctr">
              <a:spcBef>
                <a:spcPts val="0"/>
              </a:spcBef>
              <a:spcAft>
                <a:spcPts val="0"/>
              </a:spcAft>
              <a:buNone/>
            </a:pPr>
            <a:r>
              <a:rPr lang="ja-JP" sz="1200">
                <a:solidFill>
                  <a:schemeClr val="lt1"/>
                </a:solidFill>
                <a:latin typeface="Arial"/>
                <a:ea typeface="Arial"/>
                <a:cs typeface="Arial"/>
                <a:sym typeface="Arial"/>
              </a:rPr>
              <a:t>ETS-R</a:t>
            </a:r>
            <a:endParaRPr/>
          </a:p>
          <a:p>
            <a:pPr indent="0" lvl="0" marL="0" marR="0" rtl="0" algn="ctr">
              <a:spcBef>
                <a:spcPts val="0"/>
              </a:spcBef>
              <a:spcAft>
                <a:spcPts val="0"/>
              </a:spcAft>
              <a:buNone/>
            </a:pPr>
            <a:r>
              <a:rPr lang="ja-JP" sz="1200">
                <a:solidFill>
                  <a:schemeClr val="lt1"/>
                </a:solidFill>
                <a:latin typeface="Arial"/>
                <a:ea typeface="Arial"/>
                <a:cs typeface="Arial"/>
                <a:sym typeface="Arial"/>
              </a:rPr>
              <a:t>(運転管理)</a:t>
            </a:r>
            <a:endParaRPr sz="1200">
              <a:solidFill>
                <a:schemeClr val="lt1"/>
              </a:solidFill>
              <a:latin typeface="Arial"/>
              <a:ea typeface="Arial"/>
              <a:cs typeface="Arial"/>
              <a:sym typeface="Arial"/>
            </a:endParaRPr>
          </a:p>
        </p:txBody>
      </p:sp>
      <p:sp>
        <p:nvSpPr>
          <p:cNvPr id="1115" name="Google Shape;1115;p20"/>
          <p:cNvSpPr txBox="1"/>
          <p:nvPr/>
        </p:nvSpPr>
        <p:spPr>
          <a:xfrm>
            <a:off x="5832000" y="864000"/>
            <a:ext cx="3168000" cy="1008000"/>
          </a:xfrm>
          <a:prstGeom prst="rect">
            <a:avLst/>
          </a:prstGeom>
          <a:noFill/>
          <a:ln>
            <a:noFill/>
          </a:ln>
        </p:spPr>
        <p:txBody>
          <a:bodyPr anchorCtr="0" anchor="t" bIns="45700" lIns="91425" spcFirstLastPara="1" rIns="91425" wrap="square" tIns="45700">
            <a:noAutofit/>
          </a:bodyPr>
          <a:lstStyle/>
          <a:p>
            <a:pPr indent="-171450" lvl="0" marL="171450" marR="0" rtl="0" algn="l">
              <a:spcBef>
                <a:spcPts val="0"/>
              </a:spcBef>
              <a:spcAft>
                <a:spcPts val="0"/>
              </a:spcAft>
              <a:buClr>
                <a:schemeClr val="dk1"/>
              </a:buClr>
              <a:buSzPts val="1200"/>
              <a:buFont typeface="Arial"/>
              <a:buChar char="※"/>
            </a:pPr>
            <a:r>
              <a:rPr lang="ja-JP" sz="1200">
                <a:solidFill>
                  <a:schemeClr val="dk1"/>
                </a:solidFill>
                <a:latin typeface="Arial"/>
                <a:ea typeface="Arial"/>
                <a:cs typeface="Arial"/>
                <a:sym typeface="Arial"/>
              </a:rPr>
              <a:t>各システムが配置されているレベルは現段階での弊社による想定です。プロジェクト開始後に改めて確認いたします。</a:t>
            </a:r>
            <a:endParaRPr/>
          </a:p>
        </p:txBody>
      </p:sp>
      <p:sp>
        <p:nvSpPr>
          <p:cNvPr id="1116" name="Google Shape;1116;p20"/>
          <p:cNvSpPr/>
          <p:nvPr/>
        </p:nvSpPr>
        <p:spPr>
          <a:xfrm rot="5400000">
            <a:off x="378000" y="5922000"/>
            <a:ext cx="540000" cy="28800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L2</a:t>
            </a:r>
            <a:endParaRPr b="1" sz="1400">
              <a:solidFill>
                <a:schemeClr val="lt1"/>
              </a:solidFill>
              <a:latin typeface="Arial"/>
              <a:ea typeface="Arial"/>
              <a:cs typeface="Arial"/>
              <a:sym typeface="Arial"/>
            </a:endParaRPr>
          </a:p>
        </p:txBody>
      </p:sp>
      <p:sp>
        <p:nvSpPr>
          <p:cNvPr id="1117" name="Google Shape;1117;p20"/>
          <p:cNvSpPr/>
          <p:nvPr/>
        </p:nvSpPr>
        <p:spPr>
          <a:xfrm rot="5400000">
            <a:off x="324000" y="5256000"/>
            <a:ext cx="648000" cy="288000"/>
          </a:xfrm>
          <a:prstGeom prst="rect">
            <a:avLst/>
          </a:prstGeom>
          <a:solidFill>
            <a:schemeClr val="accent3"/>
          </a:solidFill>
          <a:ln>
            <a:noFill/>
          </a:ln>
        </p:spPr>
        <p:txBody>
          <a:bodyPr anchorCtr="0" anchor="ctr" bIns="45700" lIns="36000" spcFirstLastPara="1" rIns="36000" wrap="square" tIns="45700">
            <a:noAutofit/>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L2.5</a:t>
            </a:r>
            <a:endParaRPr b="1" sz="1400">
              <a:solidFill>
                <a:schemeClr val="lt1"/>
              </a:solidFill>
              <a:latin typeface="Arial"/>
              <a:ea typeface="Arial"/>
              <a:cs typeface="Arial"/>
              <a:sym typeface="Arial"/>
            </a:endParaRPr>
          </a:p>
        </p:txBody>
      </p:sp>
      <p:sp>
        <p:nvSpPr>
          <p:cNvPr id="1118" name="Google Shape;1118;p20"/>
          <p:cNvSpPr/>
          <p:nvPr/>
        </p:nvSpPr>
        <p:spPr>
          <a:xfrm rot="5400000">
            <a:off x="-108000" y="4104000"/>
            <a:ext cx="1512000" cy="28800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L3</a:t>
            </a:r>
            <a:endParaRPr b="1" sz="1400">
              <a:solidFill>
                <a:schemeClr val="lt1"/>
              </a:solidFill>
              <a:latin typeface="Arial"/>
              <a:ea typeface="Arial"/>
              <a:cs typeface="Arial"/>
              <a:sym typeface="Arial"/>
            </a:endParaRPr>
          </a:p>
        </p:txBody>
      </p:sp>
      <p:sp>
        <p:nvSpPr>
          <p:cNvPr id="1119" name="Google Shape;1119;p20"/>
          <p:cNvSpPr/>
          <p:nvPr/>
        </p:nvSpPr>
        <p:spPr>
          <a:xfrm rot="5400000">
            <a:off x="324000" y="2952000"/>
            <a:ext cx="648000" cy="28800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L3.5</a:t>
            </a:r>
            <a:endParaRPr b="1" sz="1400">
              <a:solidFill>
                <a:schemeClr val="lt1"/>
              </a:solidFill>
              <a:latin typeface="Arial"/>
              <a:ea typeface="Arial"/>
              <a:cs typeface="Arial"/>
              <a:sym typeface="Arial"/>
            </a:endParaRPr>
          </a:p>
        </p:txBody>
      </p:sp>
      <p:cxnSp>
        <p:nvCxnSpPr>
          <p:cNvPr id="1120" name="Google Shape;1120;p20"/>
          <p:cNvCxnSpPr/>
          <p:nvPr/>
        </p:nvCxnSpPr>
        <p:spPr>
          <a:xfrm>
            <a:off x="503999" y="2736000"/>
            <a:ext cx="8496000" cy="0"/>
          </a:xfrm>
          <a:prstGeom prst="straightConnector1">
            <a:avLst/>
          </a:prstGeom>
          <a:noFill/>
          <a:ln cap="flat" cmpd="sng" w="12700">
            <a:solidFill>
              <a:schemeClr val="accent3"/>
            </a:solidFill>
            <a:prstDash val="solid"/>
            <a:miter lim="800000"/>
            <a:headEnd len="sm" w="sm" type="none"/>
            <a:tailEnd len="sm" w="sm" type="none"/>
          </a:ln>
        </p:spPr>
      </p:cxnSp>
      <p:cxnSp>
        <p:nvCxnSpPr>
          <p:cNvPr id="1121" name="Google Shape;1121;p20"/>
          <p:cNvCxnSpPr/>
          <p:nvPr/>
        </p:nvCxnSpPr>
        <p:spPr>
          <a:xfrm>
            <a:off x="503999" y="3456000"/>
            <a:ext cx="8496000" cy="0"/>
          </a:xfrm>
          <a:prstGeom prst="straightConnector1">
            <a:avLst/>
          </a:prstGeom>
          <a:noFill/>
          <a:ln cap="flat" cmpd="sng" w="12700">
            <a:solidFill>
              <a:schemeClr val="accent3"/>
            </a:solidFill>
            <a:prstDash val="solid"/>
            <a:miter lim="800000"/>
            <a:headEnd len="sm" w="sm" type="none"/>
            <a:tailEnd len="sm" w="sm" type="none"/>
          </a:ln>
        </p:spPr>
      </p:cxnSp>
      <p:cxnSp>
        <p:nvCxnSpPr>
          <p:cNvPr id="1122" name="Google Shape;1122;p20"/>
          <p:cNvCxnSpPr/>
          <p:nvPr/>
        </p:nvCxnSpPr>
        <p:spPr>
          <a:xfrm>
            <a:off x="503999" y="5040000"/>
            <a:ext cx="8496000" cy="0"/>
          </a:xfrm>
          <a:prstGeom prst="straightConnector1">
            <a:avLst/>
          </a:prstGeom>
          <a:noFill/>
          <a:ln cap="flat" cmpd="sng" w="12700">
            <a:solidFill>
              <a:schemeClr val="accent3"/>
            </a:solidFill>
            <a:prstDash val="solid"/>
            <a:miter lim="800000"/>
            <a:headEnd len="sm" w="sm" type="none"/>
            <a:tailEnd len="sm" w="sm" type="none"/>
          </a:ln>
        </p:spPr>
      </p:cxnSp>
      <p:cxnSp>
        <p:nvCxnSpPr>
          <p:cNvPr id="1123" name="Google Shape;1123;p20"/>
          <p:cNvCxnSpPr/>
          <p:nvPr/>
        </p:nvCxnSpPr>
        <p:spPr>
          <a:xfrm>
            <a:off x="503999" y="5760000"/>
            <a:ext cx="8496000" cy="0"/>
          </a:xfrm>
          <a:prstGeom prst="straightConnector1">
            <a:avLst/>
          </a:prstGeom>
          <a:noFill/>
          <a:ln cap="flat" cmpd="sng" w="12700">
            <a:solidFill>
              <a:schemeClr val="accent3"/>
            </a:solidFill>
            <a:prstDash val="solid"/>
            <a:miter lim="800000"/>
            <a:headEnd len="sm" w="sm" type="none"/>
            <a:tailEnd len="sm" w="sm" type="none"/>
          </a:ln>
        </p:spPr>
      </p:cxnSp>
      <p:cxnSp>
        <p:nvCxnSpPr>
          <p:cNvPr id="1124" name="Google Shape;1124;p20"/>
          <p:cNvCxnSpPr/>
          <p:nvPr/>
        </p:nvCxnSpPr>
        <p:spPr>
          <a:xfrm>
            <a:off x="144000" y="2016000"/>
            <a:ext cx="8856000" cy="0"/>
          </a:xfrm>
          <a:prstGeom prst="straightConnector1">
            <a:avLst/>
          </a:prstGeom>
          <a:noFill/>
          <a:ln cap="flat" cmpd="sng" w="12700">
            <a:solidFill>
              <a:srgbClr val="A01D45"/>
            </a:solidFill>
            <a:prstDash val="solid"/>
            <a:miter lim="800000"/>
            <a:headEnd len="sm" w="sm" type="none"/>
            <a:tailEnd len="sm" w="sm" type="none"/>
          </a:ln>
        </p:spPr>
      </p:cxnSp>
      <p:sp>
        <p:nvSpPr>
          <p:cNvPr id="1125" name="Google Shape;1125;p20"/>
          <p:cNvSpPr/>
          <p:nvPr/>
        </p:nvSpPr>
        <p:spPr>
          <a:xfrm rot="5400000">
            <a:off x="-270000" y="1278000"/>
            <a:ext cx="1116000" cy="288000"/>
          </a:xfrm>
          <a:prstGeom prst="rect">
            <a:avLst/>
          </a:prstGeom>
          <a:solidFill>
            <a:srgbClr val="525252"/>
          </a:solidFill>
          <a:ln cap="flat" cmpd="sng" w="19050">
            <a:solidFill>
              <a:srgbClr val="5252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館林DC</a:t>
            </a:r>
            <a:endParaRPr b="1" sz="1400">
              <a:solidFill>
                <a:schemeClr val="lt1"/>
              </a:solidFill>
              <a:latin typeface="Arial"/>
              <a:ea typeface="Arial"/>
              <a:cs typeface="Arial"/>
              <a:sym typeface="Arial"/>
            </a:endParaRPr>
          </a:p>
        </p:txBody>
      </p:sp>
      <p:sp>
        <p:nvSpPr>
          <p:cNvPr id="1126" name="Google Shape;1126;p20"/>
          <p:cNvSpPr/>
          <p:nvPr/>
        </p:nvSpPr>
        <p:spPr>
          <a:xfrm rot="5400000">
            <a:off x="-1854000" y="4050000"/>
            <a:ext cx="4284000" cy="288000"/>
          </a:xfrm>
          <a:prstGeom prst="rect">
            <a:avLst/>
          </a:prstGeom>
          <a:solidFill>
            <a:srgbClr val="525252"/>
          </a:solidFill>
          <a:ln cap="flat" cmpd="sng" w="19050">
            <a:solidFill>
              <a:srgbClr val="5252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千葉事業所</a:t>
            </a:r>
            <a:endParaRPr b="1" sz="1400">
              <a:solidFill>
                <a:schemeClr val="lt1"/>
              </a:solidFill>
              <a:latin typeface="Arial"/>
              <a:ea typeface="Arial"/>
              <a:cs typeface="Arial"/>
              <a:sym typeface="Arial"/>
            </a:endParaRPr>
          </a:p>
        </p:txBody>
      </p:sp>
      <p:sp>
        <p:nvSpPr>
          <p:cNvPr id="1127" name="Google Shape;1127;p20"/>
          <p:cNvSpPr/>
          <p:nvPr/>
        </p:nvSpPr>
        <p:spPr>
          <a:xfrm rot="5400000">
            <a:off x="-270000" y="1638000"/>
            <a:ext cx="1836000" cy="28800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L4</a:t>
            </a:r>
            <a:endParaRPr b="1" sz="1400">
              <a:solidFill>
                <a:schemeClr val="lt1"/>
              </a:solidFill>
              <a:latin typeface="Arial"/>
              <a:ea typeface="Arial"/>
              <a:cs typeface="Arial"/>
              <a:sym typeface="Arial"/>
            </a:endParaRPr>
          </a:p>
        </p:txBody>
      </p:sp>
      <p:sp>
        <p:nvSpPr>
          <p:cNvPr id="1128" name="Google Shape;1128;p20"/>
          <p:cNvSpPr/>
          <p:nvPr/>
        </p:nvSpPr>
        <p:spPr>
          <a:xfrm>
            <a:off x="4212000" y="864000"/>
            <a:ext cx="1440000" cy="432000"/>
          </a:xfrm>
          <a:prstGeom prst="roundRect">
            <a:avLst>
              <a:gd fmla="val 14699" name="adj"/>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200">
                <a:solidFill>
                  <a:schemeClr val="lt1"/>
                </a:solidFill>
                <a:latin typeface="Arial"/>
                <a:ea typeface="Arial"/>
                <a:cs typeface="Arial"/>
                <a:sym typeface="Arial"/>
              </a:rPr>
              <a:t>OneSAP</a:t>
            </a:r>
            <a:endParaRPr sz="1200">
              <a:solidFill>
                <a:schemeClr val="lt1"/>
              </a:solidFill>
              <a:latin typeface="Arial"/>
              <a:ea typeface="Arial"/>
              <a:cs typeface="Arial"/>
              <a:sym typeface="Arial"/>
            </a:endParaRPr>
          </a:p>
        </p:txBody>
      </p:sp>
      <p:cxnSp>
        <p:nvCxnSpPr>
          <p:cNvPr id="1129" name="Google Shape;1129;p20"/>
          <p:cNvCxnSpPr>
            <a:endCxn id="1109" idx="2"/>
          </p:cNvCxnSpPr>
          <p:nvPr/>
        </p:nvCxnSpPr>
        <p:spPr>
          <a:xfrm rot="10800000">
            <a:off x="3204000" y="4032000"/>
            <a:ext cx="900000" cy="144000"/>
          </a:xfrm>
          <a:prstGeom prst="bentConnector2">
            <a:avLst/>
          </a:prstGeom>
          <a:noFill/>
          <a:ln cap="flat" cmpd="sng" w="28575">
            <a:solidFill>
              <a:schemeClr val="accent3"/>
            </a:solidFill>
            <a:prstDash val="solid"/>
            <a:miter lim="800000"/>
            <a:headEnd len="med" w="med" type="triangle"/>
            <a:tailEnd len="med" w="med" type="triangle"/>
          </a:ln>
        </p:spPr>
      </p:cxnSp>
      <p:grpSp>
        <p:nvGrpSpPr>
          <p:cNvPr id="1130" name="Google Shape;1130;p20"/>
          <p:cNvGrpSpPr/>
          <p:nvPr/>
        </p:nvGrpSpPr>
        <p:grpSpPr>
          <a:xfrm>
            <a:off x="7055999" y="2088000"/>
            <a:ext cx="1944000" cy="307777"/>
            <a:chOff x="7056000" y="5796000"/>
            <a:chExt cx="1944000" cy="307777"/>
          </a:xfrm>
        </p:grpSpPr>
        <p:sp>
          <p:nvSpPr>
            <p:cNvPr id="1131" name="Google Shape;1131;p20"/>
            <p:cNvSpPr/>
            <p:nvPr/>
          </p:nvSpPr>
          <p:spPr>
            <a:xfrm>
              <a:off x="7056000" y="5832000"/>
              <a:ext cx="360000" cy="216000"/>
            </a:xfrm>
            <a:prstGeom prst="rect">
              <a:avLst/>
            </a:prstGeom>
            <a:noFill/>
            <a:ln cap="flat" cmpd="sng" w="38100">
              <a:solidFill>
                <a:srgbClr val="FF0000"/>
              </a:solidFill>
              <a:prstDash val="dash"/>
              <a:miter lim="800000"/>
              <a:headEnd len="sm" w="sm" type="none"/>
              <a:tailEnd len="sm" w="sm" type="none"/>
            </a:ln>
          </p:spPr>
          <p:txBody>
            <a:bodyPr anchorCtr="0" anchor="ctr" bIns="45700" lIns="36000" spcFirstLastPara="1" rIns="36000" wrap="square" tIns="45700">
              <a:noAutofit/>
            </a:bodyPr>
            <a:lstStyle/>
            <a:p>
              <a:pPr indent="0" lvl="0" marL="0" marR="0" rtl="0" algn="ctr">
                <a:spcBef>
                  <a:spcPts val="0"/>
                </a:spcBef>
                <a:spcAft>
                  <a:spcPts val="0"/>
                </a:spcAft>
                <a:buNone/>
              </a:pPr>
              <a:r>
                <a:t/>
              </a:r>
              <a:endParaRPr b="1" sz="1200">
                <a:solidFill>
                  <a:schemeClr val="dk1"/>
                </a:solidFill>
                <a:latin typeface="Arial"/>
                <a:ea typeface="Arial"/>
                <a:cs typeface="Arial"/>
                <a:sym typeface="Arial"/>
              </a:endParaRPr>
            </a:p>
          </p:txBody>
        </p:sp>
        <p:sp>
          <p:nvSpPr>
            <p:cNvPr id="1132" name="Google Shape;1132;p20"/>
            <p:cNvSpPr txBox="1"/>
            <p:nvPr/>
          </p:nvSpPr>
          <p:spPr>
            <a:xfrm>
              <a:off x="7380000" y="5796000"/>
              <a:ext cx="1620000" cy="30777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本提案の対象範囲</a:t>
              </a:r>
              <a:endParaRPr/>
            </a:p>
          </p:txBody>
        </p:sp>
      </p:grpSp>
      <p:sp>
        <p:nvSpPr>
          <p:cNvPr id="1133" name="Google Shape;1133;p20"/>
          <p:cNvSpPr/>
          <p:nvPr/>
        </p:nvSpPr>
        <p:spPr>
          <a:xfrm>
            <a:off x="7560000" y="4464000"/>
            <a:ext cx="1440000" cy="432000"/>
          </a:xfrm>
          <a:prstGeom prst="roundRect">
            <a:avLst>
              <a:gd fmla="val 14699" name="adj"/>
            </a:avLst>
          </a:prstGeom>
          <a:solidFill>
            <a:schemeClr val="accent1"/>
          </a:solidFill>
          <a:ln>
            <a:noFill/>
          </a:ln>
        </p:spPr>
        <p:txBody>
          <a:bodyPr anchorCtr="0" anchor="ctr" bIns="45700" lIns="36000" spcFirstLastPara="1" rIns="36000" wrap="square" tIns="45700">
            <a:noAutofit/>
          </a:bodyPr>
          <a:lstStyle/>
          <a:p>
            <a:pPr indent="0" lvl="0" marL="0" marR="0" rtl="0" algn="ctr">
              <a:spcBef>
                <a:spcPts val="0"/>
              </a:spcBef>
              <a:spcAft>
                <a:spcPts val="0"/>
              </a:spcAft>
              <a:buNone/>
            </a:pPr>
            <a:r>
              <a:rPr lang="ja-JP" sz="1200">
                <a:solidFill>
                  <a:schemeClr val="lt1"/>
                </a:solidFill>
                <a:latin typeface="Arial"/>
                <a:ea typeface="Arial"/>
                <a:cs typeface="Arial"/>
                <a:sym typeface="Arial"/>
              </a:rPr>
              <a:t>自動倉庫</a:t>
            </a:r>
            <a:endParaRPr sz="1200">
              <a:solidFill>
                <a:schemeClr val="lt1"/>
              </a:solidFill>
              <a:latin typeface="Arial"/>
              <a:ea typeface="Arial"/>
              <a:cs typeface="Arial"/>
              <a:sym typeface="Arial"/>
            </a:endParaRPr>
          </a:p>
          <a:p>
            <a:pPr indent="0" lvl="0" marL="0" marR="0" rtl="0" algn="ctr">
              <a:spcBef>
                <a:spcPts val="0"/>
              </a:spcBef>
              <a:spcAft>
                <a:spcPts val="0"/>
              </a:spcAft>
              <a:buNone/>
            </a:pPr>
            <a:r>
              <a:rPr lang="ja-JP" sz="1200">
                <a:solidFill>
                  <a:schemeClr val="lt1"/>
                </a:solidFill>
                <a:latin typeface="Arial"/>
                <a:ea typeface="Arial"/>
                <a:cs typeface="Arial"/>
                <a:sym typeface="Arial"/>
              </a:rPr>
              <a:t>システム</a:t>
            </a:r>
            <a:endParaRPr sz="1200">
              <a:solidFill>
                <a:schemeClr val="lt1"/>
              </a:solidFill>
              <a:latin typeface="Arial"/>
              <a:ea typeface="Arial"/>
              <a:cs typeface="Arial"/>
              <a:sym typeface="Arial"/>
            </a:endParaRPr>
          </a:p>
        </p:txBody>
      </p:sp>
      <p:sp>
        <p:nvSpPr>
          <p:cNvPr id="1134" name="Google Shape;1134;p20"/>
          <p:cNvSpPr/>
          <p:nvPr/>
        </p:nvSpPr>
        <p:spPr>
          <a:xfrm>
            <a:off x="7560000" y="3600000"/>
            <a:ext cx="1440000" cy="432000"/>
          </a:xfrm>
          <a:prstGeom prst="roundRect">
            <a:avLst>
              <a:gd fmla="val 14699" name="adj"/>
            </a:avLst>
          </a:prstGeom>
          <a:solidFill>
            <a:schemeClr val="accent1"/>
          </a:solidFill>
          <a:ln>
            <a:noFill/>
          </a:ln>
        </p:spPr>
        <p:txBody>
          <a:bodyPr anchorCtr="0" anchor="ctr" bIns="45700" lIns="36000" spcFirstLastPara="1" rIns="36000" wrap="square" tIns="45700">
            <a:noAutofit/>
          </a:bodyPr>
          <a:lstStyle/>
          <a:p>
            <a:pPr indent="0" lvl="0" marL="0" marR="0" rtl="0" algn="ctr">
              <a:spcBef>
                <a:spcPts val="0"/>
              </a:spcBef>
              <a:spcAft>
                <a:spcPts val="0"/>
              </a:spcAft>
              <a:buNone/>
            </a:pPr>
            <a:r>
              <a:rPr lang="ja-JP" sz="1200">
                <a:solidFill>
                  <a:schemeClr val="lt1"/>
                </a:solidFill>
                <a:latin typeface="Arial"/>
                <a:ea typeface="Arial"/>
                <a:cs typeface="Arial"/>
                <a:sym typeface="Arial"/>
              </a:rPr>
              <a:t>充填管理</a:t>
            </a:r>
            <a:endParaRPr sz="1200">
              <a:solidFill>
                <a:schemeClr val="lt1"/>
              </a:solidFill>
              <a:latin typeface="Arial"/>
              <a:ea typeface="Arial"/>
              <a:cs typeface="Arial"/>
              <a:sym typeface="Arial"/>
            </a:endParaRPr>
          </a:p>
          <a:p>
            <a:pPr indent="0" lvl="0" marL="0" marR="0" rtl="0" algn="ctr">
              <a:spcBef>
                <a:spcPts val="0"/>
              </a:spcBef>
              <a:spcAft>
                <a:spcPts val="0"/>
              </a:spcAft>
              <a:buNone/>
            </a:pPr>
            <a:r>
              <a:rPr lang="ja-JP" sz="1200">
                <a:solidFill>
                  <a:schemeClr val="lt1"/>
                </a:solidFill>
                <a:latin typeface="Arial"/>
                <a:ea typeface="Arial"/>
                <a:cs typeface="Arial"/>
                <a:sym typeface="Arial"/>
              </a:rPr>
              <a:t>システム</a:t>
            </a:r>
            <a:endParaRPr sz="1200">
              <a:solidFill>
                <a:schemeClr val="lt1"/>
              </a:solidFill>
              <a:latin typeface="Arial"/>
              <a:ea typeface="Arial"/>
              <a:cs typeface="Arial"/>
              <a:sym typeface="Arial"/>
            </a:endParaRPr>
          </a:p>
        </p:txBody>
      </p:sp>
      <p:sp>
        <p:nvSpPr>
          <p:cNvPr id="1135" name="Google Shape;1135;p20"/>
          <p:cNvSpPr/>
          <p:nvPr/>
        </p:nvSpPr>
        <p:spPr>
          <a:xfrm>
            <a:off x="2484000" y="4464000"/>
            <a:ext cx="1440000" cy="432000"/>
          </a:xfrm>
          <a:prstGeom prst="roundRect">
            <a:avLst>
              <a:gd fmla="val 14699" name="adj"/>
            </a:avLst>
          </a:prstGeom>
          <a:solidFill>
            <a:schemeClr val="accent1"/>
          </a:solidFill>
          <a:ln>
            <a:noFill/>
          </a:ln>
        </p:spPr>
        <p:txBody>
          <a:bodyPr anchorCtr="0" anchor="ctr" bIns="45700" lIns="36000" spcFirstLastPara="1" rIns="36000" wrap="square" tIns="45700">
            <a:noAutofit/>
          </a:bodyPr>
          <a:lstStyle/>
          <a:p>
            <a:pPr indent="0" lvl="0" marL="0" marR="0" rtl="0" algn="ctr">
              <a:spcBef>
                <a:spcPts val="0"/>
              </a:spcBef>
              <a:spcAft>
                <a:spcPts val="0"/>
              </a:spcAft>
              <a:buNone/>
            </a:pPr>
            <a:r>
              <a:rPr lang="ja-JP" sz="1200">
                <a:solidFill>
                  <a:schemeClr val="lt1"/>
                </a:solidFill>
                <a:latin typeface="Arial"/>
                <a:ea typeface="Arial"/>
                <a:cs typeface="Arial"/>
                <a:sym typeface="Arial"/>
              </a:rPr>
              <a:t>ロット</a:t>
            </a:r>
            <a:endParaRPr sz="1200">
              <a:solidFill>
                <a:schemeClr val="lt1"/>
              </a:solidFill>
              <a:latin typeface="Arial"/>
              <a:ea typeface="Arial"/>
              <a:cs typeface="Arial"/>
              <a:sym typeface="Arial"/>
            </a:endParaRPr>
          </a:p>
          <a:p>
            <a:pPr indent="0" lvl="0" marL="0" marR="0" rtl="0" algn="ctr">
              <a:spcBef>
                <a:spcPts val="0"/>
              </a:spcBef>
              <a:spcAft>
                <a:spcPts val="0"/>
              </a:spcAft>
              <a:buNone/>
            </a:pPr>
            <a:r>
              <a:rPr lang="ja-JP" sz="1200">
                <a:solidFill>
                  <a:schemeClr val="lt1"/>
                </a:solidFill>
                <a:latin typeface="Arial"/>
                <a:ea typeface="Arial"/>
                <a:cs typeface="Arial"/>
                <a:sym typeface="Arial"/>
              </a:rPr>
              <a:t>追跡システム</a:t>
            </a:r>
            <a:endParaRPr sz="1200">
              <a:solidFill>
                <a:schemeClr val="lt1"/>
              </a:solidFill>
              <a:latin typeface="Arial"/>
              <a:ea typeface="Arial"/>
              <a:cs typeface="Arial"/>
              <a:sym typeface="Arial"/>
            </a:endParaRPr>
          </a:p>
        </p:txBody>
      </p:sp>
      <p:cxnSp>
        <p:nvCxnSpPr>
          <p:cNvPr id="1136" name="Google Shape;1136;p20"/>
          <p:cNvCxnSpPr>
            <a:endCxn id="1133" idx="0"/>
          </p:cNvCxnSpPr>
          <p:nvPr/>
        </p:nvCxnSpPr>
        <p:spPr>
          <a:xfrm>
            <a:off x="5760000" y="4320000"/>
            <a:ext cx="2520000" cy="144000"/>
          </a:xfrm>
          <a:prstGeom prst="bentConnector2">
            <a:avLst/>
          </a:prstGeom>
          <a:noFill/>
          <a:ln cap="flat" cmpd="sng" w="28575">
            <a:solidFill>
              <a:schemeClr val="accent3"/>
            </a:solidFill>
            <a:prstDash val="solid"/>
            <a:miter lim="800000"/>
            <a:headEnd len="sm" w="sm" type="none"/>
            <a:tailEnd len="med" w="med" type="triangle"/>
          </a:ln>
        </p:spPr>
      </p:cxnSp>
      <p:cxnSp>
        <p:nvCxnSpPr>
          <p:cNvPr id="1137" name="Google Shape;1137;p20"/>
          <p:cNvCxnSpPr>
            <a:endCxn id="1134" idx="2"/>
          </p:cNvCxnSpPr>
          <p:nvPr/>
        </p:nvCxnSpPr>
        <p:spPr>
          <a:xfrm flipH="1" rot="10800000">
            <a:off x="5760000" y="4032000"/>
            <a:ext cx="2520000" cy="144000"/>
          </a:xfrm>
          <a:prstGeom prst="bentConnector2">
            <a:avLst/>
          </a:prstGeom>
          <a:noFill/>
          <a:ln cap="flat" cmpd="sng" w="28575">
            <a:solidFill>
              <a:schemeClr val="accent3"/>
            </a:solidFill>
            <a:prstDash val="solid"/>
            <a:miter lim="800000"/>
            <a:headEnd len="med" w="med" type="triangle"/>
            <a:tailEnd len="med" w="med" type="triangle"/>
          </a:ln>
        </p:spPr>
      </p:cxnSp>
      <p:cxnSp>
        <p:nvCxnSpPr>
          <p:cNvPr id="1138" name="Google Shape;1138;p20"/>
          <p:cNvCxnSpPr/>
          <p:nvPr/>
        </p:nvCxnSpPr>
        <p:spPr>
          <a:xfrm>
            <a:off x="1584000" y="4896000"/>
            <a:ext cx="0" cy="1008000"/>
          </a:xfrm>
          <a:prstGeom prst="straightConnector1">
            <a:avLst/>
          </a:prstGeom>
          <a:noFill/>
          <a:ln cap="flat" cmpd="sng" w="28575">
            <a:solidFill>
              <a:schemeClr val="accent3"/>
            </a:solidFill>
            <a:prstDash val="solid"/>
            <a:miter lim="800000"/>
            <a:headEnd len="med" w="med" type="triangle"/>
            <a:tailEnd len="med" w="med" type="triangle"/>
          </a:ln>
        </p:spPr>
      </p:cxnSp>
      <p:sp>
        <p:nvSpPr>
          <p:cNvPr id="1139" name="Google Shape;1139;p20"/>
          <p:cNvSpPr/>
          <p:nvPr/>
        </p:nvSpPr>
        <p:spPr>
          <a:xfrm>
            <a:off x="864000" y="5184000"/>
            <a:ext cx="1440000" cy="432000"/>
          </a:xfrm>
          <a:prstGeom prst="roundRect">
            <a:avLst>
              <a:gd fmla="val 14699" name="adj"/>
            </a:avLst>
          </a:prstGeom>
          <a:solidFill>
            <a:srgbClr val="DEEBF7">
              <a:alpha val="49803"/>
            </a:srgbClr>
          </a:solidFill>
          <a:ln cap="flat" cmpd="sng" w="9525">
            <a:solidFill>
              <a:schemeClr val="accent1"/>
            </a:solidFill>
            <a:prstDash val="solid"/>
            <a:miter lim="800000"/>
            <a:headEnd len="sm" w="sm" type="none"/>
            <a:tailEnd len="sm" w="sm" type="none"/>
          </a:ln>
        </p:spPr>
        <p:txBody>
          <a:bodyPr anchorCtr="0" anchor="ctr" bIns="45700" lIns="36000" spcFirstLastPara="1" rIns="36000" wrap="square" tIns="45700">
            <a:noAutofit/>
          </a:bodyPr>
          <a:lstStyle/>
          <a:p>
            <a:pPr indent="0" lvl="0" marL="0" marR="0" rtl="0" algn="ctr">
              <a:spcBef>
                <a:spcPts val="0"/>
              </a:spcBef>
              <a:spcAft>
                <a:spcPts val="0"/>
              </a:spcAft>
              <a:buNone/>
            </a:pPr>
            <a:r>
              <a:rPr lang="ja-JP" sz="1200">
                <a:solidFill>
                  <a:schemeClr val="dk1"/>
                </a:solidFill>
                <a:latin typeface="Arial"/>
                <a:ea typeface="Arial"/>
                <a:cs typeface="Arial"/>
                <a:sym typeface="Arial"/>
              </a:rPr>
              <a:t>EAI(L2.5)</a:t>
            </a:r>
            <a:endParaRPr sz="1200">
              <a:solidFill>
                <a:schemeClr val="dk1"/>
              </a:solidFill>
              <a:latin typeface="Arial"/>
              <a:ea typeface="Arial"/>
              <a:cs typeface="Arial"/>
              <a:sym typeface="Arial"/>
            </a:endParaRPr>
          </a:p>
        </p:txBody>
      </p:sp>
      <p:cxnSp>
        <p:nvCxnSpPr>
          <p:cNvPr id="1140" name="Google Shape;1140;p20"/>
          <p:cNvCxnSpPr>
            <a:endCxn id="1135" idx="0"/>
          </p:cNvCxnSpPr>
          <p:nvPr/>
        </p:nvCxnSpPr>
        <p:spPr>
          <a:xfrm flipH="1">
            <a:off x="3204000" y="4320000"/>
            <a:ext cx="900000" cy="144000"/>
          </a:xfrm>
          <a:prstGeom prst="bentConnector2">
            <a:avLst/>
          </a:prstGeom>
          <a:noFill/>
          <a:ln cap="flat" cmpd="sng" w="28575">
            <a:solidFill>
              <a:schemeClr val="accent3"/>
            </a:solidFill>
            <a:prstDash val="solid"/>
            <a:miter lim="800000"/>
            <a:headEnd len="med" w="med" type="triangle"/>
            <a:tailEnd len="sm" w="sm" type="none"/>
          </a:ln>
        </p:spPr>
      </p:cxnSp>
      <p:cxnSp>
        <p:nvCxnSpPr>
          <p:cNvPr id="1141" name="Google Shape;1141;p20"/>
          <p:cNvCxnSpPr>
            <a:endCxn id="1114" idx="0"/>
          </p:cNvCxnSpPr>
          <p:nvPr/>
        </p:nvCxnSpPr>
        <p:spPr>
          <a:xfrm flipH="1">
            <a:off x="1584000" y="3600000"/>
            <a:ext cx="3204000" cy="864000"/>
          </a:xfrm>
          <a:prstGeom prst="bentConnector3">
            <a:avLst>
              <a:gd fmla="val 0" name="adj1"/>
            </a:avLst>
          </a:prstGeom>
          <a:noFill/>
          <a:ln cap="flat" cmpd="sng" w="28575">
            <a:solidFill>
              <a:schemeClr val="accent3"/>
            </a:solidFill>
            <a:prstDash val="solid"/>
            <a:miter lim="800000"/>
            <a:headEnd len="med" w="med" type="triangle"/>
            <a:tailEnd len="med" w="med" type="triangle"/>
          </a:ln>
        </p:spPr>
      </p:cxnSp>
      <p:cxnSp>
        <p:nvCxnSpPr>
          <p:cNvPr id="1142" name="Google Shape;1142;p20"/>
          <p:cNvCxnSpPr/>
          <p:nvPr/>
        </p:nvCxnSpPr>
        <p:spPr>
          <a:xfrm>
            <a:off x="5076000" y="1296000"/>
            <a:ext cx="0" cy="2304000"/>
          </a:xfrm>
          <a:prstGeom prst="straightConnector1">
            <a:avLst/>
          </a:prstGeom>
          <a:noFill/>
          <a:ln cap="flat" cmpd="sng" w="28575">
            <a:solidFill>
              <a:schemeClr val="accent3"/>
            </a:solidFill>
            <a:prstDash val="solid"/>
            <a:miter lim="800000"/>
            <a:headEnd len="med" w="med" type="triangle"/>
            <a:tailEnd len="med" w="med" type="triangle"/>
          </a:ln>
        </p:spPr>
      </p:cxnSp>
      <p:sp>
        <p:nvSpPr>
          <p:cNvPr id="1143" name="Google Shape;1143;p20"/>
          <p:cNvSpPr/>
          <p:nvPr/>
        </p:nvSpPr>
        <p:spPr>
          <a:xfrm>
            <a:off x="4212000" y="1440000"/>
            <a:ext cx="1440000" cy="432000"/>
          </a:xfrm>
          <a:prstGeom prst="roundRect">
            <a:avLst>
              <a:gd fmla="val 14699" name="adj"/>
            </a:avLst>
          </a:prstGeom>
          <a:solidFill>
            <a:srgbClr val="DEEBF7">
              <a:alpha val="49803"/>
            </a:srgbClr>
          </a:solid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200">
                <a:solidFill>
                  <a:schemeClr val="dk1"/>
                </a:solidFill>
                <a:latin typeface="Arial"/>
                <a:ea typeface="Arial"/>
                <a:cs typeface="Arial"/>
                <a:sym typeface="Arial"/>
              </a:rPr>
              <a:t>連携基盤</a:t>
            </a:r>
            <a:endParaRPr sz="1200">
              <a:solidFill>
                <a:schemeClr val="dk1"/>
              </a:solidFill>
              <a:latin typeface="Arial"/>
              <a:ea typeface="Arial"/>
              <a:cs typeface="Arial"/>
              <a:sym typeface="Arial"/>
            </a:endParaRPr>
          </a:p>
        </p:txBody>
      </p:sp>
      <p:cxnSp>
        <p:nvCxnSpPr>
          <p:cNvPr id="1144" name="Google Shape;1144;p20"/>
          <p:cNvCxnSpPr/>
          <p:nvPr/>
        </p:nvCxnSpPr>
        <p:spPr>
          <a:xfrm flipH="1" rot="-5400000">
            <a:off x="5616000" y="4824000"/>
            <a:ext cx="1224000" cy="936000"/>
          </a:xfrm>
          <a:prstGeom prst="bentConnector2">
            <a:avLst/>
          </a:prstGeom>
          <a:noFill/>
          <a:ln cap="flat" cmpd="sng" w="28575">
            <a:solidFill>
              <a:schemeClr val="accent3"/>
            </a:solidFill>
            <a:prstDash val="solid"/>
            <a:miter lim="800000"/>
            <a:headEnd len="sm" w="sm" type="none"/>
            <a:tailEnd len="med" w="med" type="triangle"/>
          </a:ln>
        </p:spPr>
      </p:cxnSp>
      <p:sp>
        <p:nvSpPr>
          <p:cNvPr id="1145" name="Google Shape;1145;p20"/>
          <p:cNvSpPr/>
          <p:nvPr/>
        </p:nvSpPr>
        <p:spPr>
          <a:xfrm>
            <a:off x="5940000" y="4464000"/>
            <a:ext cx="1440000" cy="432000"/>
          </a:xfrm>
          <a:prstGeom prst="roundRect">
            <a:avLst>
              <a:gd fmla="val 14699" name="adj"/>
            </a:avLst>
          </a:prstGeom>
          <a:solidFill>
            <a:srgbClr val="DEEBF7">
              <a:alpha val="49803"/>
            </a:srgbClr>
          </a:solidFill>
          <a:ln cap="flat" cmpd="sng" w="12700">
            <a:solidFill>
              <a:schemeClr val="accent1"/>
            </a:solidFill>
            <a:prstDash val="dash"/>
            <a:miter lim="800000"/>
            <a:headEnd len="sm" w="sm" type="none"/>
            <a:tailEnd len="sm" w="sm" type="none"/>
          </a:ln>
        </p:spPr>
        <p:txBody>
          <a:bodyPr anchorCtr="0" anchor="ctr" bIns="45700" lIns="36000" spcFirstLastPara="1" rIns="36000" wrap="square" tIns="45700">
            <a:noAutofit/>
          </a:bodyPr>
          <a:lstStyle/>
          <a:p>
            <a:pPr indent="0" lvl="0" marL="0" marR="0" rtl="0" algn="ctr">
              <a:spcBef>
                <a:spcPts val="0"/>
              </a:spcBef>
              <a:spcAft>
                <a:spcPts val="0"/>
              </a:spcAft>
              <a:buNone/>
            </a:pPr>
            <a:r>
              <a:rPr b="1" lang="ja-JP" sz="1200">
                <a:solidFill>
                  <a:srgbClr val="FF0000"/>
                </a:solidFill>
                <a:latin typeface="Arial"/>
                <a:ea typeface="Arial"/>
                <a:cs typeface="Arial"/>
                <a:sym typeface="Arial"/>
              </a:rPr>
              <a:t>制御システム</a:t>
            </a:r>
            <a:endParaRPr b="1" sz="1200">
              <a:solidFill>
                <a:srgbClr val="FF0000"/>
              </a:solidFill>
              <a:latin typeface="Arial"/>
              <a:ea typeface="Arial"/>
              <a:cs typeface="Arial"/>
              <a:sym typeface="Arial"/>
            </a:endParaRPr>
          </a:p>
          <a:p>
            <a:pPr indent="0" lvl="0" marL="0" marR="0" rtl="0" algn="ctr">
              <a:spcBef>
                <a:spcPts val="0"/>
              </a:spcBef>
              <a:spcAft>
                <a:spcPts val="0"/>
              </a:spcAft>
              <a:buNone/>
            </a:pPr>
            <a:r>
              <a:rPr b="1" lang="ja-JP" sz="1200">
                <a:solidFill>
                  <a:srgbClr val="FF0000"/>
                </a:solidFill>
                <a:latin typeface="Arial"/>
                <a:ea typeface="Arial"/>
                <a:cs typeface="Arial"/>
                <a:sym typeface="Arial"/>
              </a:rPr>
              <a:t>通信サーバ</a:t>
            </a:r>
            <a:endParaRPr b="1" sz="1200">
              <a:solidFill>
                <a:srgbClr val="FF0000"/>
              </a:solidFill>
              <a:latin typeface="Arial"/>
              <a:ea typeface="Arial"/>
              <a:cs typeface="Arial"/>
              <a:sym typeface="Arial"/>
            </a:endParaRPr>
          </a:p>
        </p:txBody>
      </p:sp>
      <p:sp>
        <p:nvSpPr>
          <p:cNvPr id="1146" name="Google Shape;1146;p20"/>
          <p:cNvSpPr/>
          <p:nvPr/>
        </p:nvSpPr>
        <p:spPr>
          <a:xfrm>
            <a:off x="864000" y="2880000"/>
            <a:ext cx="1440000" cy="432000"/>
          </a:xfrm>
          <a:prstGeom prst="roundRect">
            <a:avLst>
              <a:gd fmla="val 14699" name="adj"/>
            </a:avLst>
          </a:prstGeom>
          <a:solidFill>
            <a:srgbClr val="DEEBF7">
              <a:alpha val="49803"/>
            </a:srgbClr>
          </a:solidFill>
          <a:ln cap="flat" cmpd="sng" w="9525">
            <a:solidFill>
              <a:schemeClr val="accent1"/>
            </a:solidFill>
            <a:prstDash val="solid"/>
            <a:miter lim="800000"/>
            <a:headEnd len="sm" w="sm" type="none"/>
            <a:tailEnd len="sm" w="sm" type="none"/>
          </a:ln>
        </p:spPr>
        <p:txBody>
          <a:bodyPr anchorCtr="0" anchor="ctr" bIns="45700" lIns="36000" spcFirstLastPara="1" rIns="36000" wrap="square" tIns="45700">
            <a:noAutofit/>
          </a:bodyPr>
          <a:lstStyle/>
          <a:p>
            <a:pPr indent="0" lvl="0" marL="0" marR="0" rtl="0" algn="ctr">
              <a:spcBef>
                <a:spcPts val="0"/>
              </a:spcBef>
              <a:spcAft>
                <a:spcPts val="0"/>
              </a:spcAft>
              <a:buNone/>
            </a:pPr>
            <a:r>
              <a:rPr lang="ja-JP" sz="1200">
                <a:solidFill>
                  <a:schemeClr val="dk1"/>
                </a:solidFill>
                <a:latin typeface="Arial"/>
                <a:ea typeface="Arial"/>
                <a:cs typeface="Arial"/>
                <a:sym typeface="Arial"/>
              </a:rPr>
              <a:t>EAI(L3.5)</a:t>
            </a:r>
            <a:endParaRPr sz="1200">
              <a:solidFill>
                <a:schemeClr val="dk1"/>
              </a:solidFill>
              <a:latin typeface="Arial"/>
              <a:ea typeface="Arial"/>
              <a:cs typeface="Arial"/>
              <a:sym typeface="Arial"/>
            </a:endParaRPr>
          </a:p>
        </p:txBody>
      </p:sp>
      <p:sp>
        <p:nvSpPr>
          <p:cNvPr id="1147" name="Google Shape;1147;p20"/>
          <p:cNvSpPr/>
          <p:nvPr/>
        </p:nvSpPr>
        <p:spPr>
          <a:xfrm>
            <a:off x="4212000" y="2879999"/>
            <a:ext cx="1440000" cy="432000"/>
          </a:xfrm>
          <a:prstGeom prst="roundRect">
            <a:avLst>
              <a:gd fmla="val 14699" name="adj"/>
            </a:avLst>
          </a:prstGeom>
          <a:solidFill>
            <a:srgbClr val="DEEBF7">
              <a:alpha val="49803"/>
            </a:srgbClr>
          </a:solidFill>
          <a:ln cap="flat" cmpd="sng" w="12700">
            <a:solidFill>
              <a:schemeClr val="accent1"/>
            </a:solidFill>
            <a:prstDash val="solid"/>
            <a:miter lim="800000"/>
            <a:headEnd len="sm" w="sm" type="none"/>
            <a:tailEnd len="sm" w="sm" type="none"/>
          </a:ln>
        </p:spPr>
        <p:txBody>
          <a:bodyPr anchorCtr="0" anchor="ctr" bIns="45700" lIns="36000" spcFirstLastPara="1" rIns="36000" wrap="square" tIns="45700">
            <a:noAutofit/>
          </a:bodyPr>
          <a:lstStyle/>
          <a:p>
            <a:pPr indent="0" lvl="0" marL="0" marR="0" rtl="0" algn="ctr">
              <a:spcBef>
                <a:spcPts val="0"/>
              </a:spcBef>
              <a:spcAft>
                <a:spcPts val="0"/>
              </a:spcAft>
              <a:buNone/>
            </a:pPr>
            <a:r>
              <a:rPr lang="ja-JP" sz="1200">
                <a:solidFill>
                  <a:schemeClr val="dk1"/>
                </a:solidFill>
                <a:latin typeface="Arial"/>
                <a:ea typeface="Arial"/>
                <a:cs typeface="Arial"/>
                <a:sym typeface="Arial"/>
              </a:rPr>
              <a:t>通信サーバ</a:t>
            </a:r>
            <a:endParaRPr sz="1200">
              <a:solidFill>
                <a:schemeClr val="dk1"/>
              </a:solidFill>
              <a:latin typeface="Arial"/>
              <a:ea typeface="Arial"/>
              <a:cs typeface="Arial"/>
              <a:sym typeface="Arial"/>
            </a:endParaRPr>
          </a:p>
        </p:txBody>
      </p:sp>
      <p:cxnSp>
        <p:nvCxnSpPr>
          <p:cNvPr id="1148" name="Google Shape;1148;p20"/>
          <p:cNvCxnSpPr>
            <a:stCxn id="1133" idx="2"/>
            <a:endCxn id="1135" idx="2"/>
          </p:cNvCxnSpPr>
          <p:nvPr/>
        </p:nvCxnSpPr>
        <p:spPr>
          <a:xfrm rot="5400000">
            <a:off x="5741700" y="2358300"/>
            <a:ext cx="600" cy="5076000"/>
          </a:xfrm>
          <a:prstGeom prst="bentConnector3">
            <a:avLst>
              <a:gd fmla="val 37041667" name="adj1"/>
            </a:avLst>
          </a:prstGeom>
          <a:noFill/>
          <a:ln cap="flat" cmpd="sng" w="28575">
            <a:solidFill>
              <a:schemeClr val="accent3"/>
            </a:solidFill>
            <a:prstDash val="solid"/>
            <a:miter lim="800000"/>
            <a:headEnd len="med" w="med" type="triangle"/>
            <a:tailEnd len="med" w="med" type="triangle"/>
          </a:ln>
        </p:spPr>
      </p:cxnSp>
      <p:sp>
        <p:nvSpPr>
          <p:cNvPr id="1149" name="Google Shape;1149;p20"/>
          <p:cNvSpPr/>
          <p:nvPr/>
        </p:nvSpPr>
        <p:spPr>
          <a:xfrm>
            <a:off x="4716000" y="2246825"/>
            <a:ext cx="720000" cy="144000"/>
          </a:xfrm>
          <a:prstGeom prst="rect">
            <a:avLst/>
          </a:prstGeom>
          <a:solidFill>
            <a:schemeClr val="lt1">
              <a:alpha val="49803"/>
            </a:schemeClr>
          </a:solidFill>
          <a:ln cap="flat" cmpd="sng" w="12700">
            <a:solidFill>
              <a:srgbClr val="DBDBD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000">
                <a:solidFill>
                  <a:srgbClr val="FF0000"/>
                </a:solidFill>
                <a:latin typeface="Arial"/>
                <a:ea typeface="Arial"/>
                <a:cs typeface="Arial"/>
                <a:sym typeface="Arial"/>
              </a:rPr>
              <a:t>NAS</a:t>
            </a:r>
            <a:endParaRPr b="1" sz="1000">
              <a:solidFill>
                <a:srgbClr val="FF0000"/>
              </a:solidFill>
              <a:latin typeface="Arial"/>
              <a:ea typeface="Arial"/>
              <a:cs typeface="Arial"/>
              <a:sym typeface="Arial"/>
            </a:endParaRPr>
          </a:p>
        </p:txBody>
      </p:sp>
      <p:sp>
        <p:nvSpPr>
          <p:cNvPr id="1150" name="Google Shape;1150;p20"/>
          <p:cNvSpPr/>
          <p:nvPr/>
        </p:nvSpPr>
        <p:spPr>
          <a:xfrm>
            <a:off x="7560000" y="4104000"/>
            <a:ext cx="576000" cy="144000"/>
          </a:xfrm>
          <a:prstGeom prst="rect">
            <a:avLst/>
          </a:prstGeom>
          <a:solidFill>
            <a:schemeClr val="lt1">
              <a:alpha val="49803"/>
            </a:schemeClr>
          </a:solidFill>
          <a:ln cap="flat" cmpd="sng" w="12700">
            <a:solidFill>
              <a:srgbClr val="DBDBD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000">
                <a:solidFill>
                  <a:schemeClr val="dk1"/>
                </a:solidFill>
                <a:latin typeface="Arial"/>
                <a:ea typeface="Arial"/>
                <a:cs typeface="Arial"/>
                <a:sym typeface="Arial"/>
              </a:rPr>
              <a:t>DBﾘﾝｸ</a:t>
            </a:r>
            <a:endParaRPr/>
          </a:p>
        </p:txBody>
      </p:sp>
      <p:sp>
        <p:nvSpPr>
          <p:cNvPr id="1151" name="Google Shape;1151;p20"/>
          <p:cNvSpPr/>
          <p:nvPr/>
        </p:nvSpPr>
        <p:spPr>
          <a:xfrm>
            <a:off x="7560000" y="4256400"/>
            <a:ext cx="576000" cy="144000"/>
          </a:xfrm>
          <a:prstGeom prst="rect">
            <a:avLst/>
          </a:prstGeom>
          <a:solidFill>
            <a:schemeClr val="lt1">
              <a:alpha val="49803"/>
            </a:schemeClr>
          </a:solidFill>
          <a:ln cap="flat" cmpd="sng" w="12700">
            <a:solidFill>
              <a:srgbClr val="DBDBD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000">
                <a:solidFill>
                  <a:schemeClr val="dk1"/>
                </a:solidFill>
                <a:latin typeface="Arial"/>
                <a:ea typeface="Arial"/>
                <a:cs typeface="Arial"/>
                <a:sym typeface="Arial"/>
              </a:rPr>
              <a:t>DBﾘﾝｸ</a:t>
            </a:r>
            <a:endParaRPr/>
          </a:p>
        </p:txBody>
      </p:sp>
      <p:sp>
        <p:nvSpPr>
          <p:cNvPr id="1152" name="Google Shape;1152;p20"/>
          <p:cNvSpPr/>
          <p:nvPr/>
        </p:nvSpPr>
        <p:spPr>
          <a:xfrm>
            <a:off x="3348000" y="4104000"/>
            <a:ext cx="576000" cy="144000"/>
          </a:xfrm>
          <a:prstGeom prst="rect">
            <a:avLst/>
          </a:prstGeom>
          <a:solidFill>
            <a:schemeClr val="lt1">
              <a:alpha val="49803"/>
            </a:schemeClr>
          </a:solidFill>
          <a:ln cap="flat" cmpd="sng" w="12700">
            <a:solidFill>
              <a:srgbClr val="DBDBD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000">
                <a:solidFill>
                  <a:schemeClr val="dk1"/>
                </a:solidFill>
                <a:latin typeface="Arial"/>
                <a:ea typeface="Arial"/>
                <a:cs typeface="Arial"/>
                <a:sym typeface="Arial"/>
              </a:rPr>
              <a:t>DB共有</a:t>
            </a:r>
            <a:endParaRPr sz="1000">
              <a:solidFill>
                <a:schemeClr val="dk1"/>
              </a:solidFill>
              <a:latin typeface="Arial"/>
              <a:ea typeface="Arial"/>
              <a:cs typeface="Arial"/>
              <a:sym typeface="Arial"/>
            </a:endParaRPr>
          </a:p>
        </p:txBody>
      </p:sp>
      <p:sp>
        <p:nvSpPr>
          <p:cNvPr id="1153" name="Google Shape;1153;p20"/>
          <p:cNvSpPr/>
          <p:nvPr/>
        </p:nvSpPr>
        <p:spPr>
          <a:xfrm>
            <a:off x="3348000" y="4248000"/>
            <a:ext cx="576000" cy="144000"/>
          </a:xfrm>
          <a:prstGeom prst="rect">
            <a:avLst/>
          </a:prstGeom>
          <a:solidFill>
            <a:schemeClr val="lt1">
              <a:alpha val="49803"/>
            </a:schemeClr>
          </a:solidFill>
          <a:ln cap="flat" cmpd="sng" w="12700">
            <a:solidFill>
              <a:srgbClr val="DBDBD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000">
                <a:solidFill>
                  <a:schemeClr val="dk1"/>
                </a:solidFill>
                <a:latin typeface="Arial"/>
                <a:ea typeface="Arial"/>
                <a:cs typeface="Arial"/>
                <a:sym typeface="Arial"/>
              </a:rPr>
              <a:t>DB共有</a:t>
            </a:r>
            <a:endParaRPr sz="1000">
              <a:solidFill>
                <a:schemeClr val="dk1"/>
              </a:solidFill>
              <a:latin typeface="Arial"/>
              <a:ea typeface="Arial"/>
              <a:cs typeface="Arial"/>
              <a:sym typeface="Arial"/>
            </a:endParaRPr>
          </a:p>
        </p:txBody>
      </p:sp>
      <p:sp>
        <p:nvSpPr>
          <p:cNvPr id="1154" name="Google Shape;1154;p20"/>
          <p:cNvSpPr/>
          <p:nvPr/>
        </p:nvSpPr>
        <p:spPr>
          <a:xfrm>
            <a:off x="6408000" y="5256000"/>
            <a:ext cx="576000" cy="144000"/>
          </a:xfrm>
          <a:prstGeom prst="rect">
            <a:avLst/>
          </a:prstGeom>
          <a:solidFill>
            <a:schemeClr val="lt1">
              <a:alpha val="49803"/>
            </a:schemeClr>
          </a:solidFill>
          <a:ln cap="flat" cmpd="sng" w="12700">
            <a:solidFill>
              <a:srgbClr val="DBDBD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000">
                <a:solidFill>
                  <a:schemeClr val="dk1"/>
                </a:solidFill>
                <a:latin typeface="Arial"/>
                <a:ea typeface="Arial"/>
                <a:cs typeface="Arial"/>
                <a:sym typeface="Arial"/>
              </a:rPr>
              <a:t>DBﾘﾝｸ</a:t>
            </a:r>
            <a:endParaRPr/>
          </a:p>
        </p:txBody>
      </p:sp>
      <p:sp>
        <p:nvSpPr>
          <p:cNvPr id="1155" name="Google Shape;1155;p20"/>
          <p:cNvSpPr/>
          <p:nvPr/>
        </p:nvSpPr>
        <p:spPr>
          <a:xfrm>
            <a:off x="4644000" y="5040000"/>
            <a:ext cx="576000" cy="144000"/>
          </a:xfrm>
          <a:prstGeom prst="rect">
            <a:avLst/>
          </a:prstGeom>
          <a:solidFill>
            <a:schemeClr val="lt1">
              <a:alpha val="49803"/>
            </a:schemeClr>
          </a:solidFill>
          <a:ln cap="flat" cmpd="sng" w="12700">
            <a:solidFill>
              <a:srgbClr val="DBDBD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000">
                <a:solidFill>
                  <a:schemeClr val="dk1"/>
                </a:solidFill>
                <a:latin typeface="Arial"/>
                <a:ea typeface="Arial"/>
                <a:cs typeface="Arial"/>
                <a:sym typeface="Arial"/>
              </a:rPr>
              <a:t>DB共有</a:t>
            </a:r>
            <a:endParaRPr sz="1000">
              <a:solidFill>
                <a:schemeClr val="dk1"/>
              </a:solidFill>
              <a:latin typeface="Arial"/>
              <a:ea typeface="Arial"/>
              <a:cs typeface="Arial"/>
              <a:sym typeface="Arial"/>
            </a:endParaRPr>
          </a:p>
        </p:txBody>
      </p:sp>
      <p:sp>
        <p:nvSpPr>
          <p:cNvPr id="1156" name="Google Shape;1156;p20"/>
          <p:cNvSpPr/>
          <p:nvPr/>
        </p:nvSpPr>
        <p:spPr>
          <a:xfrm>
            <a:off x="3348000" y="3132000"/>
            <a:ext cx="576000" cy="144000"/>
          </a:xfrm>
          <a:prstGeom prst="rect">
            <a:avLst/>
          </a:prstGeom>
          <a:solidFill>
            <a:schemeClr val="lt1">
              <a:alpha val="49803"/>
            </a:schemeClr>
          </a:solidFill>
          <a:ln cap="flat" cmpd="sng" w="12700">
            <a:solidFill>
              <a:srgbClr val="DBDBD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000">
                <a:solidFill>
                  <a:schemeClr val="dk1"/>
                </a:solidFill>
                <a:latin typeface="Arial"/>
                <a:ea typeface="Arial"/>
                <a:cs typeface="Arial"/>
                <a:sym typeface="Arial"/>
              </a:rPr>
              <a:t>NAS</a:t>
            </a:r>
            <a:endParaRPr sz="1000">
              <a:solidFill>
                <a:schemeClr val="dk1"/>
              </a:solidFill>
              <a:latin typeface="Arial"/>
              <a:ea typeface="Arial"/>
              <a:cs typeface="Arial"/>
              <a:sym typeface="Arial"/>
            </a:endParaRPr>
          </a:p>
        </p:txBody>
      </p:sp>
      <p:sp>
        <p:nvSpPr>
          <p:cNvPr id="1157" name="Google Shape;1157;p20"/>
          <p:cNvSpPr/>
          <p:nvPr/>
        </p:nvSpPr>
        <p:spPr>
          <a:xfrm>
            <a:off x="3996000" y="2808000"/>
            <a:ext cx="3456000" cy="2160000"/>
          </a:xfrm>
          <a:prstGeom prst="rect">
            <a:avLst/>
          </a:prstGeom>
          <a:noFill/>
          <a:ln cap="flat" cmpd="sng" w="38100">
            <a:solidFill>
              <a:srgbClr val="FF0000"/>
            </a:solidFill>
            <a:prstDash val="dash"/>
            <a:miter lim="800000"/>
            <a:headEnd len="sm" w="sm" type="none"/>
            <a:tailEnd len="sm" w="sm" type="none"/>
          </a:ln>
        </p:spPr>
        <p:txBody>
          <a:bodyPr anchorCtr="0" anchor="ctr" bIns="45700" lIns="36000" spcFirstLastPara="1" rIns="36000" wrap="square" tIns="45700">
            <a:noAutofit/>
          </a:bodyPr>
          <a:lstStyle/>
          <a:p>
            <a:pPr indent="0" lvl="0" marL="0" marR="0" rtl="0" algn="ctr">
              <a:spcBef>
                <a:spcPts val="0"/>
              </a:spcBef>
              <a:spcAft>
                <a:spcPts val="0"/>
              </a:spcAft>
              <a:buNone/>
            </a:pPr>
            <a:r>
              <a:t/>
            </a:r>
            <a:endParaRPr b="1" sz="1200">
              <a:solidFill>
                <a:schemeClr val="dk1"/>
              </a:solidFill>
              <a:latin typeface="Arial"/>
              <a:ea typeface="Arial"/>
              <a:cs typeface="Arial"/>
              <a:sym typeface="Arial"/>
            </a:endParaRPr>
          </a:p>
        </p:txBody>
      </p:sp>
      <p:sp>
        <p:nvSpPr>
          <p:cNvPr id="1158" name="Google Shape;1158;p20"/>
          <p:cNvSpPr/>
          <p:nvPr/>
        </p:nvSpPr>
        <p:spPr>
          <a:xfrm flipH="1">
            <a:off x="2988000" y="5256000"/>
            <a:ext cx="3240000" cy="432000"/>
          </a:xfrm>
          <a:custGeom>
            <a:rect b="b" l="l" r="r" t="t"/>
            <a:pathLst>
              <a:path extrusionOk="0" h="120000" w="120000">
                <a:moveTo>
                  <a:pt x="0" y="0"/>
                </a:moveTo>
                <a:lnTo>
                  <a:pt x="120000" y="0"/>
                </a:lnTo>
                <a:lnTo>
                  <a:pt x="120000" y="120000"/>
                </a:lnTo>
                <a:lnTo>
                  <a:pt x="0" y="120000"/>
                </a:lnTo>
                <a:close/>
              </a:path>
              <a:path extrusionOk="0" fill="none" h="120000" w="120000">
                <a:moveTo>
                  <a:pt x="-169" y="27236"/>
                </a:moveTo>
                <a:lnTo>
                  <a:pt x="-8940" y="-100645"/>
                </a:lnTo>
              </a:path>
            </a:pathLst>
          </a:custGeom>
          <a:solidFill>
            <a:srgbClr val="FFE1E1"/>
          </a:solidFill>
          <a:ln cap="flat" cmpd="sng" w="952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200">
                <a:solidFill>
                  <a:schemeClr val="dk1"/>
                </a:solidFill>
                <a:latin typeface="Arial"/>
                <a:ea typeface="Arial"/>
                <a:cs typeface="Arial"/>
                <a:sym typeface="Arial"/>
              </a:rPr>
              <a:t>制御システム通信サーバにつきましては、要否・役割・配置場所を改めて検討いたします。</a:t>
            </a:r>
            <a:endParaRPr/>
          </a:p>
        </p:txBody>
      </p:sp>
      <p:sp>
        <p:nvSpPr>
          <p:cNvPr id="1159" name="Google Shape;1159;p20"/>
          <p:cNvSpPr/>
          <p:nvPr/>
        </p:nvSpPr>
        <p:spPr>
          <a:xfrm flipH="1">
            <a:off x="1656000" y="2160000"/>
            <a:ext cx="2808000" cy="432000"/>
          </a:xfrm>
          <a:custGeom>
            <a:rect b="b" l="l" r="r" t="t"/>
            <a:pathLst>
              <a:path extrusionOk="0" h="120000" w="120000">
                <a:moveTo>
                  <a:pt x="0" y="0"/>
                </a:moveTo>
                <a:lnTo>
                  <a:pt x="120000" y="0"/>
                </a:lnTo>
                <a:lnTo>
                  <a:pt x="120000" y="120000"/>
                </a:lnTo>
                <a:lnTo>
                  <a:pt x="0" y="120000"/>
                </a:lnTo>
                <a:close/>
              </a:path>
              <a:path extrusionOk="0" fill="none" h="120000" w="120000">
                <a:moveTo>
                  <a:pt x="-169" y="27236"/>
                </a:moveTo>
                <a:lnTo>
                  <a:pt x="-10778" y="43031"/>
                </a:lnTo>
              </a:path>
            </a:pathLst>
          </a:custGeom>
          <a:solidFill>
            <a:srgbClr val="FFE1E1"/>
          </a:solidFill>
          <a:ln cap="flat" cmpd="sng" w="952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200">
                <a:solidFill>
                  <a:schemeClr val="dk1"/>
                </a:solidFill>
                <a:latin typeface="Arial"/>
                <a:ea typeface="Arial"/>
                <a:cs typeface="Arial"/>
                <a:sym typeface="Arial"/>
              </a:rPr>
              <a:t>OneSAPとの連携方式はOWFTから連携NAS経由での連携方式に変更します。</a:t>
            </a:r>
            <a:endParaRPr/>
          </a:p>
        </p:txBody>
      </p:sp>
      <p:sp>
        <p:nvSpPr>
          <p:cNvPr id="1160" name="Google Shape;1160;p20"/>
          <p:cNvSpPr/>
          <p:nvPr/>
        </p:nvSpPr>
        <p:spPr>
          <a:xfrm>
            <a:off x="863999" y="5904000"/>
            <a:ext cx="3996000" cy="432000"/>
          </a:xfrm>
          <a:prstGeom prst="roundRect">
            <a:avLst>
              <a:gd fmla="val 14699" name="adj"/>
            </a:avLst>
          </a:prstGeom>
          <a:solidFill>
            <a:schemeClr val="accent1"/>
          </a:solidFill>
          <a:ln>
            <a:noFill/>
          </a:ln>
        </p:spPr>
        <p:txBody>
          <a:bodyPr anchorCtr="0" anchor="ctr" bIns="45700" lIns="36000" spcFirstLastPara="1" rIns="36000" wrap="square" tIns="45700">
            <a:noAutofit/>
          </a:bodyPr>
          <a:lstStyle/>
          <a:p>
            <a:pPr indent="0" lvl="0" marL="0" marR="0" rtl="0" algn="ctr">
              <a:spcBef>
                <a:spcPts val="0"/>
              </a:spcBef>
              <a:spcAft>
                <a:spcPts val="0"/>
              </a:spcAft>
              <a:buNone/>
            </a:pPr>
            <a:r>
              <a:rPr lang="ja-JP" sz="1200">
                <a:solidFill>
                  <a:schemeClr val="lt1"/>
                </a:solidFill>
                <a:latin typeface="Arial"/>
                <a:ea typeface="Arial"/>
                <a:cs typeface="Arial"/>
                <a:sym typeface="Arial"/>
              </a:rPr>
              <a:t>燃料油運転制御システム</a:t>
            </a:r>
            <a:endParaRPr/>
          </a:p>
        </p:txBody>
      </p:sp>
      <p:sp>
        <p:nvSpPr>
          <p:cNvPr id="1161" name="Google Shape;1161;p20"/>
          <p:cNvSpPr/>
          <p:nvPr/>
        </p:nvSpPr>
        <p:spPr>
          <a:xfrm>
            <a:off x="5004000" y="5904000"/>
            <a:ext cx="3996000" cy="432000"/>
          </a:xfrm>
          <a:prstGeom prst="roundRect">
            <a:avLst>
              <a:gd fmla="val 14699" name="adj"/>
            </a:avLst>
          </a:prstGeom>
          <a:solidFill>
            <a:schemeClr val="accent1"/>
          </a:solidFill>
          <a:ln>
            <a:noFill/>
          </a:ln>
        </p:spPr>
        <p:txBody>
          <a:bodyPr anchorCtr="0" anchor="ctr" bIns="45700" lIns="36000" spcFirstLastPara="1" rIns="36000" wrap="square" tIns="45700">
            <a:noAutofit/>
          </a:bodyPr>
          <a:lstStyle/>
          <a:p>
            <a:pPr indent="0" lvl="0" marL="0" marR="0" rtl="0" algn="ctr">
              <a:spcBef>
                <a:spcPts val="0"/>
              </a:spcBef>
              <a:spcAft>
                <a:spcPts val="0"/>
              </a:spcAft>
              <a:buNone/>
            </a:pPr>
            <a:r>
              <a:rPr lang="ja-JP" sz="1200">
                <a:solidFill>
                  <a:schemeClr val="lt1"/>
                </a:solidFill>
                <a:latin typeface="Arial"/>
                <a:ea typeface="Arial"/>
                <a:cs typeface="Arial"/>
                <a:sym typeface="Arial"/>
              </a:rPr>
              <a:t>潤滑油運転制御システム</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5" name="Shape 1165"/>
        <p:cNvGrpSpPr/>
        <p:nvPr/>
      </p:nvGrpSpPr>
      <p:grpSpPr>
        <a:xfrm>
          <a:off x="0" y="0"/>
          <a:ext cx="0" cy="0"/>
          <a:chOff x="0" y="0"/>
          <a:chExt cx="0" cy="0"/>
        </a:xfrm>
      </p:grpSpPr>
      <p:sp>
        <p:nvSpPr>
          <p:cNvPr id="1166" name="Google Shape;1166;p21"/>
          <p:cNvSpPr txBox="1"/>
          <p:nvPr>
            <p:ph type="title"/>
          </p:nvPr>
        </p:nvSpPr>
        <p:spPr>
          <a:xfrm>
            <a:off x="144000" y="36000"/>
            <a:ext cx="8856000" cy="5760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3000"/>
              <a:buFont typeface="Arial"/>
              <a:buNone/>
            </a:pPr>
            <a:r>
              <a:rPr lang="ja-JP"/>
              <a:t>機能概要（ToBe）</a:t>
            </a:r>
            <a:endParaRPr/>
          </a:p>
        </p:txBody>
      </p:sp>
      <p:sp>
        <p:nvSpPr>
          <p:cNvPr id="1167" name="Google Shape;1167;p21"/>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ja-JP"/>
              <a:t>Copyright© 2020 SystemEXE,Inc. all rights reserved.</a:t>
            </a:r>
            <a:endParaRPr/>
          </a:p>
        </p:txBody>
      </p:sp>
      <p:sp>
        <p:nvSpPr>
          <p:cNvPr id="1168" name="Google Shape;1168;p21"/>
          <p:cNvSpPr txBox="1"/>
          <p:nvPr>
            <p:ph idx="12" type="sldNum"/>
          </p:nvPr>
        </p:nvSpPr>
        <p:spPr>
          <a:xfrm>
            <a:off x="4212000" y="6500068"/>
            <a:ext cx="720000" cy="288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ja-JP"/>
              <a:t>‹#›</a:t>
            </a:fld>
            <a:endParaRPr/>
          </a:p>
        </p:txBody>
      </p:sp>
      <p:sp>
        <p:nvSpPr>
          <p:cNvPr id="1169" name="Google Shape;1169;p21"/>
          <p:cNvSpPr/>
          <p:nvPr/>
        </p:nvSpPr>
        <p:spPr>
          <a:xfrm flipH="1" rot="10800000">
            <a:off x="648000" y="1584000"/>
            <a:ext cx="576000" cy="360000"/>
          </a:xfrm>
          <a:prstGeom prst="upArrow">
            <a:avLst>
              <a:gd fmla="val 50000" name="adj1"/>
              <a:gd fmla="val 50000" name="adj2"/>
            </a:avLst>
          </a:prstGeom>
          <a:solidFill>
            <a:srgbClr val="C9C9C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600">
              <a:solidFill>
                <a:schemeClr val="lt1"/>
              </a:solidFill>
              <a:latin typeface="Arial"/>
              <a:ea typeface="Arial"/>
              <a:cs typeface="Arial"/>
              <a:sym typeface="Arial"/>
            </a:endParaRPr>
          </a:p>
        </p:txBody>
      </p:sp>
      <p:sp>
        <p:nvSpPr>
          <p:cNvPr id="1170" name="Google Shape;1170;p21"/>
          <p:cNvSpPr/>
          <p:nvPr/>
        </p:nvSpPr>
        <p:spPr>
          <a:xfrm>
            <a:off x="1296000" y="1584000"/>
            <a:ext cx="576000" cy="360000"/>
          </a:xfrm>
          <a:prstGeom prst="upArrow">
            <a:avLst>
              <a:gd fmla="val 50000" name="adj1"/>
              <a:gd fmla="val 50000" name="adj2"/>
            </a:avLst>
          </a:prstGeom>
          <a:solidFill>
            <a:srgbClr val="C9C9C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600">
              <a:solidFill>
                <a:schemeClr val="lt1"/>
              </a:solidFill>
              <a:latin typeface="Arial"/>
              <a:ea typeface="Arial"/>
              <a:cs typeface="Arial"/>
              <a:sym typeface="Arial"/>
            </a:endParaRPr>
          </a:p>
        </p:txBody>
      </p:sp>
      <p:sp>
        <p:nvSpPr>
          <p:cNvPr id="1171" name="Google Shape;1171;p21"/>
          <p:cNvSpPr/>
          <p:nvPr/>
        </p:nvSpPr>
        <p:spPr>
          <a:xfrm flipH="1" rot="10800000">
            <a:off x="2832000" y="1584000"/>
            <a:ext cx="576000" cy="360000"/>
          </a:xfrm>
          <a:prstGeom prst="upArrow">
            <a:avLst>
              <a:gd fmla="val 50000" name="adj1"/>
              <a:gd fmla="val 50000" name="adj2"/>
            </a:avLst>
          </a:prstGeom>
          <a:solidFill>
            <a:srgbClr val="C9C9C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600">
              <a:solidFill>
                <a:schemeClr val="lt1"/>
              </a:solidFill>
              <a:latin typeface="Arial"/>
              <a:ea typeface="Arial"/>
              <a:cs typeface="Arial"/>
              <a:sym typeface="Arial"/>
            </a:endParaRPr>
          </a:p>
        </p:txBody>
      </p:sp>
      <p:sp>
        <p:nvSpPr>
          <p:cNvPr id="1172" name="Google Shape;1172;p21"/>
          <p:cNvSpPr/>
          <p:nvPr/>
        </p:nvSpPr>
        <p:spPr>
          <a:xfrm>
            <a:off x="3480000" y="1584000"/>
            <a:ext cx="576000" cy="360000"/>
          </a:xfrm>
          <a:prstGeom prst="upArrow">
            <a:avLst>
              <a:gd fmla="val 50000" name="adj1"/>
              <a:gd fmla="val 50000" name="adj2"/>
            </a:avLst>
          </a:prstGeom>
          <a:solidFill>
            <a:srgbClr val="C9C9C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600">
              <a:solidFill>
                <a:schemeClr val="lt1"/>
              </a:solidFill>
              <a:latin typeface="Arial"/>
              <a:ea typeface="Arial"/>
              <a:cs typeface="Arial"/>
              <a:sym typeface="Arial"/>
            </a:endParaRPr>
          </a:p>
        </p:txBody>
      </p:sp>
      <p:sp>
        <p:nvSpPr>
          <p:cNvPr id="1173" name="Google Shape;1173;p21"/>
          <p:cNvSpPr/>
          <p:nvPr/>
        </p:nvSpPr>
        <p:spPr>
          <a:xfrm flipH="1" rot="10800000">
            <a:off x="5016000" y="1584000"/>
            <a:ext cx="576000" cy="360000"/>
          </a:xfrm>
          <a:prstGeom prst="upArrow">
            <a:avLst>
              <a:gd fmla="val 50000" name="adj1"/>
              <a:gd fmla="val 50000" name="adj2"/>
            </a:avLst>
          </a:prstGeom>
          <a:solidFill>
            <a:srgbClr val="C9C9C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600">
              <a:solidFill>
                <a:schemeClr val="lt1"/>
              </a:solidFill>
              <a:latin typeface="Arial"/>
              <a:ea typeface="Arial"/>
              <a:cs typeface="Arial"/>
              <a:sym typeface="Arial"/>
            </a:endParaRPr>
          </a:p>
        </p:txBody>
      </p:sp>
      <p:sp>
        <p:nvSpPr>
          <p:cNvPr id="1174" name="Google Shape;1174;p21"/>
          <p:cNvSpPr/>
          <p:nvPr/>
        </p:nvSpPr>
        <p:spPr>
          <a:xfrm>
            <a:off x="5664000" y="1584000"/>
            <a:ext cx="576000" cy="360000"/>
          </a:xfrm>
          <a:prstGeom prst="upArrow">
            <a:avLst>
              <a:gd fmla="val 50000" name="adj1"/>
              <a:gd fmla="val 50000" name="adj2"/>
            </a:avLst>
          </a:prstGeom>
          <a:solidFill>
            <a:srgbClr val="C9C9C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600">
              <a:solidFill>
                <a:schemeClr val="lt1"/>
              </a:solidFill>
              <a:latin typeface="Arial"/>
              <a:ea typeface="Arial"/>
              <a:cs typeface="Arial"/>
              <a:sym typeface="Arial"/>
            </a:endParaRPr>
          </a:p>
        </p:txBody>
      </p:sp>
      <p:sp>
        <p:nvSpPr>
          <p:cNvPr id="1175" name="Google Shape;1175;p21"/>
          <p:cNvSpPr/>
          <p:nvPr/>
        </p:nvSpPr>
        <p:spPr>
          <a:xfrm flipH="1" rot="10800000">
            <a:off x="648000" y="5256000"/>
            <a:ext cx="576000" cy="360000"/>
          </a:xfrm>
          <a:prstGeom prst="upArrow">
            <a:avLst>
              <a:gd fmla="val 50000" name="adj1"/>
              <a:gd fmla="val 50000" name="adj2"/>
            </a:avLst>
          </a:prstGeom>
          <a:solidFill>
            <a:srgbClr val="C9C9C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600">
              <a:solidFill>
                <a:schemeClr val="lt1"/>
              </a:solidFill>
              <a:latin typeface="Arial"/>
              <a:ea typeface="Arial"/>
              <a:cs typeface="Arial"/>
              <a:sym typeface="Arial"/>
            </a:endParaRPr>
          </a:p>
        </p:txBody>
      </p:sp>
      <p:sp>
        <p:nvSpPr>
          <p:cNvPr id="1176" name="Google Shape;1176;p21"/>
          <p:cNvSpPr/>
          <p:nvPr/>
        </p:nvSpPr>
        <p:spPr>
          <a:xfrm>
            <a:off x="1296000" y="5256000"/>
            <a:ext cx="576000" cy="360000"/>
          </a:xfrm>
          <a:prstGeom prst="upArrow">
            <a:avLst>
              <a:gd fmla="val 50000" name="adj1"/>
              <a:gd fmla="val 50000" name="adj2"/>
            </a:avLst>
          </a:prstGeom>
          <a:solidFill>
            <a:srgbClr val="C9C9C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600">
              <a:solidFill>
                <a:schemeClr val="lt1"/>
              </a:solidFill>
              <a:latin typeface="Arial"/>
              <a:ea typeface="Arial"/>
              <a:cs typeface="Arial"/>
              <a:sym typeface="Arial"/>
            </a:endParaRPr>
          </a:p>
        </p:txBody>
      </p:sp>
      <p:sp>
        <p:nvSpPr>
          <p:cNvPr id="1177" name="Google Shape;1177;p21"/>
          <p:cNvSpPr/>
          <p:nvPr/>
        </p:nvSpPr>
        <p:spPr>
          <a:xfrm flipH="1" rot="10800000">
            <a:off x="5016000" y="5256000"/>
            <a:ext cx="576000" cy="360000"/>
          </a:xfrm>
          <a:prstGeom prst="upArrow">
            <a:avLst>
              <a:gd fmla="val 50000" name="adj1"/>
              <a:gd fmla="val 50000" name="adj2"/>
            </a:avLst>
          </a:prstGeom>
          <a:solidFill>
            <a:srgbClr val="C9C9C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600">
              <a:solidFill>
                <a:schemeClr val="lt1"/>
              </a:solidFill>
              <a:latin typeface="Arial"/>
              <a:ea typeface="Arial"/>
              <a:cs typeface="Arial"/>
              <a:sym typeface="Arial"/>
            </a:endParaRPr>
          </a:p>
        </p:txBody>
      </p:sp>
      <p:sp>
        <p:nvSpPr>
          <p:cNvPr id="1178" name="Google Shape;1178;p21"/>
          <p:cNvSpPr/>
          <p:nvPr/>
        </p:nvSpPr>
        <p:spPr>
          <a:xfrm flipH="1" rot="10800000">
            <a:off x="2832000" y="5256000"/>
            <a:ext cx="576000" cy="360000"/>
          </a:xfrm>
          <a:prstGeom prst="upArrow">
            <a:avLst>
              <a:gd fmla="val 50000" name="adj1"/>
              <a:gd fmla="val 50000" name="adj2"/>
            </a:avLst>
          </a:prstGeom>
          <a:solidFill>
            <a:srgbClr val="C9C9C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600">
              <a:solidFill>
                <a:schemeClr val="lt1"/>
              </a:solidFill>
              <a:latin typeface="Arial"/>
              <a:ea typeface="Arial"/>
              <a:cs typeface="Arial"/>
              <a:sym typeface="Arial"/>
            </a:endParaRPr>
          </a:p>
        </p:txBody>
      </p:sp>
      <p:sp>
        <p:nvSpPr>
          <p:cNvPr id="1179" name="Google Shape;1179;p21"/>
          <p:cNvSpPr/>
          <p:nvPr/>
        </p:nvSpPr>
        <p:spPr>
          <a:xfrm>
            <a:off x="3480000" y="5256000"/>
            <a:ext cx="576000" cy="360000"/>
          </a:xfrm>
          <a:prstGeom prst="upArrow">
            <a:avLst>
              <a:gd fmla="val 50000" name="adj1"/>
              <a:gd fmla="val 50000" name="adj2"/>
            </a:avLst>
          </a:prstGeom>
          <a:solidFill>
            <a:srgbClr val="C9C9C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600">
              <a:solidFill>
                <a:schemeClr val="lt1"/>
              </a:solidFill>
              <a:latin typeface="Arial"/>
              <a:ea typeface="Arial"/>
              <a:cs typeface="Arial"/>
              <a:sym typeface="Arial"/>
            </a:endParaRPr>
          </a:p>
        </p:txBody>
      </p:sp>
      <p:sp>
        <p:nvSpPr>
          <p:cNvPr id="1180" name="Google Shape;1180;p21"/>
          <p:cNvSpPr/>
          <p:nvPr/>
        </p:nvSpPr>
        <p:spPr>
          <a:xfrm>
            <a:off x="7848000" y="5256000"/>
            <a:ext cx="576000" cy="360000"/>
          </a:xfrm>
          <a:prstGeom prst="upArrow">
            <a:avLst>
              <a:gd fmla="val 50000" name="adj1"/>
              <a:gd fmla="val 50000" name="adj2"/>
            </a:avLst>
          </a:prstGeom>
          <a:solidFill>
            <a:srgbClr val="C9C9C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600">
              <a:solidFill>
                <a:schemeClr val="lt1"/>
              </a:solidFill>
              <a:latin typeface="Arial"/>
              <a:ea typeface="Arial"/>
              <a:cs typeface="Arial"/>
              <a:sym typeface="Arial"/>
            </a:endParaRPr>
          </a:p>
        </p:txBody>
      </p:sp>
      <p:sp>
        <p:nvSpPr>
          <p:cNvPr id="1181" name="Google Shape;1181;p21"/>
          <p:cNvSpPr/>
          <p:nvPr/>
        </p:nvSpPr>
        <p:spPr>
          <a:xfrm>
            <a:off x="144000" y="1944000"/>
            <a:ext cx="8856000" cy="3312000"/>
          </a:xfrm>
          <a:prstGeom prst="roundRect">
            <a:avLst>
              <a:gd fmla="val 2384" name="adj"/>
            </a:avLst>
          </a:prstGeom>
          <a:solidFill>
            <a:srgbClr val="FBE4D4"/>
          </a:solidFill>
          <a:ln cap="flat" cmpd="sng" w="19050">
            <a:solidFill>
              <a:schemeClr val="accent2"/>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b="1" lang="ja-JP" sz="1600">
                <a:solidFill>
                  <a:schemeClr val="dk1"/>
                </a:solidFill>
                <a:latin typeface="Arial"/>
                <a:ea typeface="Arial"/>
                <a:cs typeface="Arial"/>
                <a:sym typeface="Arial"/>
              </a:rPr>
              <a:t>運転管理システム</a:t>
            </a:r>
            <a:endParaRPr b="1" sz="1600">
              <a:solidFill>
                <a:schemeClr val="dk1"/>
              </a:solidFill>
              <a:latin typeface="Arial"/>
              <a:ea typeface="Arial"/>
              <a:cs typeface="Arial"/>
              <a:sym typeface="Arial"/>
            </a:endParaRPr>
          </a:p>
        </p:txBody>
      </p:sp>
      <p:sp>
        <p:nvSpPr>
          <p:cNvPr id="1182" name="Google Shape;1182;p21"/>
          <p:cNvSpPr/>
          <p:nvPr/>
        </p:nvSpPr>
        <p:spPr>
          <a:xfrm>
            <a:off x="288000" y="2304000"/>
            <a:ext cx="2808000" cy="1800000"/>
          </a:xfrm>
          <a:prstGeom prst="roundRect">
            <a:avLst>
              <a:gd fmla="val 3528" name="adj"/>
            </a:avLst>
          </a:prstGeom>
          <a:solidFill>
            <a:schemeClr val="lt1"/>
          </a:solidFill>
          <a:ln cap="flat" cmpd="sng" w="12700">
            <a:solidFill>
              <a:schemeClr val="accent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b="1" lang="ja-JP" sz="1400">
                <a:solidFill>
                  <a:schemeClr val="dk1"/>
                </a:solidFill>
                <a:latin typeface="Arial"/>
                <a:ea typeface="Arial"/>
                <a:cs typeface="Arial"/>
                <a:sym typeface="Arial"/>
              </a:rPr>
              <a:t>受注・入出荷</a:t>
            </a:r>
            <a:endParaRPr b="1" sz="1400">
              <a:solidFill>
                <a:schemeClr val="dk1"/>
              </a:solidFill>
              <a:latin typeface="Arial"/>
              <a:ea typeface="Arial"/>
              <a:cs typeface="Arial"/>
              <a:sym typeface="Arial"/>
            </a:endParaRPr>
          </a:p>
          <a:p>
            <a:pPr indent="0" lvl="0" marL="0" marR="0" rtl="0" algn="ctr">
              <a:spcBef>
                <a:spcPts val="600"/>
              </a:spcBef>
              <a:spcAft>
                <a:spcPts val="0"/>
              </a:spcAft>
              <a:buNone/>
            </a:pPr>
            <a:r>
              <a:rPr lang="ja-JP" sz="1400">
                <a:solidFill>
                  <a:schemeClr val="dk1"/>
                </a:solidFill>
                <a:latin typeface="Arial"/>
                <a:ea typeface="Arial"/>
                <a:cs typeface="Arial"/>
                <a:sym typeface="Arial"/>
              </a:rPr>
              <a:t>オーダー入力</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タンカー入出荷</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ローリー出荷</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詰品出荷</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ライン直送</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指図確定・送信</a:t>
            </a:r>
            <a:endParaRPr sz="1400">
              <a:solidFill>
                <a:schemeClr val="dk1"/>
              </a:solidFill>
              <a:latin typeface="Arial"/>
              <a:ea typeface="Arial"/>
              <a:cs typeface="Arial"/>
              <a:sym typeface="Arial"/>
            </a:endParaRPr>
          </a:p>
        </p:txBody>
      </p:sp>
      <p:sp>
        <p:nvSpPr>
          <p:cNvPr id="1183" name="Google Shape;1183;p21"/>
          <p:cNvSpPr/>
          <p:nvPr/>
        </p:nvSpPr>
        <p:spPr>
          <a:xfrm>
            <a:off x="3168000" y="2304000"/>
            <a:ext cx="2808000" cy="1800000"/>
          </a:xfrm>
          <a:prstGeom prst="roundRect">
            <a:avLst>
              <a:gd fmla="val 3528" name="adj"/>
            </a:avLst>
          </a:prstGeom>
          <a:solidFill>
            <a:schemeClr val="lt1"/>
          </a:solidFill>
          <a:ln cap="flat" cmpd="sng" w="12700">
            <a:solidFill>
              <a:schemeClr val="accent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b="1" lang="ja-JP" sz="1400">
                <a:solidFill>
                  <a:schemeClr val="dk1"/>
                </a:solidFill>
                <a:latin typeface="Arial"/>
                <a:ea typeface="Arial"/>
                <a:cs typeface="Arial"/>
                <a:sym typeface="Arial"/>
              </a:rPr>
              <a:t>BO荷繰り/シフト計画</a:t>
            </a:r>
            <a:endParaRPr b="1" sz="1400">
              <a:solidFill>
                <a:schemeClr val="dk1"/>
              </a:solidFill>
              <a:latin typeface="Arial"/>
              <a:ea typeface="Arial"/>
              <a:cs typeface="Arial"/>
              <a:sym typeface="Arial"/>
            </a:endParaRPr>
          </a:p>
          <a:p>
            <a:pPr indent="0" lvl="0" marL="0" marR="0" rtl="0" algn="ctr">
              <a:spcBef>
                <a:spcPts val="600"/>
              </a:spcBef>
              <a:spcAft>
                <a:spcPts val="0"/>
              </a:spcAft>
              <a:buNone/>
            </a:pPr>
            <a:r>
              <a:rPr lang="ja-JP" sz="1400">
                <a:solidFill>
                  <a:schemeClr val="dk1"/>
                </a:solidFill>
                <a:latin typeface="Arial"/>
                <a:ea typeface="Arial"/>
                <a:cs typeface="Arial"/>
                <a:sym typeface="Arial"/>
              </a:rPr>
              <a:t>装置運転計画</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シフト指図</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BO在庫照会</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BO使用予定タンク</a:t>
            </a:r>
            <a:endParaRPr sz="1400">
              <a:solidFill>
                <a:schemeClr val="dk1"/>
              </a:solidFill>
              <a:latin typeface="Arial"/>
              <a:ea typeface="Arial"/>
              <a:cs typeface="Arial"/>
              <a:sym typeface="Arial"/>
            </a:endParaRPr>
          </a:p>
        </p:txBody>
      </p:sp>
      <p:sp>
        <p:nvSpPr>
          <p:cNvPr id="1184" name="Google Shape;1184;p21"/>
          <p:cNvSpPr/>
          <p:nvPr/>
        </p:nvSpPr>
        <p:spPr>
          <a:xfrm>
            <a:off x="6048000" y="2304000"/>
            <a:ext cx="2808000" cy="1800000"/>
          </a:xfrm>
          <a:prstGeom prst="roundRect">
            <a:avLst>
              <a:gd fmla="val 3528" name="adj"/>
            </a:avLst>
          </a:prstGeom>
          <a:solidFill>
            <a:schemeClr val="lt1"/>
          </a:solidFill>
          <a:ln cap="flat" cmpd="sng" w="12700">
            <a:solidFill>
              <a:schemeClr val="accent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b="1" lang="ja-JP" sz="1400">
                <a:solidFill>
                  <a:schemeClr val="dk1"/>
                </a:solidFill>
                <a:latin typeface="Arial"/>
                <a:ea typeface="Arial"/>
                <a:cs typeface="Arial"/>
                <a:sym typeface="Arial"/>
              </a:rPr>
              <a:t>生産計画・発注</a:t>
            </a:r>
            <a:endParaRPr b="1" sz="1400">
              <a:solidFill>
                <a:schemeClr val="dk1"/>
              </a:solidFill>
              <a:latin typeface="Arial"/>
              <a:ea typeface="Arial"/>
              <a:cs typeface="Arial"/>
              <a:sym typeface="Arial"/>
            </a:endParaRPr>
          </a:p>
          <a:p>
            <a:pPr indent="0" lvl="0" marL="0" marR="0" rtl="0" algn="ctr">
              <a:spcBef>
                <a:spcPts val="600"/>
              </a:spcBef>
              <a:spcAft>
                <a:spcPts val="0"/>
              </a:spcAft>
              <a:buNone/>
            </a:pPr>
            <a:r>
              <a:rPr lang="ja-JP" sz="1400">
                <a:solidFill>
                  <a:schemeClr val="dk1"/>
                </a:solidFill>
                <a:latin typeface="Arial"/>
                <a:ea typeface="Arial"/>
                <a:cs typeface="Arial"/>
                <a:sym typeface="Arial"/>
              </a:rPr>
              <a:t>製造</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ドラム充填</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ケース充填</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添加剤</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指図確定・送信</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在庫管理</a:t>
            </a:r>
            <a:endParaRPr sz="1400">
              <a:solidFill>
                <a:schemeClr val="dk1"/>
              </a:solidFill>
              <a:latin typeface="Arial"/>
              <a:ea typeface="Arial"/>
              <a:cs typeface="Arial"/>
              <a:sym typeface="Arial"/>
            </a:endParaRPr>
          </a:p>
          <a:p>
            <a:pPr indent="0" lvl="0" marL="0" marR="0" rtl="0" algn="ctr">
              <a:spcBef>
                <a:spcPts val="0"/>
              </a:spcBef>
              <a:spcAft>
                <a:spcPts val="0"/>
              </a:spcAft>
              <a:buNone/>
            </a:pPr>
            <a:r>
              <a:t/>
            </a:r>
            <a:endParaRPr sz="1400">
              <a:solidFill>
                <a:schemeClr val="dk1"/>
              </a:solidFill>
              <a:latin typeface="Arial"/>
              <a:ea typeface="Arial"/>
              <a:cs typeface="Arial"/>
              <a:sym typeface="Arial"/>
            </a:endParaRPr>
          </a:p>
        </p:txBody>
      </p:sp>
      <p:sp>
        <p:nvSpPr>
          <p:cNvPr id="1185" name="Google Shape;1185;p21"/>
          <p:cNvSpPr/>
          <p:nvPr/>
        </p:nvSpPr>
        <p:spPr>
          <a:xfrm>
            <a:off x="288000" y="4176000"/>
            <a:ext cx="2808000" cy="936000"/>
          </a:xfrm>
          <a:prstGeom prst="roundRect">
            <a:avLst>
              <a:gd fmla="val 6784" name="adj"/>
            </a:avLst>
          </a:prstGeom>
          <a:solidFill>
            <a:schemeClr val="lt1"/>
          </a:solidFill>
          <a:ln cap="flat" cmpd="sng" w="12700">
            <a:solidFill>
              <a:schemeClr val="accent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b="1" lang="ja-JP" sz="1400">
                <a:solidFill>
                  <a:schemeClr val="dk1"/>
                </a:solidFill>
                <a:latin typeface="Arial"/>
                <a:ea typeface="Arial"/>
                <a:cs typeface="Arial"/>
                <a:sym typeface="Arial"/>
              </a:rPr>
              <a:t>商品管理</a:t>
            </a:r>
            <a:endParaRPr b="1" sz="1400">
              <a:solidFill>
                <a:schemeClr val="dk1"/>
              </a:solidFill>
              <a:latin typeface="Arial"/>
              <a:ea typeface="Arial"/>
              <a:cs typeface="Arial"/>
              <a:sym typeface="Arial"/>
            </a:endParaRPr>
          </a:p>
          <a:p>
            <a:pPr indent="0" lvl="0" marL="0" marR="0" rtl="0" algn="ctr">
              <a:spcBef>
                <a:spcPts val="600"/>
              </a:spcBef>
              <a:spcAft>
                <a:spcPts val="0"/>
              </a:spcAft>
              <a:buNone/>
            </a:pPr>
            <a:r>
              <a:rPr lang="ja-JP" sz="1400">
                <a:solidFill>
                  <a:schemeClr val="dk1"/>
                </a:solidFill>
                <a:latin typeface="Arial"/>
                <a:ea typeface="Arial"/>
                <a:cs typeface="Arial"/>
                <a:sym typeface="Arial"/>
              </a:rPr>
              <a:t>伝票実績</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タンク在庫</a:t>
            </a:r>
            <a:endParaRPr/>
          </a:p>
        </p:txBody>
      </p:sp>
      <p:sp>
        <p:nvSpPr>
          <p:cNvPr id="1186" name="Google Shape;1186;p21"/>
          <p:cNvSpPr/>
          <p:nvPr/>
        </p:nvSpPr>
        <p:spPr>
          <a:xfrm>
            <a:off x="3168000" y="4176000"/>
            <a:ext cx="2808000" cy="936000"/>
          </a:xfrm>
          <a:prstGeom prst="roundRect">
            <a:avLst>
              <a:gd fmla="val 6784" name="adj"/>
            </a:avLst>
          </a:prstGeom>
          <a:solidFill>
            <a:schemeClr val="lt1"/>
          </a:solidFill>
          <a:ln cap="flat" cmpd="sng" w="12700">
            <a:solidFill>
              <a:schemeClr val="accent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b="1" lang="ja-JP" sz="1400">
                <a:solidFill>
                  <a:schemeClr val="dk1"/>
                </a:solidFill>
                <a:latin typeface="Arial"/>
                <a:ea typeface="Arial"/>
                <a:cs typeface="Arial"/>
                <a:sym typeface="Arial"/>
              </a:rPr>
              <a:t>品質管理</a:t>
            </a:r>
            <a:endParaRPr b="1" sz="1400">
              <a:solidFill>
                <a:schemeClr val="dk1"/>
              </a:solidFill>
              <a:latin typeface="Arial"/>
              <a:ea typeface="Arial"/>
              <a:cs typeface="Arial"/>
              <a:sym typeface="Arial"/>
            </a:endParaRPr>
          </a:p>
          <a:p>
            <a:pPr indent="0" lvl="0" marL="0" marR="0" rtl="0" algn="ctr">
              <a:spcBef>
                <a:spcPts val="600"/>
              </a:spcBef>
              <a:spcAft>
                <a:spcPts val="0"/>
              </a:spcAft>
              <a:buNone/>
            </a:pPr>
            <a:r>
              <a:rPr lang="ja-JP" sz="1400">
                <a:solidFill>
                  <a:schemeClr val="dk1"/>
                </a:solidFill>
                <a:latin typeface="Arial"/>
                <a:ea typeface="Arial"/>
                <a:cs typeface="Arial"/>
                <a:sym typeface="Arial"/>
              </a:rPr>
              <a:t>ロット台帳</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ロット試験</a:t>
            </a:r>
            <a:endParaRPr sz="1400">
              <a:solidFill>
                <a:schemeClr val="dk1"/>
              </a:solidFill>
              <a:latin typeface="Arial"/>
              <a:ea typeface="Arial"/>
              <a:cs typeface="Arial"/>
              <a:sym typeface="Arial"/>
            </a:endParaRPr>
          </a:p>
          <a:p>
            <a:pPr indent="0" lvl="0" marL="0" marR="0" rtl="0" algn="ctr">
              <a:spcBef>
                <a:spcPts val="0"/>
              </a:spcBef>
              <a:spcAft>
                <a:spcPts val="0"/>
              </a:spcAft>
              <a:buNone/>
            </a:pPr>
            <a:r>
              <a:t/>
            </a:r>
            <a:endParaRPr sz="1400">
              <a:solidFill>
                <a:schemeClr val="dk1"/>
              </a:solidFill>
              <a:latin typeface="Arial"/>
              <a:ea typeface="Arial"/>
              <a:cs typeface="Arial"/>
              <a:sym typeface="Arial"/>
            </a:endParaRPr>
          </a:p>
          <a:p>
            <a:pPr indent="0" lvl="0" marL="0" marR="0" rtl="0" algn="ctr">
              <a:spcBef>
                <a:spcPts val="0"/>
              </a:spcBef>
              <a:spcAft>
                <a:spcPts val="0"/>
              </a:spcAft>
              <a:buNone/>
            </a:pPr>
            <a:r>
              <a:t/>
            </a:r>
            <a:endParaRPr sz="1400">
              <a:solidFill>
                <a:schemeClr val="dk1"/>
              </a:solidFill>
              <a:latin typeface="Arial"/>
              <a:ea typeface="Arial"/>
              <a:cs typeface="Arial"/>
              <a:sym typeface="Arial"/>
            </a:endParaRPr>
          </a:p>
        </p:txBody>
      </p:sp>
      <p:sp>
        <p:nvSpPr>
          <p:cNvPr id="1187" name="Google Shape;1187;p21"/>
          <p:cNvSpPr/>
          <p:nvPr/>
        </p:nvSpPr>
        <p:spPr>
          <a:xfrm>
            <a:off x="6048000" y="4176000"/>
            <a:ext cx="2808000" cy="936000"/>
          </a:xfrm>
          <a:prstGeom prst="roundRect">
            <a:avLst>
              <a:gd fmla="val 6784" name="adj"/>
            </a:avLst>
          </a:prstGeom>
          <a:solidFill>
            <a:schemeClr val="lt1"/>
          </a:solidFill>
          <a:ln cap="flat" cmpd="sng" w="12700">
            <a:solidFill>
              <a:schemeClr val="accent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b="1" lang="ja-JP" sz="1400">
                <a:solidFill>
                  <a:schemeClr val="dk1"/>
                </a:solidFill>
                <a:latin typeface="Arial"/>
                <a:ea typeface="Arial"/>
                <a:cs typeface="Arial"/>
                <a:sym typeface="Arial"/>
              </a:rPr>
              <a:t>マスタメンテナンス</a:t>
            </a:r>
            <a:endParaRPr b="1" sz="1400">
              <a:solidFill>
                <a:schemeClr val="dk1"/>
              </a:solidFill>
              <a:latin typeface="Arial"/>
              <a:ea typeface="Arial"/>
              <a:cs typeface="Arial"/>
              <a:sym typeface="Arial"/>
            </a:endParaRPr>
          </a:p>
          <a:p>
            <a:pPr indent="0" lvl="0" marL="0" marR="0" rtl="0" algn="ctr">
              <a:spcBef>
                <a:spcPts val="600"/>
              </a:spcBef>
              <a:spcAft>
                <a:spcPts val="0"/>
              </a:spcAft>
              <a:buNone/>
            </a:pPr>
            <a:r>
              <a:rPr lang="ja-JP" sz="1400">
                <a:solidFill>
                  <a:schemeClr val="dk1"/>
                </a:solidFill>
                <a:latin typeface="Arial"/>
                <a:ea typeface="Arial"/>
                <a:cs typeface="Arial"/>
                <a:sym typeface="Arial"/>
              </a:rPr>
              <a:t>製造・充填計画担当</a:t>
            </a:r>
            <a:endParaRPr sz="1400">
              <a:solidFill>
                <a:schemeClr val="dk1"/>
              </a:solidFill>
              <a:latin typeface="Arial"/>
              <a:ea typeface="Arial"/>
              <a:cs typeface="Arial"/>
              <a:sym typeface="Arial"/>
            </a:endParaRPr>
          </a:p>
        </p:txBody>
      </p:sp>
      <p:grpSp>
        <p:nvGrpSpPr>
          <p:cNvPr id="1188" name="Google Shape;1188;p21"/>
          <p:cNvGrpSpPr/>
          <p:nvPr/>
        </p:nvGrpSpPr>
        <p:grpSpPr>
          <a:xfrm>
            <a:off x="143999" y="864000"/>
            <a:ext cx="6660000" cy="720000"/>
            <a:chOff x="143999" y="864000"/>
            <a:chExt cx="6660000" cy="720000"/>
          </a:xfrm>
        </p:grpSpPr>
        <p:sp>
          <p:nvSpPr>
            <p:cNvPr id="1189" name="Google Shape;1189;p21"/>
            <p:cNvSpPr/>
            <p:nvPr/>
          </p:nvSpPr>
          <p:spPr>
            <a:xfrm>
              <a:off x="143999" y="864000"/>
              <a:ext cx="6660000" cy="720000"/>
            </a:xfrm>
            <a:prstGeom prst="roundRect">
              <a:avLst>
                <a:gd fmla="val 8819" name="adj"/>
              </a:avLst>
            </a:prstGeom>
            <a:solidFill>
              <a:srgbClr val="EDEDED"/>
            </a:solidFill>
            <a:ln cap="flat" cmpd="sng" w="12700">
              <a:solidFill>
                <a:schemeClr val="accent3"/>
              </a:solidFill>
              <a:prstDash val="solid"/>
              <a:miter lim="800000"/>
              <a:headEnd len="sm" w="sm" type="none"/>
              <a:tailEnd len="sm" w="sm" type="none"/>
            </a:ln>
          </p:spPr>
          <p:txBody>
            <a:bodyPr anchorCtr="0" anchor="t" bIns="45700" lIns="108000" spcFirstLastPara="1" rIns="108000" wrap="square" tIns="45700">
              <a:noAutofit/>
            </a:bodyPr>
            <a:lstStyle/>
            <a:p>
              <a:pPr indent="0" lvl="0" marL="0" marR="0" rtl="0" algn="r">
                <a:spcBef>
                  <a:spcPts val="0"/>
                </a:spcBef>
                <a:spcAft>
                  <a:spcPts val="0"/>
                </a:spcAft>
                <a:buNone/>
              </a:pPr>
              <a:r>
                <a:t/>
              </a:r>
              <a:endParaRPr b="1" sz="1400">
                <a:solidFill>
                  <a:schemeClr val="dk1"/>
                </a:solidFill>
                <a:latin typeface="Arial"/>
                <a:ea typeface="Arial"/>
                <a:cs typeface="Arial"/>
                <a:sym typeface="Arial"/>
              </a:endParaRPr>
            </a:p>
          </p:txBody>
        </p:sp>
        <p:sp>
          <p:nvSpPr>
            <p:cNvPr id="1190" name="Google Shape;1190;p21"/>
            <p:cNvSpPr/>
            <p:nvPr/>
          </p:nvSpPr>
          <p:spPr>
            <a:xfrm>
              <a:off x="288000" y="1008000"/>
              <a:ext cx="2016000" cy="432000"/>
            </a:xfrm>
            <a:prstGeom prst="roundRect">
              <a:avLst>
                <a:gd fmla="val 14699" name="adj"/>
              </a:avLst>
            </a:prstGeom>
            <a:solidFill>
              <a:schemeClr val="accen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200">
                  <a:solidFill>
                    <a:schemeClr val="lt1"/>
                  </a:solidFill>
                  <a:latin typeface="Arial"/>
                  <a:ea typeface="Arial"/>
                  <a:cs typeface="Arial"/>
                  <a:sym typeface="Arial"/>
                </a:rPr>
                <a:t>OneSAP</a:t>
              </a:r>
              <a:endParaRPr sz="1200">
                <a:solidFill>
                  <a:schemeClr val="lt1"/>
                </a:solidFill>
                <a:latin typeface="Arial"/>
                <a:ea typeface="Arial"/>
                <a:cs typeface="Arial"/>
                <a:sym typeface="Arial"/>
              </a:endParaRPr>
            </a:p>
            <a:p>
              <a:pPr indent="0" lvl="0" marL="0" marR="0" rtl="0" algn="ctr">
                <a:spcBef>
                  <a:spcPts val="0"/>
                </a:spcBef>
                <a:spcAft>
                  <a:spcPts val="0"/>
                </a:spcAft>
                <a:buNone/>
              </a:pPr>
              <a:r>
                <a:rPr lang="ja-JP" sz="1200">
                  <a:solidFill>
                    <a:schemeClr val="lt1"/>
                  </a:solidFill>
                  <a:latin typeface="Arial"/>
                  <a:ea typeface="Arial"/>
                  <a:cs typeface="Arial"/>
                  <a:sym typeface="Arial"/>
                </a:rPr>
                <a:t>※ 連携基盤経由</a:t>
              </a:r>
              <a:endParaRPr sz="1200">
                <a:solidFill>
                  <a:schemeClr val="lt1"/>
                </a:solidFill>
                <a:latin typeface="Arial"/>
                <a:ea typeface="Arial"/>
                <a:cs typeface="Arial"/>
                <a:sym typeface="Arial"/>
              </a:endParaRPr>
            </a:p>
          </p:txBody>
        </p:sp>
        <p:sp>
          <p:nvSpPr>
            <p:cNvPr id="1191" name="Google Shape;1191;p21"/>
            <p:cNvSpPr/>
            <p:nvPr/>
          </p:nvSpPr>
          <p:spPr>
            <a:xfrm>
              <a:off x="4656000" y="1008000"/>
              <a:ext cx="2016000" cy="432000"/>
            </a:xfrm>
            <a:prstGeom prst="roundRect">
              <a:avLst>
                <a:gd fmla="val 14699" name="adj"/>
              </a:avLst>
            </a:prstGeom>
            <a:solidFill>
              <a:schemeClr val="accen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200">
                  <a:solidFill>
                    <a:schemeClr val="lt1"/>
                  </a:solidFill>
                  <a:latin typeface="Arial"/>
                  <a:ea typeface="Arial"/>
                  <a:cs typeface="Arial"/>
                  <a:sym typeface="Arial"/>
                </a:rPr>
                <a:t>充填管理システム</a:t>
              </a:r>
              <a:endParaRPr sz="1200">
                <a:solidFill>
                  <a:schemeClr val="lt1"/>
                </a:solidFill>
                <a:latin typeface="Arial"/>
                <a:ea typeface="Arial"/>
                <a:cs typeface="Arial"/>
                <a:sym typeface="Arial"/>
              </a:endParaRPr>
            </a:p>
          </p:txBody>
        </p:sp>
        <p:sp>
          <p:nvSpPr>
            <p:cNvPr id="1192" name="Google Shape;1192;p21"/>
            <p:cNvSpPr/>
            <p:nvPr/>
          </p:nvSpPr>
          <p:spPr>
            <a:xfrm>
              <a:off x="2472000" y="1008000"/>
              <a:ext cx="2016000" cy="432000"/>
            </a:xfrm>
            <a:prstGeom prst="roundRect">
              <a:avLst>
                <a:gd fmla="val 14699" name="adj"/>
              </a:avLst>
            </a:prstGeom>
            <a:solidFill>
              <a:schemeClr val="accen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200">
                  <a:solidFill>
                    <a:schemeClr val="lt1"/>
                  </a:solidFill>
                  <a:latin typeface="Arial"/>
                  <a:ea typeface="Arial"/>
                  <a:cs typeface="Arial"/>
                  <a:sym typeface="Arial"/>
                </a:rPr>
                <a:t>ETS-R(運転管理)</a:t>
              </a:r>
              <a:endParaRPr/>
            </a:p>
            <a:p>
              <a:pPr indent="0" lvl="0" marL="0" marR="0" rtl="0" algn="ctr">
                <a:spcBef>
                  <a:spcPts val="0"/>
                </a:spcBef>
                <a:spcAft>
                  <a:spcPts val="0"/>
                </a:spcAft>
                <a:buNone/>
              </a:pPr>
              <a:r>
                <a:rPr lang="ja-JP" sz="1200">
                  <a:solidFill>
                    <a:schemeClr val="lt1"/>
                  </a:solidFill>
                  <a:latin typeface="Arial"/>
                  <a:ea typeface="Arial"/>
                  <a:cs typeface="Arial"/>
                  <a:sym typeface="Arial"/>
                </a:rPr>
                <a:t>※ EAIサーバ経由</a:t>
              </a:r>
              <a:endParaRPr sz="1200">
                <a:solidFill>
                  <a:schemeClr val="lt1"/>
                </a:solidFill>
                <a:latin typeface="Arial"/>
                <a:ea typeface="Arial"/>
                <a:cs typeface="Arial"/>
                <a:sym typeface="Arial"/>
              </a:endParaRPr>
            </a:p>
          </p:txBody>
        </p:sp>
      </p:grpSp>
      <p:grpSp>
        <p:nvGrpSpPr>
          <p:cNvPr id="1193" name="Google Shape;1193;p21"/>
          <p:cNvGrpSpPr/>
          <p:nvPr/>
        </p:nvGrpSpPr>
        <p:grpSpPr>
          <a:xfrm>
            <a:off x="144000" y="5616000"/>
            <a:ext cx="8856000" cy="720000"/>
            <a:chOff x="144000" y="5472000"/>
            <a:chExt cx="8856000" cy="720000"/>
          </a:xfrm>
        </p:grpSpPr>
        <p:sp>
          <p:nvSpPr>
            <p:cNvPr id="1194" name="Google Shape;1194;p21"/>
            <p:cNvSpPr/>
            <p:nvPr/>
          </p:nvSpPr>
          <p:spPr>
            <a:xfrm>
              <a:off x="144000" y="5472000"/>
              <a:ext cx="8856000" cy="720000"/>
            </a:xfrm>
            <a:prstGeom prst="roundRect">
              <a:avLst>
                <a:gd fmla="val 8819" name="adj"/>
              </a:avLst>
            </a:prstGeom>
            <a:solidFill>
              <a:srgbClr val="EDEDED"/>
            </a:solidFill>
            <a:ln cap="flat" cmpd="sng" w="12700">
              <a:solidFill>
                <a:schemeClr val="accent3"/>
              </a:solidFill>
              <a:prstDash val="solid"/>
              <a:miter lim="800000"/>
              <a:headEnd len="sm" w="sm" type="none"/>
              <a:tailEnd len="sm" w="sm" type="none"/>
            </a:ln>
          </p:spPr>
          <p:txBody>
            <a:bodyPr anchorCtr="0" anchor="t" bIns="45700" lIns="108000" spcFirstLastPara="1" rIns="108000" wrap="square" tIns="45700">
              <a:noAutofit/>
            </a:bodyPr>
            <a:lstStyle/>
            <a:p>
              <a:pPr indent="0" lvl="0" marL="0" marR="0" rtl="0" algn="r">
                <a:spcBef>
                  <a:spcPts val="0"/>
                </a:spcBef>
                <a:spcAft>
                  <a:spcPts val="0"/>
                </a:spcAft>
                <a:buNone/>
              </a:pPr>
              <a:r>
                <a:t/>
              </a:r>
              <a:endParaRPr b="1" sz="1400">
                <a:solidFill>
                  <a:schemeClr val="dk1"/>
                </a:solidFill>
                <a:latin typeface="Arial"/>
                <a:ea typeface="Arial"/>
                <a:cs typeface="Arial"/>
                <a:sym typeface="Arial"/>
              </a:endParaRPr>
            </a:p>
          </p:txBody>
        </p:sp>
        <p:sp>
          <p:nvSpPr>
            <p:cNvPr id="1195" name="Google Shape;1195;p21"/>
            <p:cNvSpPr/>
            <p:nvPr/>
          </p:nvSpPr>
          <p:spPr>
            <a:xfrm>
              <a:off x="288000" y="5616000"/>
              <a:ext cx="2016000" cy="432000"/>
            </a:xfrm>
            <a:prstGeom prst="roundRect">
              <a:avLst>
                <a:gd fmla="val 14699" name="adj"/>
              </a:avLst>
            </a:prstGeom>
            <a:solidFill>
              <a:schemeClr val="accen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200">
                  <a:solidFill>
                    <a:schemeClr val="lt1"/>
                  </a:solidFill>
                  <a:latin typeface="Arial"/>
                  <a:ea typeface="Arial"/>
                  <a:cs typeface="Arial"/>
                  <a:sym typeface="Arial"/>
                </a:rPr>
                <a:t>潤滑油運転制御システム</a:t>
              </a:r>
              <a:endParaRPr sz="1200">
                <a:solidFill>
                  <a:schemeClr val="lt1"/>
                </a:solidFill>
                <a:latin typeface="Arial"/>
                <a:ea typeface="Arial"/>
                <a:cs typeface="Arial"/>
                <a:sym typeface="Arial"/>
              </a:endParaRPr>
            </a:p>
          </p:txBody>
        </p:sp>
        <p:sp>
          <p:nvSpPr>
            <p:cNvPr id="1196" name="Google Shape;1196;p21"/>
            <p:cNvSpPr/>
            <p:nvPr/>
          </p:nvSpPr>
          <p:spPr>
            <a:xfrm>
              <a:off x="2472000" y="5616000"/>
              <a:ext cx="2016000" cy="432000"/>
            </a:xfrm>
            <a:prstGeom prst="roundRect">
              <a:avLst>
                <a:gd fmla="val 14699" name="adj"/>
              </a:avLst>
            </a:prstGeom>
            <a:solidFill>
              <a:schemeClr val="accen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200">
                  <a:solidFill>
                    <a:schemeClr val="lt1"/>
                  </a:solidFill>
                  <a:latin typeface="Arial"/>
                  <a:ea typeface="Arial"/>
                  <a:cs typeface="Arial"/>
                  <a:sym typeface="Arial"/>
                </a:rPr>
                <a:t>添加剤</a:t>
              </a:r>
              <a:endParaRPr sz="1200">
                <a:solidFill>
                  <a:schemeClr val="lt1"/>
                </a:solidFill>
                <a:latin typeface="Arial"/>
                <a:ea typeface="Arial"/>
                <a:cs typeface="Arial"/>
                <a:sym typeface="Arial"/>
              </a:endParaRPr>
            </a:p>
            <a:p>
              <a:pPr indent="0" lvl="0" marL="0" marR="0" rtl="0" algn="ctr">
                <a:spcBef>
                  <a:spcPts val="0"/>
                </a:spcBef>
                <a:spcAft>
                  <a:spcPts val="0"/>
                </a:spcAft>
                <a:buNone/>
              </a:pPr>
              <a:r>
                <a:rPr lang="ja-JP" sz="1200">
                  <a:solidFill>
                    <a:schemeClr val="lt1"/>
                  </a:solidFill>
                  <a:latin typeface="Arial"/>
                  <a:ea typeface="Arial"/>
                  <a:cs typeface="Arial"/>
                  <a:sym typeface="Arial"/>
                </a:rPr>
                <a:t>ロット管理システム</a:t>
              </a:r>
              <a:endParaRPr sz="1200">
                <a:solidFill>
                  <a:schemeClr val="lt1"/>
                </a:solidFill>
                <a:latin typeface="Arial"/>
                <a:ea typeface="Arial"/>
                <a:cs typeface="Arial"/>
                <a:sym typeface="Arial"/>
              </a:endParaRPr>
            </a:p>
          </p:txBody>
        </p:sp>
        <p:sp>
          <p:nvSpPr>
            <p:cNvPr id="1197" name="Google Shape;1197;p21"/>
            <p:cNvSpPr/>
            <p:nvPr/>
          </p:nvSpPr>
          <p:spPr>
            <a:xfrm>
              <a:off x="6840000" y="5616000"/>
              <a:ext cx="2016000" cy="432000"/>
            </a:xfrm>
            <a:prstGeom prst="roundRect">
              <a:avLst>
                <a:gd fmla="val 14699" name="adj"/>
              </a:avLst>
            </a:prstGeom>
            <a:solidFill>
              <a:schemeClr val="accen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200">
                  <a:solidFill>
                    <a:schemeClr val="lt1"/>
                  </a:solidFill>
                  <a:latin typeface="Arial"/>
                  <a:ea typeface="Arial"/>
                  <a:cs typeface="Arial"/>
                  <a:sym typeface="Arial"/>
                </a:rPr>
                <a:t>ロット追跡システム</a:t>
              </a:r>
              <a:endParaRPr sz="1200">
                <a:solidFill>
                  <a:schemeClr val="lt1"/>
                </a:solidFill>
                <a:latin typeface="Arial"/>
                <a:ea typeface="Arial"/>
                <a:cs typeface="Arial"/>
                <a:sym typeface="Arial"/>
              </a:endParaRPr>
            </a:p>
          </p:txBody>
        </p:sp>
        <p:sp>
          <p:nvSpPr>
            <p:cNvPr id="1198" name="Google Shape;1198;p21"/>
            <p:cNvSpPr/>
            <p:nvPr/>
          </p:nvSpPr>
          <p:spPr>
            <a:xfrm>
              <a:off x="4656000" y="5616000"/>
              <a:ext cx="2016000" cy="432000"/>
            </a:xfrm>
            <a:prstGeom prst="roundRect">
              <a:avLst>
                <a:gd fmla="val 14699" name="adj"/>
              </a:avLst>
            </a:prstGeom>
            <a:solidFill>
              <a:schemeClr val="accen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200">
                  <a:solidFill>
                    <a:schemeClr val="lt1"/>
                  </a:solidFill>
                  <a:latin typeface="Arial"/>
                  <a:ea typeface="Arial"/>
                  <a:cs typeface="Arial"/>
                  <a:sym typeface="Arial"/>
                </a:rPr>
                <a:t>自動倉庫システム</a:t>
              </a:r>
              <a:endParaRPr sz="1200">
                <a:solidFill>
                  <a:schemeClr val="lt1"/>
                </a:solidFill>
                <a:latin typeface="Arial"/>
                <a:ea typeface="Arial"/>
                <a:cs typeface="Arial"/>
                <a:sym typeface="Arial"/>
              </a:endParaRPr>
            </a:p>
          </p:txBody>
        </p:sp>
      </p:grpSp>
      <p:grpSp>
        <p:nvGrpSpPr>
          <p:cNvPr id="1199" name="Google Shape;1199;p21"/>
          <p:cNvGrpSpPr/>
          <p:nvPr/>
        </p:nvGrpSpPr>
        <p:grpSpPr>
          <a:xfrm>
            <a:off x="7452000" y="720000"/>
            <a:ext cx="1467996" cy="1152000"/>
            <a:chOff x="7452000" y="864000"/>
            <a:chExt cx="1467996" cy="1152000"/>
          </a:xfrm>
        </p:grpSpPr>
        <p:sp>
          <p:nvSpPr>
            <p:cNvPr id="1200" name="Google Shape;1200;p21"/>
            <p:cNvSpPr/>
            <p:nvPr/>
          </p:nvSpPr>
          <p:spPr>
            <a:xfrm>
              <a:off x="7452000" y="864000"/>
              <a:ext cx="360000" cy="216000"/>
            </a:xfrm>
            <a:prstGeom prst="roundRect">
              <a:avLst>
                <a:gd fmla="val 29398" name="adj"/>
              </a:avLst>
            </a:prstGeom>
            <a:solidFill>
              <a:schemeClr val="accen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201" name="Google Shape;1201;p21"/>
            <p:cNvSpPr/>
            <p:nvPr/>
          </p:nvSpPr>
          <p:spPr>
            <a:xfrm>
              <a:off x="7452000" y="1152000"/>
              <a:ext cx="360000" cy="216000"/>
            </a:xfrm>
            <a:prstGeom prst="roundRect">
              <a:avLst>
                <a:gd fmla="val 29398" name="adj"/>
              </a:avLst>
            </a:prstGeom>
            <a:solidFill>
              <a:srgbClr val="FBE4D4"/>
            </a:solidFill>
            <a:ln cap="flat" cmpd="sng" w="19050">
              <a:solidFill>
                <a:schemeClr val="accent2"/>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1400">
                <a:solidFill>
                  <a:schemeClr val="dk1"/>
                </a:solidFill>
                <a:latin typeface="Arial"/>
                <a:ea typeface="Arial"/>
                <a:cs typeface="Arial"/>
                <a:sym typeface="Arial"/>
              </a:endParaRPr>
            </a:p>
          </p:txBody>
        </p:sp>
        <p:sp>
          <p:nvSpPr>
            <p:cNvPr id="1202" name="Google Shape;1202;p21"/>
            <p:cNvSpPr/>
            <p:nvPr/>
          </p:nvSpPr>
          <p:spPr>
            <a:xfrm flipH="1" rot="5400000">
              <a:off x="7524000" y="1692000"/>
              <a:ext cx="288000" cy="360000"/>
            </a:xfrm>
            <a:prstGeom prst="upArrow">
              <a:avLst>
                <a:gd fmla="val 50000" name="adj1"/>
                <a:gd fmla="val 66620" name="adj2"/>
              </a:avLst>
            </a:prstGeom>
            <a:solidFill>
              <a:srgbClr val="C9C9C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600">
                <a:solidFill>
                  <a:schemeClr val="lt1"/>
                </a:solidFill>
                <a:latin typeface="Arial"/>
                <a:ea typeface="Arial"/>
                <a:cs typeface="Arial"/>
                <a:sym typeface="Arial"/>
              </a:endParaRPr>
            </a:p>
          </p:txBody>
        </p:sp>
        <p:sp>
          <p:nvSpPr>
            <p:cNvPr id="1203" name="Google Shape;1203;p21"/>
            <p:cNvSpPr txBox="1"/>
            <p:nvPr/>
          </p:nvSpPr>
          <p:spPr>
            <a:xfrm>
              <a:off x="7812000" y="864000"/>
              <a:ext cx="80021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ja-JP" sz="1200">
                  <a:solidFill>
                    <a:schemeClr val="dk1"/>
                  </a:solidFill>
                  <a:latin typeface="Arial"/>
                  <a:ea typeface="Arial"/>
                  <a:cs typeface="Arial"/>
                  <a:sym typeface="Arial"/>
                </a:rPr>
                <a:t>周辺ｼｽﾃﾑ</a:t>
              </a:r>
              <a:endParaRPr sz="1200">
                <a:solidFill>
                  <a:schemeClr val="dk1"/>
                </a:solidFill>
                <a:latin typeface="Arial"/>
                <a:ea typeface="Arial"/>
                <a:cs typeface="Arial"/>
                <a:sym typeface="Arial"/>
              </a:endParaRPr>
            </a:p>
          </p:txBody>
        </p:sp>
        <p:sp>
          <p:nvSpPr>
            <p:cNvPr id="1204" name="Google Shape;1204;p21"/>
            <p:cNvSpPr txBox="1"/>
            <p:nvPr/>
          </p:nvSpPr>
          <p:spPr>
            <a:xfrm>
              <a:off x="7812000" y="1152000"/>
              <a:ext cx="1107996"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ja-JP" sz="1200">
                  <a:solidFill>
                    <a:schemeClr val="dk1"/>
                  </a:solidFill>
                  <a:latin typeface="Arial"/>
                  <a:ea typeface="Arial"/>
                  <a:cs typeface="Arial"/>
                  <a:sym typeface="Arial"/>
                </a:rPr>
                <a:t>運転管理ｼｽﾃﾑ</a:t>
              </a:r>
              <a:endParaRPr sz="1200">
                <a:solidFill>
                  <a:schemeClr val="dk1"/>
                </a:solidFill>
                <a:latin typeface="Arial"/>
                <a:ea typeface="Arial"/>
                <a:cs typeface="Arial"/>
                <a:sym typeface="Arial"/>
              </a:endParaRPr>
            </a:p>
          </p:txBody>
        </p:sp>
        <p:sp>
          <p:nvSpPr>
            <p:cNvPr id="1205" name="Google Shape;1205;p21"/>
            <p:cNvSpPr txBox="1"/>
            <p:nvPr/>
          </p:nvSpPr>
          <p:spPr>
            <a:xfrm>
              <a:off x="7812000" y="1728000"/>
              <a:ext cx="80021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ja-JP" sz="1200">
                  <a:solidFill>
                    <a:schemeClr val="dk1"/>
                  </a:solidFill>
                  <a:latin typeface="Arial"/>
                  <a:ea typeface="Arial"/>
                  <a:cs typeface="Arial"/>
                  <a:sym typeface="Arial"/>
                </a:rPr>
                <a:t>ﾃﾞｰﾀ連携</a:t>
              </a:r>
              <a:endParaRPr/>
            </a:p>
          </p:txBody>
        </p:sp>
        <p:sp>
          <p:nvSpPr>
            <p:cNvPr id="1206" name="Google Shape;1206;p21"/>
            <p:cNvSpPr/>
            <p:nvPr/>
          </p:nvSpPr>
          <p:spPr>
            <a:xfrm>
              <a:off x="7452000" y="1440000"/>
              <a:ext cx="360000" cy="216000"/>
            </a:xfrm>
            <a:prstGeom prst="roundRect">
              <a:avLst>
                <a:gd fmla="val 29398" name="adj"/>
              </a:avLst>
            </a:prstGeom>
            <a:solidFill>
              <a:schemeClr val="lt1"/>
            </a:solid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dk1"/>
                </a:solidFill>
                <a:latin typeface="Arial"/>
                <a:ea typeface="Arial"/>
                <a:cs typeface="Arial"/>
                <a:sym typeface="Arial"/>
              </a:endParaRPr>
            </a:p>
          </p:txBody>
        </p:sp>
        <p:sp>
          <p:nvSpPr>
            <p:cNvPr id="1207" name="Google Shape;1207;p21"/>
            <p:cNvSpPr txBox="1"/>
            <p:nvPr/>
          </p:nvSpPr>
          <p:spPr>
            <a:xfrm>
              <a:off x="7812000" y="1440000"/>
              <a:ext cx="80021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ja-JP" sz="1200">
                  <a:solidFill>
                    <a:schemeClr val="dk1"/>
                  </a:solidFill>
                  <a:latin typeface="Arial"/>
                  <a:ea typeface="Arial"/>
                  <a:cs typeface="Arial"/>
                  <a:sym typeface="Arial"/>
                </a:rPr>
                <a:t>主要機能</a:t>
              </a:r>
              <a:endParaRPr sz="1200">
                <a:solidFill>
                  <a:schemeClr val="dk1"/>
                </a:solidFill>
                <a:latin typeface="Arial"/>
                <a:ea typeface="Arial"/>
                <a:cs typeface="Arial"/>
                <a:sym typeface="Arial"/>
              </a:endParaRPr>
            </a:p>
          </p:txBody>
        </p:sp>
      </p:grpSp>
      <p:sp>
        <p:nvSpPr>
          <p:cNvPr id="1208" name="Google Shape;1208;p21"/>
          <p:cNvSpPr/>
          <p:nvPr/>
        </p:nvSpPr>
        <p:spPr>
          <a:xfrm flipH="1" rot="5400000">
            <a:off x="6515999" y="5796000"/>
            <a:ext cx="576000" cy="360000"/>
          </a:xfrm>
          <a:prstGeom prst="upArrow">
            <a:avLst>
              <a:gd fmla="val 50000" name="adj1"/>
              <a:gd fmla="val 50000" name="adj2"/>
            </a:avLst>
          </a:prstGeom>
          <a:solidFill>
            <a:srgbClr val="C9C9C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600">
              <a:solidFill>
                <a:schemeClr val="lt1"/>
              </a:solidFill>
              <a:latin typeface="Arial"/>
              <a:ea typeface="Arial"/>
              <a:cs typeface="Arial"/>
              <a:sym typeface="Arial"/>
            </a:endParaRPr>
          </a:p>
        </p:txBody>
      </p:sp>
      <p:sp>
        <p:nvSpPr>
          <p:cNvPr id="1209" name="Google Shape;1209;p21"/>
          <p:cNvSpPr txBox="1"/>
          <p:nvPr/>
        </p:nvSpPr>
        <p:spPr>
          <a:xfrm>
            <a:off x="1" y="3312000"/>
            <a:ext cx="9144000" cy="1008000"/>
          </a:xfrm>
          <a:prstGeom prst="rect">
            <a:avLst/>
          </a:prstGeom>
          <a:solidFill>
            <a:srgbClr val="EDEDED">
              <a:alpha val="6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2000">
                <a:solidFill>
                  <a:srgbClr val="FF0000"/>
                </a:solidFill>
                <a:latin typeface="Arial"/>
                <a:ea typeface="Arial"/>
                <a:cs typeface="Arial"/>
                <a:sym typeface="Arial"/>
              </a:rPr>
              <a:t>今回のシステム更新では単純更新を基本方針とし</a:t>
            </a:r>
            <a:endParaRPr b="1" sz="2000">
              <a:solidFill>
                <a:srgbClr val="FF0000"/>
              </a:solidFill>
              <a:latin typeface="Arial"/>
              <a:ea typeface="Arial"/>
              <a:cs typeface="Arial"/>
              <a:sym typeface="Arial"/>
            </a:endParaRPr>
          </a:p>
          <a:p>
            <a:pPr indent="0" lvl="0" marL="0" marR="0" rtl="0" algn="ctr">
              <a:spcBef>
                <a:spcPts val="0"/>
              </a:spcBef>
              <a:spcAft>
                <a:spcPts val="0"/>
              </a:spcAft>
              <a:buNone/>
            </a:pPr>
            <a:r>
              <a:rPr b="1" lang="ja-JP" sz="2000">
                <a:solidFill>
                  <a:srgbClr val="FF0000"/>
                </a:solidFill>
                <a:latin typeface="Arial"/>
                <a:ea typeface="Arial"/>
                <a:cs typeface="Arial"/>
                <a:sym typeface="Arial"/>
              </a:rPr>
              <a:t>現行と同等の機能を実現します。</a:t>
            </a:r>
            <a:endParaRPr b="1" sz="2000">
              <a:solidFill>
                <a:srgbClr val="FF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3" name="Shape 1213"/>
        <p:cNvGrpSpPr/>
        <p:nvPr/>
      </p:nvGrpSpPr>
      <p:grpSpPr>
        <a:xfrm>
          <a:off x="0" y="0"/>
          <a:ext cx="0" cy="0"/>
          <a:chOff x="0" y="0"/>
          <a:chExt cx="0" cy="0"/>
        </a:xfrm>
      </p:grpSpPr>
      <p:sp>
        <p:nvSpPr>
          <p:cNvPr id="1214" name="Google Shape;1214;p22"/>
          <p:cNvSpPr/>
          <p:nvPr/>
        </p:nvSpPr>
        <p:spPr>
          <a:xfrm>
            <a:off x="3960000" y="5148000"/>
            <a:ext cx="1656000" cy="288000"/>
          </a:xfrm>
          <a:prstGeom prst="rect">
            <a:avLst/>
          </a:prstGeom>
          <a:solidFill>
            <a:srgbClr val="DDEA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215" name="Google Shape;1215;p22"/>
          <p:cNvSpPr/>
          <p:nvPr/>
        </p:nvSpPr>
        <p:spPr>
          <a:xfrm>
            <a:off x="5652000" y="5148000"/>
            <a:ext cx="1656000" cy="288000"/>
          </a:xfrm>
          <a:prstGeom prst="rect">
            <a:avLst/>
          </a:prstGeom>
          <a:solidFill>
            <a:srgbClr val="DDEA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216" name="Google Shape;1216;p22"/>
          <p:cNvSpPr txBox="1"/>
          <p:nvPr>
            <p:ph type="title"/>
          </p:nvPr>
        </p:nvSpPr>
        <p:spPr>
          <a:xfrm>
            <a:off x="144000" y="36000"/>
            <a:ext cx="8856000" cy="5760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3000"/>
              <a:buFont typeface="Arial"/>
              <a:buNone/>
            </a:pPr>
            <a:r>
              <a:rPr lang="ja-JP"/>
              <a:t>機能数（ToBe）</a:t>
            </a:r>
            <a:endParaRPr/>
          </a:p>
        </p:txBody>
      </p:sp>
      <p:sp>
        <p:nvSpPr>
          <p:cNvPr id="1217" name="Google Shape;1217;p22"/>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ja-JP"/>
              <a:t>Copyright© 2020 SystemEXE,Inc. all rights reserved.</a:t>
            </a:r>
            <a:endParaRPr/>
          </a:p>
        </p:txBody>
      </p:sp>
      <p:sp>
        <p:nvSpPr>
          <p:cNvPr id="1218" name="Google Shape;1218;p22"/>
          <p:cNvSpPr txBox="1"/>
          <p:nvPr>
            <p:ph idx="12" type="sldNum"/>
          </p:nvPr>
        </p:nvSpPr>
        <p:spPr>
          <a:xfrm>
            <a:off x="4212000" y="6500068"/>
            <a:ext cx="720000" cy="288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ja-JP"/>
              <a:t>‹#›</a:t>
            </a:fld>
            <a:endParaRPr/>
          </a:p>
        </p:txBody>
      </p:sp>
      <p:sp>
        <p:nvSpPr>
          <p:cNvPr id="1219" name="Google Shape;1219;p22"/>
          <p:cNvSpPr txBox="1"/>
          <p:nvPr/>
        </p:nvSpPr>
        <p:spPr>
          <a:xfrm>
            <a:off x="143999" y="5508000"/>
            <a:ext cx="8856001" cy="1015663"/>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200"/>
              <a:buFont typeface="Arial"/>
              <a:buChar char="※"/>
            </a:pPr>
            <a:r>
              <a:rPr lang="ja-JP" sz="1200">
                <a:solidFill>
                  <a:schemeClr val="dk1"/>
                </a:solidFill>
                <a:latin typeface="Arial"/>
                <a:ea typeface="Arial"/>
                <a:cs typeface="Arial"/>
                <a:sym typeface="Arial"/>
              </a:rPr>
              <a:t>現行のプログラムソースにて「bk」や「bak」などがファイル名に付加されているファイルおよび機能は、バックアップ目的と推測し、新システムへは移行しない想定です。</a:t>
            </a:r>
            <a:endParaRPr sz="1200">
              <a:solidFill>
                <a:schemeClr val="dk1"/>
              </a:solidFill>
              <a:latin typeface="Arial"/>
              <a:ea typeface="Arial"/>
              <a:cs typeface="Arial"/>
              <a:sym typeface="Arial"/>
            </a:endParaRPr>
          </a:p>
          <a:p>
            <a:pPr indent="-285750" lvl="0" marL="285750" marR="0" rtl="0" algn="l">
              <a:spcBef>
                <a:spcPts val="0"/>
              </a:spcBef>
              <a:spcAft>
                <a:spcPts val="0"/>
              </a:spcAft>
              <a:buClr>
                <a:schemeClr val="dk1"/>
              </a:buClr>
              <a:buSzPts val="1200"/>
              <a:buFont typeface="Arial"/>
              <a:buChar char="※"/>
            </a:pPr>
            <a:r>
              <a:rPr lang="ja-JP" sz="1200">
                <a:solidFill>
                  <a:schemeClr val="dk1"/>
                </a:solidFill>
                <a:latin typeface="Arial"/>
                <a:ea typeface="Arial"/>
                <a:cs typeface="Arial"/>
                <a:sym typeface="Arial"/>
              </a:rPr>
              <a:t>共通機能数は、現行のVBの共通モジュール（basファイル）を共通化する想定で、ファイル名等から統一できる件数を算出しております。また、共通機能数には、batファイルの31の機能を含めております。</a:t>
            </a:r>
            <a:endParaRPr sz="1200">
              <a:solidFill>
                <a:schemeClr val="dk1"/>
              </a:solidFill>
              <a:latin typeface="Arial"/>
              <a:ea typeface="Arial"/>
              <a:cs typeface="Arial"/>
              <a:sym typeface="Arial"/>
            </a:endParaRPr>
          </a:p>
          <a:p>
            <a:pPr indent="-285750" lvl="0" marL="285750" marR="0" rtl="0" algn="l">
              <a:spcBef>
                <a:spcPts val="0"/>
              </a:spcBef>
              <a:spcAft>
                <a:spcPts val="0"/>
              </a:spcAft>
              <a:buClr>
                <a:schemeClr val="dk1"/>
              </a:buClr>
              <a:buSzPts val="1200"/>
              <a:buFont typeface="Arial"/>
              <a:buChar char="※"/>
            </a:pPr>
            <a:r>
              <a:rPr lang="ja-JP" sz="1200">
                <a:solidFill>
                  <a:schemeClr val="dk1"/>
                </a:solidFill>
                <a:latin typeface="Arial"/>
                <a:ea typeface="Arial"/>
                <a:cs typeface="Arial"/>
                <a:sym typeface="Arial"/>
              </a:rPr>
              <a:t>現行プログラムのエクセルファイルに相当するものは帳票数に含めております。</a:t>
            </a:r>
            <a:endParaRPr/>
          </a:p>
        </p:txBody>
      </p:sp>
      <p:sp>
        <p:nvSpPr>
          <p:cNvPr id="1220" name="Google Shape;1220;p22"/>
          <p:cNvSpPr/>
          <p:nvPr/>
        </p:nvSpPr>
        <p:spPr>
          <a:xfrm flipH="1">
            <a:off x="143999" y="864000"/>
            <a:ext cx="2088000" cy="360000"/>
          </a:xfrm>
          <a:prstGeom prst="round1Rect">
            <a:avLst>
              <a:gd fmla="val 17639" name="adj"/>
            </a:avLst>
          </a:prstGeom>
          <a:solidFill>
            <a:srgbClr val="52525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600">
              <a:solidFill>
                <a:schemeClr val="lt1"/>
              </a:solidFill>
              <a:latin typeface="Arial"/>
              <a:ea typeface="Arial"/>
              <a:cs typeface="Arial"/>
              <a:sym typeface="Arial"/>
            </a:endParaRPr>
          </a:p>
        </p:txBody>
      </p:sp>
      <p:sp>
        <p:nvSpPr>
          <p:cNvPr id="1221" name="Google Shape;1221;p22"/>
          <p:cNvSpPr/>
          <p:nvPr/>
        </p:nvSpPr>
        <p:spPr>
          <a:xfrm>
            <a:off x="144000" y="1260000"/>
            <a:ext cx="2088000" cy="288000"/>
          </a:xfrm>
          <a:prstGeom prst="rect">
            <a:avLst/>
          </a:prstGeom>
          <a:solidFill>
            <a:srgbClr val="EDEDE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222" name="Google Shape;1222;p22"/>
          <p:cNvSpPr/>
          <p:nvPr/>
        </p:nvSpPr>
        <p:spPr>
          <a:xfrm>
            <a:off x="2268000" y="1260000"/>
            <a:ext cx="1656000" cy="3852000"/>
          </a:xfrm>
          <a:prstGeom prst="rect">
            <a:avLst/>
          </a:prstGeom>
          <a:solidFill>
            <a:srgbClr val="DDEA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223" name="Google Shape;1223;p22"/>
          <p:cNvSpPr/>
          <p:nvPr/>
        </p:nvSpPr>
        <p:spPr>
          <a:xfrm>
            <a:off x="3960000" y="1260000"/>
            <a:ext cx="1656000" cy="288000"/>
          </a:xfrm>
          <a:prstGeom prst="rect">
            <a:avLst/>
          </a:prstGeom>
          <a:solidFill>
            <a:srgbClr val="DDEA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224" name="Google Shape;1224;p22"/>
          <p:cNvSpPr/>
          <p:nvPr/>
        </p:nvSpPr>
        <p:spPr>
          <a:xfrm>
            <a:off x="7344000" y="1260000"/>
            <a:ext cx="1656000" cy="3852000"/>
          </a:xfrm>
          <a:prstGeom prst="rect">
            <a:avLst/>
          </a:prstGeom>
          <a:solidFill>
            <a:srgbClr val="DDEA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225" name="Google Shape;1225;p22"/>
          <p:cNvSpPr txBox="1"/>
          <p:nvPr/>
        </p:nvSpPr>
        <p:spPr>
          <a:xfrm>
            <a:off x="145835" y="1260000"/>
            <a:ext cx="2088000" cy="288000"/>
          </a:xfrm>
          <a:prstGeom prst="rect">
            <a:avLst/>
          </a:prstGeom>
          <a:noFill/>
          <a:ln>
            <a:noFill/>
          </a:ln>
        </p:spPr>
        <p:txBody>
          <a:bodyPr anchorCtr="0" anchor="ctr" bIns="45700" lIns="91425" spcFirstLastPara="1" rIns="91425" wrap="square" tIns="45700">
            <a:noAutofit/>
          </a:bodyPr>
          <a:lstStyle/>
          <a:p>
            <a:pPr indent="0" lvl="0" marL="0" marR="0" rtl="0" algn="r">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BO荷繰</a:t>
            </a:r>
            <a:endParaRPr sz="1400">
              <a:solidFill>
                <a:schemeClr val="dk1"/>
              </a:solidFill>
              <a:latin typeface="Arial"/>
              <a:ea typeface="Arial"/>
              <a:cs typeface="Arial"/>
              <a:sym typeface="Arial"/>
            </a:endParaRPr>
          </a:p>
        </p:txBody>
      </p:sp>
      <p:sp>
        <p:nvSpPr>
          <p:cNvPr id="1226" name="Google Shape;1226;p22"/>
          <p:cNvSpPr txBox="1"/>
          <p:nvPr/>
        </p:nvSpPr>
        <p:spPr>
          <a:xfrm>
            <a:off x="2268000" y="1260000"/>
            <a:ext cx="1656000" cy="385200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rgbClr val="FF0000"/>
              </a:buClr>
              <a:buSzPts val="1400"/>
              <a:buFont typeface="Arial"/>
              <a:buNone/>
            </a:pPr>
            <a:r>
              <a:rPr b="1" lang="ja-JP" sz="1400">
                <a:solidFill>
                  <a:srgbClr val="FF0000"/>
                </a:solidFill>
                <a:latin typeface="Arial"/>
                <a:ea typeface="Arial"/>
                <a:cs typeface="Arial"/>
                <a:sym typeface="Arial"/>
              </a:rPr>
              <a:t>1</a:t>
            </a:r>
            <a:endParaRPr/>
          </a:p>
        </p:txBody>
      </p:sp>
      <p:sp>
        <p:nvSpPr>
          <p:cNvPr id="1227" name="Google Shape;1227;p22"/>
          <p:cNvSpPr txBox="1"/>
          <p:nvPr/>
        </p:nvSpPr>
        <p:spPr>
          <a:xfrm>
            <a:off x="3960000" y="1260000"/>
            <a:ext cx="1656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28</a:t>
            </a:r>
            <a:endParaRPr/>
          </a:p>
        </p:txBody>
      </p:sp>
      <p:sp>
        <p:nvSpPr>
          <p:cNvPr id="1228" name="Google Shape;1228;p22"/>
          <p:cNvSpPr txBox="1"/>
          <p:nvPr/>
        </p:nvSpPr>
        <p:spPr>
          <a:xfrm>
            <a:off x="7344000" y="1260000"/>
            <a:ext cx="1656000" cy="385200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rgbClr val="FF0000"/>
              </a:buClr>
              <a:buSzPts val="1400"/>
              <a:buFont typeface="Arial"/>
              <a:buNone/>
            </a:pPr>
            <a:r>
              <a:rPr b="1" lang="ja-JP" sz="1400">
                <a:solidFill>
                  <a:srgbClr val="FF0000"/>
                </a:solidFill>
                <a:latin typeface="Arial"/>
                <a:ea typeface="Arial"/>
                <a:cs typeface="Arial"/>
                <a:sym typeface="Arial"/>
              </a:rPr>
              <a:t>220</a:t>
            </a:r>
            <a:endParaRPr/>
          </a:p>
        </p:txBody>
      </p:sp>
      <p:sp>
        <p:nvSpPr>
          <p:cNvPr id="1229" name="Google Shape;1229;p22"/>
          <p:cNvSpPr/>
          <p:nvPr/>
        </p:nvSpPr>
        <p:spPr>
          <a:xfrm rot="10800000">
            <a:off x="148076" y="5148000"/>
            <a:ext cx="2088000" cy="288000"/>
          </a:xfrm>
          <a:prstGeom prst="round1Rect">
            <a:avLst>
              <a:gd fmla="val 22049" name="adj"/>
            </a:avLst>
          </a:prstGeom>
          <a:solidFill>
            <a:srgbClr val="EDEDE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230" name="Google Shape;1230;p22"/>
          <p:cNvSpPr/>
          <p:nvPr/>
        </p:nvSpPr>
        <p:spPr>
          <a:xfrm>
            <a:off x="2268000" y="5148000"/>
            <a:ext cx="1656000" cy="288000"/>
          </a:xfrm>
          <a:prstGeom prst="rect">
            <a:avLst/>
          </a:prstGeom>
          <a:solidFill>
            <a:srgbClr val="DDEA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231" name="Google Shape;1231;p22"/>
          <p:cNvSpPr/>
          <p:nvPr/>
        </p:nvSpPr>
        <p:spPr>
          <a:xfrm flipH="1" rot="10800000">
            <a:off x="7344000" y="5148000"/>
            <a:ext cx="1656000" cy="288000"/>
          </a:xfrm>
          <a:prstGeom prst="round1Rect">
            <a:avLst>
              <a:gd fmla="val 22049" name="adj"/>
            </a:avLst>
          </a:prstGeom>
          <a:solidFill>
            <a:srgbClr val="DDEA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232" name="Google Shape;1232;p22"/>
          <p:cNvSpPr txBox="1"/>
          <p:nvPr/>
        </p:nvSpPr>
        <p:spPr>
          <a:xfrm>
            <a:off x="149911" y="5148000"/>
            <a:ext cx="2088000" cy="288000"/>
          </a:xfrm>
          <a:prstGeom prst="rect">
            <a:avLst/>
          </a:prstGeom>
          <a:noFill/>
          <a:ln>
            <a:noFill/>
          </a:ln>
        </p:spPr>
        <p:txBody>
          <a:bodyPr anchorCtr="0" anchor="ctr" bIns="45700" lIns="91425" spcFirstLastPara="1" rIns="91425" wrap="square" tIns="45700">
            <a:noAutofit/>
          </a:bodyPr>
          <a:lstStyle/>
          <a:p>
            <a:pPr indent="0" lvl="0" marL="0" marR="0" rtl="0" algn="r">
              <a:lnSpc>
                <a:spcPct val="120000"/>
              </a:lnSpc>
              <a:spcBef>
                <a:spcPts val="0"/>
              </a:spcBef>
              <a:spcAft>
                <a:spcPts val="0"/>
              </a:spcAft>
              <a:buClr>
                <a:schemeClr val="dk1"/>
              </a:buClr>
              <a:buSzPts val="1400"/>
              <a:buFont typeface="Arial"/>
              <a:buNone/>
            </a:pPr>
            <a:r>
              <a:rPr b="1" lang="ja-JP" sz="1400">
                <a:solidFill>
                  <a:schemeClr val="dk1"/>
                </a:solidFill>
                <a:latin typeface="Arial"/>
                <a:ea typeface="Arial"/>
                <a:cs typeface="Arial"/>
                <a:sym typeface="Arial"/>
              </a:rPr>
              <a:t>計</a:t>
            </a:r>
            <a:endParaRPr b="1" sz="1400">
              <a:solidFill>
                <a:schemeClr val="dk1"/>
              </a:solidFill>
              <a:latin typeface="Arial"/>
              <a:ea typeface="Arial"/>
              <a:cs typeface="Arial"/>
              <a:sym typeface="Arial"/>
            </a:endParaRPr>
          </a:p>
        </p:txBody>
      </p:sp>
      <p:sp>
        <p:nvSpPr>
          <p:cNvPr id="1233" name="Google Shape;1233;p22"/>
          <p:cNvSpPr txBox="1"/>
          <p:nvPr/>
        </p:nvSpPr>
        <p:spPr>
          <a:xfrm>
            <a:off x="2268000" y="5148000"/>
            <a:ext cx="1656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rgbClr val="FF0000"/>
              </a:buClr>
              <a:buSzPts val="1400"/>
              <a:buFont typeface="Arial"/>
              <a:buNone/>
            </a:pPr>
            <a:r>
              <a:rPr b="1" lang="ja-JP" sz="1400">
                <a:solidFill>
                  <a:srgbClr val="FF0000"/>
                </a:solidFill>
                <a:latin typeface="Arial"/>
                <a:ea typeface="Arial"/>
                <a:cs typeface="Arial"/>
                <a:sym typeface="Arial"/>
              </a:rPr>
              <a:t>1</a:t>
            </a:r>
            <a:endParaRPr/>
          </a:p>
        </p:txBody>
      </p:sp>
      <p:sp>
        <p:nvSpPr>
          <p:cNvPr id="1234" name="Google Shape;1234;p22"/>
          <p:cNvSpPr txBox="1"/>
          <p:nvPr/>
        </p:nvSpPr>
        <p:spPr>
          <a:xfrm>
            <a:off x="3960000" y="5148000"/>
            <a:ext cx="1656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chemeClr val="dk1"/>
              </a:buClr>
              <a:buSzPts val="1400"/>
              <a:buFont typeface="Arial"/>
              <a:buNone/>
            </a:pPr>
            <a:r>
              <a:rPr b="1" lang="ja-JP" sz="1400">
                <a:solidFill>
                  <a:schemeClr val="dk1"/>
                </a:solidFill>
                <a:latin typeface="Arial"/>
                <a:ea typeface="Arial"/>
                <a:cs typeface="Arial"/>
                <a:sym typeface="Arial"/>
              </a:rPr>
              <a:t>367</a:t>
            </a:r>
            <a:r>
              <a:rPr b="1" lang="ja-JP" sz="1400">
                <a:solidFill>
                  <a:srgbClr val="FF0000"/>
                </a:solidFill>
                <a:latin typeface="Arial"/>
                <a:ea typeface="Arial"/>
                <a:cs typeface="Arial"/>
                <a:sym typeface="Arial"/>
              </a:rPr>
              <a:t> ⇒ 331</a:t>
            </a:r>
            <a:endParaRPr b="1" sz="1400">
              <a:solidFill>
                <a:srgbClr val="FF0000"/>
              </a:solidFill>
              <a:latin typeface="Arial"/>
              <a:ea typeface="Arial"/>
              <a:cs typeface="Arial"/>
              <a:sym typeface="Arial"/>
            </a:endParaRPr>
          </a:p>
        </p:txBody>
      </p:sp>
      <p:sp>
        <p:nvSpPr>
          <p:cNvPr id="1235" name="Google Shape;1235;p22"/>
          <p:cNvSpPr txBox="1"/>
          <p:nvPr/>
        </p:nvSpPr>
        <p:spPr>
          <a:xfrm>
            <a:off x="7344000" y="5148000"/>
            <a:ext cx="1656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rgbClr val="FF0000"/>
              </a:buClr>
              <a:buSzPts val="1400"/>
              <a:buFont typeface="Arial"/>
              <a:buNone/>
            </a:pPr>
            <a:r>
              <a:rPr b="1" lang="ja-JP" sz="1400">
                <a:solidFill>
                  <a:srgbClr val="FF0000"/>
                </a:solidFill>
                <a:latin typeface="Arial"/>
                <a:ea typeface="Arial"/>
                <a:cs typeface="Arial"/>
                <a:sym typeface="Arial"/>
              </a:rPr>
              <a:t>220</a:t>
            </a:r>
            <a:endParaRPr/>
          </a:p>
        </p:txBody>
      </p:sp>
      <p:sp>
        <p:nvSpPr>
          <p:cNvPr id="1236" name="Google Shape;1236;p22"/>
          <p:cNvSpPr/>
          <p:nvPr/>
        </p:nvSpPr>
        <p:spPr>
          <a:xfrm>
            <a:off x="144000" y="1584000"/>
            <a:ext cx="2088000" cy="288000"/>
          </a:xfrm>
          <a:prstGeom prst="rect">
            <a:avLst/>
          </a:prstGeom>
          <a:solidFill>
            <a:srgbClr val="EDEDE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237" name="Google Shape;1237;p22"/>
          <p:cNvSpPr/>
          <p:nvPr/>
        </p:nvSpPr>
        <p:spPr>
          <a:xfrm>
            <a:off x="3960000" y="1584000"/>
            <a:ext cx="1656000" cy="288000"/>
          </a:xfrm>
          <a:prstGeom prst="rect">
            <a:avLst/>
          </a:prstGeom>
          <a:solidFill>
            <a:srgbClr val="DDEA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238" name="Google Shape;1238;p22"/>
          <p:cNvSpPr txBox="1"/>
          <p:nvPr/>
        </p:nvSpPr>
        <p:spPr>
          <a:xfrm>
            <a:off x="145835" y="1584000"/>
            <a:ext cx="2088000" cy="288000"/>
          </a:xfrm>
          <a:prstGeom prst="rect">
            <a:avLst/>
          </a:prstGeom>
          <a:noFill/>
          <a:ln>
            <a:noFill/>
          </a:ln>
        </p:spPr>
        <p:txBody>
          <a:bodyPr anchorCtr="0" anchor="ctr" bIns="45700" lIns="91425" spcFirstLastPara="1" rIns="91425" wrap="square" tIns="45700">
            <a:noAutofit/>
          </a:bodyPr>
          <a:lstStyle/>
          <a:p>
            <a:pPr indent="0" lvl="0" marL="0" marR="0" rtl="0" algn="r">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OneSAP</a:t>
            </a:r>
            <a:endParaRPr sz="1400">
              <a:solidFill>
                <a:schemeClr val="dk1"/>
              </a:solidFill>
              <a:latin typeface="Arial"/>
              <a:ea typeface="Arial"/>
              <a:cs typeface="Arial"/>
              <a:sym typeface="Arial"/>
            </a:endParaRPr>
          </a:p>
        </p:txBody>
      </p:sp>
      <p:sp>
        <p:nvSpPr>
          <p:cNvPr id="1239" name="Google Shape;1239;p22"/>
          <p:cNvSpPr txBox="1"/>
          <p:nvPr/>
        </p:nvSpPr>
        <p:spPr>
          <a:xfrm>
            <a:off x="3960000" y="1584000"/>
            <a:ext cx="1656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14</a:t>
            </a:r>
            <a:endParaRPr/>
          </a:p>
        </p:txBody>
      </p:sp>
      <p:sp>
        <p:nvSpPr>
          <p:cNvPr id="1240" name="Google Shape;1240;p22"/>
          <p:cNvSpPr/>
          <p:nvPr/>
        </p:nvSpPr>
        <p:spPr>
          <a:xfrm>
            <a:off x="144000" y="1908000"/>
            <a:ext cx="2088000" cy="288000"/>
          </a:xfrm>
          <a:prstGeom prst="rect">
            <a:avLst/>
          </a:prstGeom>
          <a:solidFill>
            <a:srgbClr val="EDEDE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241" name="Google Shape;1241;p22"/>
          <p:cNvSpPr/>
          <p:nvPr/>
        </p:nvSpPr>
        <p:spPr>
          <a:xfrm>
            <a:off x="3960000" y="1908000"/>
            <a:ext cx="1656000" cy="288000"/>
          </a:xfrm>
          <a:prstGeom prst="rect">
            <a:avLst/>
          </a:prstGeom>
          <a:solidFill>
            <a:srgbClr val="DDEA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242" name="Google Shape;1242;p22"/>
          <p:cNvSpPr txBox="1"/>
          <p:nvPr/>
        </p:nvSpPr>
        <p:spPr>
          <a:xfrm>
            <a:off x="145835" y="1908000"/>
            <a:ext cx="2088000" cy="288000"/>
          </a:xfrm>
          <a:prstGeom prst="rect">
            <a:avLst/>
          </a:prstGeom>
          <a:noFill/>
          <a:ln>
            <a:noFill/>
          </a:ln>
        </p:spPr>
        <p:txBody>
          <a:bodyPr anchorCtr="0" anchor="ctr" bIns="45700" lIns="91425" spcFirstLastPara="1" rIns="91425" wrap="square" tIns="45700">
            <a:noAutofit/>
          </a:bodyPr>
          <a:lstStyle/>
          <a:p>
            <a:pPr indent="0" lvl="0" marL="0" marR="0" rtl="0" algn="r">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SCM</a:t>
            </a:r>
            <a:endParaRPr/>
          </a:p>
        </p:txBody>
      </p:sp>
      <p:sp>
        <p:nvSpPr>
          <p:cNvPr id="1243" name="Google Shape;1243;p22"/>
          <p:cNvSpPr txBox="1"/>
          <p:nvPr/>
        </p:nvSpPr>
        <p:spPr>
          <a:xfrm>
            <a:off x="3960000" y="1908000"/>
            <a:ext cx="1656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17</a:t>
            </a:r>
            <a:endParaRPr/>
          </a:p>
        </p:txBody>
      </p:sp>
      <p:sp>
        <p:nvSpPr>
          <p:cNvPr id="1244" name="Google Shape;1244;p22"/>
          <p:cNvSpPr/>
          <p:nvPr/>
        </p:nvSpPr>
        <p:spPr>
          <a:xfrm>
            <a:off x="144000" y="2232000"/>
            <a:ext cx="2088000" cy="288000"/>
          </a:xfrm>
          <a:prstGeom prst="rect">
            <a:avLst/>
          </a:prstGeom>
          <a:solidFill>
            <a:srgbClr val="EDEDE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245" name="Google Shape;1245;p22"/>
          <p:cNvSpPr/>
          <p:nvPr/>
        </p:nvSpPr>
        <p:spPr>
          <a:xfrm>
            <a:off x="3960000" y="2232000"/>
            <a:ext cx="1656000" cy="288000"/>
          </a:xfrm>
          <a:prstGeom prst="rect">
            <a:avLst/>
          </a:prstGeom>
          <a:solidFill>
            <a:srgbClr val="DDEA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246" name="Google Shape;1246;p22"/>
          <p:cNvSpPr txBox="1"/>
          <p:nvPr/>
        </p:nvSpPr>
        <p:spPr>
          <a:xfrm>
            <a:off x="145835" y="2232000"/>
            <a:ext cx="2088000" cy="288000"/>
          </a:xfrm>
          <a:prstGeom prst="rect">
            <a:avLst/>
          </a:prstGeom>
          <a:noFill/>
          <a:ln>
            <a:noFill/>
          </a:ln>
        </p:spPr>
        <p:txBody>
          <a:bodyPr anchorCtr="0" anchor="ctr" bIns="45700" lIns="91425" spcFirstLastPara="1" rIns="91425" wrap="square" tIns="45700">
            <a:noAutofit/>
          </a:bodyPr>
          <a:lstStyle/>
          <a:p>
            <a:pPr indent="0" lvl="0" marL="0" marR="0" rtl="0" algn="r">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共通ライブラリ</a:t>
            </a:r>
            <a:endParaRPr sz="1400">
              <a:solidFill>
                <a:schemeClr val="dk1"/>
              </a:solidFill>
              <a:latin typeface="Arial"/>
              <a:ea typeface="Arial"/>
              <a:cs typeface="Arial"/>
              <a:sym typeface="Arial"/>
            </a:endParaRPr>
          </a:p>
        </p:txBody>
      </p:sp>
      <p:sp>
        <p:nvSpPr>
          <p:cNvPr id="1247" name="Google Shape;1247;p22"/>
          <p:cNvSpPr txBox="1"/>
          <p:nvPr/>
        </p:nvSpPr>
        <p:spPr>
          <a:xfrm>
            <a:off x="3960000" y="2232000"/>
            <a:ext cx="1656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2</a:t>
            </a:r>
            <a:endParaRPr/>
          </a:p>
        </p:txBody>
      </p:sp>
      <p:sp>
        <p:nvSpPr>
          <p:cNvPr id="1248" name="Google Shape;1248;p22"/>
          <p:cNvSpPr/>
          <p:nvPr/>
        </p:nvSpPr>
        <p:spPr>
          <a:xfrm>
            <a:off x="144000" y="2556000"/>
            <a:ext cx="2088000" cy="288000"/>
          </a:xfrm>
          <a:prstGeom prst="rect">
            <a:avLst/>
          </a:prstGeom>
          <a:solidFill>
            <a:srgbClr val="EDEDE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249" name="Google Shape;1249;p22"/>
          <p:cNvSpPr/>
          <p:nvPr/>
        </p:nvSpPr>
        <p:spPr>
          <a:xfrm>
            <a:off x="3960000" y="2556000"/>
            <a:ext cx="1656000" cy="288000"/>
          </a:xfrm>
          <a:prstGeom prst="rect">
            <a:avLst/>
          </a:prstGeom>
          <a:solidFill>
            <a:srgbClr val="DDEA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250" name="Google Shape;1250;p22"/>
          <p:cNvSpPr txBox="1"/>
          <p:nvPr/>
        </p:nvSpPr>
        <p:spPr>
          <a:xfrm>
            <a:off x="145835" y="2556000"/>
            <a:ext cx="2088000" cy="288000"/>
          </a:xfrm>
          <a:prstGeom prst="rect">
            <a:avLst/>
          </a:prstGeom>
          <a:noFill/>
          <a:ln>
            <a:noFill/>
          </a:ln>
        </p:spPr>
        <p:txBody>
          <a:bodyPr anchorCtr="0" anchor="ctr" bIns="45700" lIns="91425" spcFirstLastPara="1" rIns="91425" wrap="square" tIns="45700">
            <a:noAutofit/>
          </a:bodyPr>
          <a:lstStyle/>
          <a:p>
            <a:pPr indent="0" lvl="0" marL="0" marR="0" rtl="0" algn="r">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在庫管理</a:t>
            </a:r>
            <a:endParaRPr sz="1400">
              <a:solidFill>
                <a:schemeClr val="dk1"/>
              </a:solidFill>
              <a:latin typeface="Arial"/>
              <a:ea typeface="Arial"/>
              <a:cs typeface="Arial"/>
              <a:sym typeface="Arial"/>
            </a:endParaRPr>
          </a:p>
        </p:txBody>
      </p:sp>
      <p:sp>
        <p:nvSpPr>
          <p:cNvPr id="1251" name="Google Shape;1251;p22"/>
          <p:cNvSpPr txBox="1"/>
          <p:nvPr/>
        </p:nvSpPr>
        <p:spPr>
          <a:xfrm>
            <a:off x="3960000" y="2556000"/>
            <a:ext cx="1656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5</a:t>
            </a:r>
            <a:endParaRPr/>
          </a:p>
        </p:txBody>
      </p:sp>
      <p:sp>
        <p:nvSpPr>
          <p:cNvPr id="1252" name="Google Shape;1252;p22"/>
          <p:cNvSpPr/>
          <p:nvPr/>
        </p:nvSpPr>
        <p:spPr>
          <a:xfrm>
            <a:off x="144000" y="2880000"/>
            <a:ext cx="2088000" cy="288000"/>
          </a:xfrm>
          <a:prstGeom prst="rect">
            <a:avLst/>
          </a:prstGeom>
          <a:solidFill>
            <a:srgbClr val="EDEDE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253" name="Google Shape;1253;p22"/>
          <p:cNvSpPr/>
          <p:nvPr/>
        </p:nvSpPr>
        <p:spPr>
          <a:xfrm>
            <a:off x="3960000" y="2880000"/>
            <a:ext cx="1656000" cy="288000"/>
          </a:xfrm>
          <a:prstGeom prst="rect">
            <a:avLst/>
          </a:prstGeom>
          <a:solidFill>
            <a:srgbClr val="DDEA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254" name="Google Shape;1254;p22"/>
          <p:cNvSpPr txBox="1"/>
          <p:nvPr/>
        </p:nvSpPr>
        <p:spPr>
          <a:xfrm>
            <a:off x="145835" y="2880000"/>
            <a:ext cx="2088000" cy="288000"/>
          </a:xfrm>
          <a:prstGeom prst="rect">
            <a:avLst/>
          </a:prstGeom>
          <a:noFill/>
          <a:ln>
            <a:noFill/>
          </a:ln>
        </p:spPr>
        <p:txBody>
          <a:bodyPr anchorCtr="0" anchor="ctr" bIns="45700" lIns="91425" spcFirstLastPara="1" rIns="91425" wrap="square" tIns="45700">
            <a:noAutofit/>
          </a:bodyPr>
          <a:lstStyle/>
          <a:p>
            <a:pPr indent="0" lvl="0" marL="0" marR="0" rtl="0" algn="r">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参照検索管理資料</a:t>
            </a:r>
            <a:endParaRPr sz="1400">
              <a:solidFill>
                <a:schemeClr val="dk1"/>
              </a:solidFill>
              <a:latin typeface="Arial"/>
              <a:ea typeface="Arial"/>
              <a:cs typeface="Arial"/>
              <a:sym typeface="Arial"/>
            </a:endParaRPr>
          </a:p>
        </p:txBody>
      </p:sp>
      <p:sp>
        <p:nvSpPr>
          <p:cNvPr id="1255" name="Google Shape;1255;p22"/>
          <p:cNvSpPr txBox="1"/>
          <p:nvPr/>
        </p:nvSpPr>
        <p:spPr>
          <a:xfrm>
            <a:off x="3960000" y="2880000"/>
            <a:ext cx="1656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0</a:t>
            </a:r>
            <a:endParaRPr/>
          </a:p>
        </p:txBody>
      </p:sp>
      <p:sp>
        <p:nvSpPr>
          <p:cNvPr id="1256" name="Google Shape;1256;p22"/>
          <p:cNvSpPr/>
          <p:nvPr/>
        </p:nvSpPr>
        <p:spPr>
          <a:xfrm>
            <a:off x="145835" y="3204000"/>
            <a:ext cx="2088000" cy="288000"/>
          </a:xfrm>
          <a:prstGeom prst="rect">
            <a:avLst/>
          </a:prstGeom>
          <a:solidFill>
            <a:srgbClr val="EDEDE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257" name="Google Shape;1257;p22"/>
          <p:cNvSpPr/>
          <p:nvPr/>
        </p:nvSpPr>
        <p:spPr>
          <a:xfrm>
            <a:off x="3960000" y="3204000"/>
            <a:ext cx="1656000" cy="288000"/>
          </a:xfrm>
          <a:prstGeom prst="rect">
            <a:avLst/>
          </a:prstGeom>
          <a:solidFill>
            <a:srgbClr val="DDEA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258" name="Google Shape;1258;p22"/>
          <p:cNvSpPr txBox="1"/>
          <p:nvPr/>
        </p:nvSpPr>
        <p:spPr>
          <a:xfrm>
            <a:off x="147670" y="3204000"/>
            <a:ext cx="2088000" cy="288000"/>
          </a:xfrm>
          <a:prstGeom prst="rect">
            <a:avLst/>
          </a:prstGeom>
          <a:noFill/>
          <a:ln>
            <a:noFill/>
          </a:ln>
        </p:spPr>
        <p:txBody>
          <a:bodyPr anchorCtr="0" anchor="ctr" bIns="45700" lIns="91425" spcFirstLastPara="1" rIns="91425" wrap="square" tIns="45700">
            <a:noAutofit/>
          </a:bodyPr>
          <a:lstStyle/>
          <a:p>
            <a:pPr indent="0" lvl="0" marL="0" marR="0" rtl="0" algn="r">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自動倉庫</a:t>
            </a:r>
            <a:endParaRPr sz="1400">
              <a:solidFill>
                <a:schemeClr val="dk1"/>
              </a:solidFill>
              <a:latin typeface="Arial"/>
              <a:ea typeface="Arial"/>
              <a:cs typeface="Arial"/>
              <a:sym typeface="Arial"/>
            </a:endParaRPr>
          </a:p>
        </p:txBody>
      </p:sp>
      <p:sp>
        <p:nvSpPr>
          <p:cNvPr id="1259" name="Google Shape;1259;p22"/>
          <p:cNvSpPr txBox="1"/>
          <p:nvPr/>
        </p:nvSpPr>
        <p:spPr>
          <a:xfrm>
            <a:off x="3960000" y="3204000"/>
            <a:ext cx="1656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5</a:t>
            </a:r>
            <a:endParaRPr/>
          </a:p>
        </p:txBody>
      </p:sp>
      <p:sp>
        <p:nvSpPr>
          <p:cNvPr id="1260" name="Google Shape;1260;p22"/>
          <p:cNvSpPr/>
          <p:nvPr/>
        </p:nvSpPr>
        <p:spPr>
          <a:xfrm>
            <a:off x="145835" y="3528000"/>
            <a:ext cx="2088000" cy="288000"/>
          </a:xfrm>
          <a:prstGeom prst="rect">
            <a:avLst/>
          </a:prstGeom>
          <a:solidFill>
            <a:srgbClr val="EDEDE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261" name="Google Shape;1261;p22"/>
          <p:cNvSpPr/>
          <p:nvPr/>
        </p:nvSpPr>
        <p:spPr>
          <a:xfrm>
            <a:off x="3960000" y="3528000"/>
            <a:ext cx="1656000" cy="288000"/>
          </a:xfrm>
          <a:prstGeom prst="rect">
            <a:avLst/>
          </a:prstGeom>
          <a:solidFill>
            <a:srgbClr val="DDEA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262" name="Google Shape;1262;p22"/>
          <p:cNvSpPr txBox="1"/>
          <p:nvPr/>
        </p:nvSpPr>
        <p:spPr>
          <a:xfrm>
            <a:off x="147670" y="3528000"/>
            <a:ext cx="2088000" cy="288000"/>
          </a:xfrm>
          <a:prstGeom prst="rect">
            <a:avLst/>
          </a:prstGeom>
          <a:noFill/>
          <a:ln>
            <a:noFill/>
          </a:ln>
        </p:spPr>
        <p:txBody>
          <a:bodyPr anchorCtr="0" anchor="ctr" bIns="45700" lIns="91425" spcFirstLastPara="1" rIns="91425" wrap="square" tIns="45700">
            <a:noAutofit/>
          </a:bodyPr>
          <a:lstStyle/>
          <a:p>
            <a:pPr indent="0" lvl="0" marL="0" marR="0" rtl="0" algn="r">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受注入出荷</a:t>
            </a:r>
            <a:endParaRPr sz="1400">
              <a:solidFill>
                <a:schemeClr val="dk1"/>
              </a:solidFill>
              <a:latin typeface="Arial"/>
              <a:ea typeface="Arial"/>
              <a:cs typeface="Arial"/>
              <a:sym typeface="Arial"/>
            </a:endParaRPr>
          </a:p>
        </p:txBody>
      </p:sp>
      <p:sp>
        <p:nvSpPr>
          <p:cNvPr id="1263" name="Google Shape;1263;p22"/>
          <p:cNvSpPr txBox="1"/>
          <p:nvPr/>
        </p:nvSpPr>
        <p:spPr>
          <a:xfrm>
            <a:off x="3960000" y="3528000"/>
            <a:ext cx="1656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214</a:t>
            </a:r>
            <a:endParaRPr/>
          </a:p>
        </p:txBody>
      </p:sp>
      <p:sp>
        <p:nvSpPr>
          <p:cNvPr id="1264" name="Google Shape;1264;p22"/>
          <p:cNvSpPr/>
          <p:nvPr/>
        </p:nvSpPr>
        <p:spPr>
          <a:xfrm>
            <a:off x="145835" y="3852000"/>
            <a:ext cx="2088000" cy="288000"/>
          </a:xfrm>
          <a:prstGeom prst="rect">
            <a:avLst/>
          </a:prstGeom>
          <a:solidFill>
            <a:srgbClr val="EDEDE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265" name="Google Shape;1265;p22"/>
          <p:cNvSpPr/>
          <p:nvPr/>
        </p:nvSpPr>
        <p:spPr>
          <a:xfrm>
            <a:off x="3960000" y="3852000"/>
            <a:ext cx="1656000" cy="288000"/>
          </a:xfrm>
          <a:prstGeom prst="rect">
            <a:avLst/>
          </a:prstGeom>
          <a:solidFill>
            <a:srgbClr val="DDEA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266" name="Google Shape;1266;p22"/>
          <p:cNvSpPr txBox="1"/>
          <p:nvPr/>
        </p:nvSpPr>
        <p:spPr>
          <a:xfrm>
            <a:off x="147670" y="3852000"/>
            <a:ext cx="2088000" cy="288000"/>
          </a:xfrm>
          <a:prstGeom prst="rect">
            <a:avLst/>
          </a:prstGeom>
          <a:noFill/>
          <a:ln>
            <a:noFill/>
          </a:ln>
        </p:spPr>
        <p:txBody>
          <a:bodyPr anchorCtr="0" anchor="ctr" bIns="45700" lIns="91425" spcFirstLastPara="1" rIns="91425" wrap="square" tIns="45700">
            <a:noAutofit/>
          </a:bodyPr>
          <a:lstStyle/>
          <a:p>
            <a:pPr indent="0" lvl="0" marL="0" marR="0" rtl="0" algn="r">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充填管理</a:t>
            </a:r>
            <a:endParaRPr sz="1400">
              <a:solidFill>
                <a:schemeClr val="dk1"/>
              </a:solidFill>
              <a:latin typeface="Arial"/>
              <a:ea typeface="Arial"/>
              <a:cs typeface="Arial"/>
              <a:sym typeface="Arial"/>
            </a:endParaRPr>
          </a:p>
        </p:txBody>
      </p:sp>
      <p:sp>
        <p:nvSpPr>
          <p:cNvPr id="1267" name="Google Shape;1267;p22"/>
          <p:cNvSpPr txBox="1"/>
          <p:nvPr/>
        </p:nvSpPr>
        <p:spPr>
          <a:xfrm>
            <a:off x="3960000" y="3852000"/>
            <a:ext cx="1656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4</a:t>
            </a:r>
            <a:endParaRPr/>
          </a:p>
        </p:txBody>
      </p:sp>
      <p:sp>
        <p:nvSpPr>
          <p:cNvPr id="1268" name="Google Shape;1268;p22"/>
          <p:cNvSpPr/>
          <p:nvPr/>
        </p:nvSpPr>
        <p:spPr>
          <a:xfrm>
            <a:off x="145835" y="4176000"/>
            <a:ext cx="2088000" cy="288000"/>
          </a:xfrm>
          <a:prstGeom prst="rect">
            <a:avLst/>
          </a:prstGeom>
          <a:solidFill>
            <a:srgbClr val="EDEDE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269" name="Google Shape;1269;p22"/>
          <p:cNvSpPr/>
          <p:nvPr/>
        </p:nvSpPr>
        <p:spPr>
          <a:xfrm>
            <a:off x="3960000" y="4176000"/>
            <a:ext cx="1656000" cy="288000"/>
          </a:xfrm>
          <a:prstGeom prst="rect">
            <a:avLst/>
          </a:prstGeom>
          <a:solidFill>
            <a:srgbClr val="DDEA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270" name="Google Shape;1270;p22"/>
          <p:cNvSpPr txBox="1"/>
          <p:nvPr/>
        </p:nvSpPr>
        <p:spPr>
          <a:xfrm>
            <a:off x="147670" y="4176000"/>
            <a:ext cx="2088000" cy="288000"/>
          </a:xfrm>
          <a:prstGeom prst="rect">
            <a:avLst/>
          </a:prstGeom>
          <a:noFill/>
          <a:ln>
            <a:noFill/>
          </a:ln>
        </p:spPr>
        <p:txBody>
          <a:bodyPr anchorCtr="0" anchor="ctr" bIns="45700" lIns="91425" spcFirstLastPara="1" rIns="91425" wrap="square" tIns="45700">
            <a:noAutofit/>
          </a:bodyPr>
          <a:lstStyle/>
          <a:p>
            <a:pPr indent="0" lvl="0" marL="0" marR="0" rtl="0" algn="r">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商品管理</a:t>
            </a:r>
            <a:endParaRPr sz="1400">
              <a:solidFill>
                <a:schemeClr val="dk1"/>
              </a:solidFill>
              <a:latin typeface="Arial"/>
              <a:ea typeface="Arial"/>
              <a:cs typeface="Arial"/>
              <a:sym typeface="Arial"/>
            </a:endParaRPr>
          </a:p>
        </p:txBody>
      </p:sp>
      <p:sp>
        <p:nvSpPr>
          <p:cNvPr id="1271" name="Google Shape;1271;p22"/>
          <p:cNvSpPr txBox="1"/>
          <p:nvPr/>
        </p:nvSpPr>
        <p:spPr>
          <a:xfrm>
            <a:off x="3960000" y="4176000"/>
            <a:ext cx="1656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16</a:t>
            </a:r>
            <a:endParaRPr/>
          </a:p>
        </p:txBody>
      </p:sp>
      <p:sp>
        <p:nvSpPr>
          <p:cNvPr id="1272" name="Google Shape;1272;p22"/>
          <p:cNvSpPr/>
          <p:nvPr/>
        </p:nvSpPr>
        <p:spPr>
          <a:xfrm>
            <a:off x="145835" y="4500000"/>
            <a:ext cx="2088000" cy="288000"/>
          </a:xfrm>
          <a:prstGeom prst="rect">
            <a:avLst/>
          </a:prstGeom>
          <a:solidFill>
            <a:srgbClr val="EDEDE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273" name="Google Shape;1273;p22"/>
          <p:cNvSpPr/>
          <p:nvPr/>
        </p:nvSpPr>
        <p:spPr>
          <a:xfrm>
            <a:off x="3960000" y="4500000"/>
            <a:ext cx="1656000" cy="288000"/>
          </a:xfrm>
          <a:prstGeom prst="rect">
            <a:avLst/>
          </a:prstGeom>
          <a:solidFill>
            <a:srgbClr val="DDEA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274" name="Google Shape;1274;p22"/>
          <p:cNvSpPr txBox="1"/>
          <p:nvPr/>
        </p:nvSpPr>
        <p:spPr>
          <a:xfrm>
            <a:off x="147670" y="4500000"/>
            <a:ext cx="2088000" cy="288000"/>
          </a:xfrm>
          <a:prstGeom prst="rect">
            <a:avLst/>
          </a:prstGeom>
          <a:noFill/>
          <a:ln>
            <a:noFill/>
          </a:ln>
        </p:spPr>
        <p:txBody>
          <a:bodyPr anchorCtr="0" anchor="ctr" bIns="45700" lIns="91425" spcFirstLastPara="1" rIns="91425" wrap="square" tIns="45700">
            <a:noAutofit/>
          </a:bodyPr>
          <a:lstStyle/>
          <a:p>
            <a:pPr indent="0" lvl="0" marL="0" marR="0" rtl="0" algn="r">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生産発注</a:t>
            </a:r>
            <a:endParaRPr sz="1400">
              <a:solidFill>
                <a:schemeClr val="dk1"/>
              </a:solidFill>
              <a:latin typeface="Arial"/>
              <a:ea typeface="Arial"/>
              <a:cs typeface="Arial"/>
              <a:sym typeface="Arial"/>
            </a:endParaRPr>
          </a:p>
        </p:txBody>
      </p:sp>
      <p:sp>
        <p:nvSpPr>
          <p:cNvPr id="1275" name="Google Shape;1275;p22"/>
          <p:cNvSpPr txBox="1"/>
          <p:nvPr/>
        </p:nvSpPr>
        <p:spPr>
          <a:xfrm>
            <a:off x="3960000" y="4500000"/>
            <a:ext cx="1656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53</a:t>
            </a:r>
            <a:endParaRPr/>
          </a:p>
        </p:txBody>
      </p:sp>
      <p:sp>
        <p:nvSpPr>
          <p:cNvPr id="1276" name="Google Shape;1276;p22"/>
          <p:cNvSpPr/>
          <p:nvPr/>
        </p:nvSpPr>
        <p:spPr>
          <a:xfrm>
            <a:off x="145835" y="4824000"/>
            <a:ext cx="2088000" cy="288000"/>
          </a:xfrm>
          <a:prstGeom prst="rect">
            <a:avLst/>
          </a:prstGeom>
          <a:solidFill>
            <a:srgbClr val="EDEDE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277" name="Google Shape;1277;p22"/>
          <p:cNvSpPr/>
          <p:nvPr/>
        </p:nvSpPr>
        <p:spPr>
          <a:xfrm>
            <a:off x="3960000" y="4824000"/>
            <a:ext cx="1656000" cy="288000"/>
          </a:xfrm>
          <a:prstGeom prst="rect">
            <a:avLst/>
          </a:prstGeom>
          <a:solidFill>
            <a:srgbClr val="DDEA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278" name="Google Shape;1278;p22"/>
          <p:cNvSpPr txBox="1"/>
          <p:nvPr/>
        </p:nvSpPr>
        <p:spPr>
          <a:xfrm>
            <a:off x="147670" y="4824000"/>
            <a:ext cx="2088000" cy="288000"/>
          </a:xfrm>
          <a:prstGeom prst="rect">
            <a:avLst/>
          </a:prstGeom>
          <a:noFill/>
          <a:ln>
            <a:noFill/>
          </a:ln>
        </p:spPr>
        <p:txBody>
          <a:bodyPr anchorCtr="0" anchor="ctr" bIns="45700" lIns="91425" spcFirstLastPara="1" rIns="91425" wrap="square" tIns="45700">
            <a:noAutofit/>
          </a:bodyPr>
          <a:lstStyle/>
          <a:p>
            <a:pPr indent="0" lvl="0" marL="0" marR="0" rtl="0" algn="r">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品質管理</a:t>
            </a:r>
            <a:endParaRPr sz="1400">
              <a:solidFill>
                <a:schemeClr val="dk1"/>
              </a:solidFill>
              <a:latin typeface="Arial"/>
              <a:ea typeface="Arial"/>
              <a:cs typeface="Arial"/>
              <a:sym typeface="Arial"/>
            </a:endParaRPr>
          </a:p>
        </p:txBody>
      </p:sp>
      <p:sp>
        <p:nvSpPr>
          <p:cNvPr id="1279" name="Google Shape;1279;p22"/>
          <p:cNvSpPr txBox="1"/>
          <p:nvPr/>
        </p:nvSpPr>
        <p:spPr>
          <a:xfrm>
            <a:off x="3960000" y="4824000"/>
            <a:ext cx="1656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9</a:t>
            </a:r>
            <a:endParaRPr/>
          </a:p>
        </p:txBody>
      </p:sp>
      <p:sp>
        <p:nvSpPr>
          <p:cNvPr id="1280" name="Google Shape;1280;p22"/>
          <p:cNvSpPr/>
          <p:nvPr/>
        </p:nvSpPr>
        <p:spPr>
          <a:xfrm>
            <a:off x="2268000" y="864000"/>
            <a:ext cx="1656000" cy="360000"/>
          </a:xfrm>
          <a:prstGeom prst="rect">
            <a:avLst/>
          </a:prstGeom>
          <a:solidFill>
            <a:srgbClr val="52525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600">
              <a:solidFill>
                <a:schemeClr val="lt1"/>
              </a:solidFill>
              <a:latin typeface="Arial"/>
              <a:ea typeface="Arial"/>
              <a:cs typeface="Arial"/>
              <a:sym typeface="Arial"/>
            </a:endParaRPr>
          </a:p>
        </p:txBody>
      </p:sp>
      <p:sp>
        <p:nvSpPr>
          <p:cNvPr id="1281" name="Google Shape;1281;p22"/>
          <p:cNvSpPr/>
          <p:nvPr/>
        </p:nvSpPr>
        <p:spPr>
          <a:xfrm>
            <a:off x="3960000" y="864000"/>
            <a:ext cx="1656000" cy="360000"/>
          </a:xfrm>
          <a:prstGeom prst="rect">
            <a:avLst/>
          </a:prstGeom>
          <a:solidFill>
            <a:srgbClr val="52525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600">
              <a:solidFill>
                <a:schemeClr val="lt1"/>
              </a:solidFill>
              <a:latin typeface="Arial"/>
              <a:ea typeface="Arial"/>
              <a:cs typeface="Arial"/>
              <a:sym typeface="Arial"/>
            </a:endParaRPr>
          </a:p>
        </p:txBody>
      </p:sp>
      <p:sp>
        <p:nvSpPr>
          <p:cNvPr id="1282" name="Google Shape;1282;p22"/>
          <p:cNvSpPr/>
          <p:nvPr/>
        </p:nvSpPr>
        <p:spPr>
          <a:xfrm>
            <a:off x="7344000" y="864000"/>
            <a:ext cx="1656000" cy="360000"/>
          </a:xfrm>
          <a:prstGeom prst="round1Rect">
            <a:avLst>
              <a:gd fmla="val 17639" name="adj"/>
            </a:avLst>
          </a:prstGeom>
          <a:solidFill>
            <a:srgbClr val="52525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600">
              <a:solidFill>
                <a:schemeClr val="lt1"/>
              </a:solidFill>
              <a:latin typeface="Arial"/>
              <a:ea typeface="Arial"/>
              <a:cs typeface="Arial"/>
              <a:sym typeface="Arial"/>
            </a:endParaRPr>
          </a:p>
        </p:txBody>
      </p:sp>
      <p:sp>
        <p:nvSpPr>
          <p:cNvPr id="1283" name="Google Shape;1283;p22"/>
          <p:cNvSpPr txBox="1"/>
          <p:nvPr/>
        </p:nvSpPr>
        <p:spPr>
          <a:xfrm>
            <a:off x="2268000" y="900000"/>
            <a:ext cx="1656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chemeClr val="lt1"/>
              </a:buClr>
              <a:buSzPts val="1600"/>
              <a:buFont typeface="Arial"/>
              <a:buNone/>
            </a:pPr>
            <a:r>
              <a:rPr b="1" lang="ja-JP" sz="1600">
                <a:solidFill>
                  <a:schemeClr val="lt1"/>
                </a:solidFill>
                <a:latin typeface="Arial"/>
                <a:ea typeface="Arial"/>
                <a:cs typeface="Arial"/>
                <a:sym typeface="Arial"/>
              </a:rPr>
              <a:t>プログラム数</a:t>
            </a:r>
            <a:endParaRPr b="1" sz="1600">
              <a:solidFill>
                <a:schemeClr val="lt1"/>
              </a:solidFill>
              <a:latin typeface="Arial"/>
              <a:ea typeface="Arial"/>
              <a:cs typeface="Arial"/>
              <a:sym typeface="Arial"/>
            </a:endParaRPr>
          </a:p>
        </p:txBody>
      </p:sp>
      <p:sp>
        <p:nvSpPr>
          <p:cNvPr id="1284" name="Google Shape;1284;p22"/>
          <p:cNvSpPr txBox="1"/>
          <p:nvPr/>
        </p:nvSpPr>
        <p:spPr>
          <a:xfrm>
            <a:off x="3960000" y="900000"/>
            <a:ext cx="1656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chemeClr val="lt1"/>
              </a:buClr>
              <a:buSzPts val="1600"/>
              <a:buFont typeface="Arial"/>
              <a:buNone/>
            </a:pPr>
            <a:r>
              <a:rPr b="1" lang="ja-JP" sz="1600">
                <a:solidFill>
                  <a:schemeClr val="lt1"/>
                </a:solidFill>
                <a:latin typeface="Arial"/>
                <a:ea typeface="Arial"/>
                <a:cs typeface="Arial"/>
                <a:sym typeface="Arial"/>
              </a:rPr>
              <a:t>画面数</a:t>
            </a:r>
            <a:endParaRPr b="1" sz="1600">
              <a:solidFill>
                <a:schemeClr val="lt1"/>
              </a:solidFill>
              <a:latin typeface="Arial"/>
              <a:ea typeface="Arial"/>
              <a:cs typeface="Arial"/>
              <a:sym typeface="Arial"/>
            </a:endParaRPr>
          </a:p>
        </p:txBody>
      </p:sp>
      <p:sp>
        <p:nvSpPr>
          <p:cNvPr id="1285" name="Google Shape;1285;p22"/>
          <p:cNvSpPr txBox="1"/>
          <p:nvPr/>
        </p:nvSpPr>
        <p:spPr>
          <a:xfrm>
            <a:off x="7344000" y="900000"/>
            <a:ext cx="1656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chemeClr val="lt1"/>
              </a:buClr>
              <a:buSzPts val="1600"/>
              <a:buFont typeface="Arial"/>
              <a:buNone/>
            </a:pPr>
            <a:r>
              <a:rPr b="1" lang="ja-JP" sz="1600">
                <a:solidFill>
                  <a:schemeClr val="lt1"/>
                </a:solidFill>
                <a:latin typeface="Arial"/>
                <a:ea typeface="Arial"/>
                <a:cs typeface="Arial"/>
                <a:sym typeface="Arial"/>
              </a:rPr>
              <a:t>共通機能数</a:t>
            </a:r>
            <a:endParaRPr b="1" sz="1000">
              <a:solidFill>
                <a:schemeClr val="lt1"/>
              </a:solidFill>
              <a:latin typeface="Arial"/>
              <a:ea typeface="Arial"/>
              <a:cs typeface="Arial"/>
              <a:sym typeface="Arial"/>
            </a:endParaRPr>
          </a:p>
        </p:txBody>
      </p:sp>
      <p:sp>
        <p:nvSpPr>
          <p:cNvPr id="1286" name="Google Shape;1286;p22"/>
          <p:cNvSpPr/>
          <p:nvPr/>
        </p:nvSpPr>
        <p:spPr>
          <a:xfrm>
            <a:off x="5652000" y="864000"/>
            <a:ext cx="1656000" cy="360000"/>
          </a:xfrm>
          <a:prstGeom prst="rect">
            <a:avLst/>
          </a:prstGeom>
          <a:solidFill>
            <a:srgbClr val="52525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600">
              <a:solidFill>
                <a:schemeClr val="lt1"/>
              </a:solidFill>
              <a:latin typeface="Arial"/>
              <a:ea typeface="Arial"/>
              <a:cs typeface="Arial"/>
              <a:sym typeface="Arial"/>
            </a:endParaRPr>
          </a:p>
        </p:txBody>
      </p:sp>
      <p:sp>
        <p:nvSpPr>
          <p:cNvPr id="1287" name="Google Shape;1287;p22"/>
          <p:cNvSpPr txBox="1"/>
          <p:nvPr/>
        </p:nvSpPr>
        <p:spPr>
          <a:xfrm>
            <a:off x="5652000" y="900000"/>
            <a:ext cx="1656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chemeClr val="lt1"/>
              </a:buClr>
              <a:buSzPts val="1600"/>
              <a:buFont typeface="Arial"/>
              <a:buNone/>
            </a:pPr>
            <a:r>
              <a:rPr b="1" lang="ja-JP" sz="1600">
                <a:solidFill>
                  <a:schemeClr val="lt1"/>
                </a:solidFill>
                <a:latin typeface="Arial"/>
                <a:ea typeface="Arial"/>
                <a:cs typeface="Arial"/>
                <a:sym typeface="Arial"/>
              </a:rPr>
              <a:t>帳票数</a:t>
            </a:r>
            <a:endParaRPr b="1" sz="1600">
              <a:solidFill>
                <a:schemeClr val="lt1"/>
              </a:solidFill>
              <a:latin typeface="Arial"/>
              <a:ea typeface="Arial"/>
              <a:cs typeface="Arial"/>
              <a:sym typeface="Arial"/>
            </a:endParaRPr>
          </a:p>
        </p:txBody>
      </p:sp>
      <p:sp>
        <p:nvSpPr>
          <p:cNvPr id="1288" name="Google Shape;1288;p22"/>
          <p:cNvSpPr/>
          <p:nvPr/>
        </p:nvSpPr>
        <p:spPr>
          <a:xfrm>
            <a:off x="5652000" y="1260000"/>
            <a:ext cx="1656000" cy="288000"/>
          </a:xfrm>
          <a:prstGeom prst="rect">
            <a:avLst/>
          </a:prstGeom>
          <a:solidFill>
            <a:srgbClr val="DDEA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289" name="Google Shape;1289;p22"/>
          <p:cNvSpPr txBox="1"/>
          <p:nvPr/>
        </p:nvSpPr>
        <p:spPr>
          <a:xfrm>
            <a:off x="5652000" y="1260000"/>
            <a:ext cx="1656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3</a:t>
            </a:r>
            <a:endParaRPr/>
          </a:p>
        </p:txBody>
      </p:sp>
      <p:sp>
        <p:nvSpPr>
          <p:cNvPr id="1290" name="Google Shape;1290;p22"/>
          <p:cNvSpPr txBox="1"/>
          <p:nvPr/>
        </p:nvSpPr>
        <p:spPr>
          <a:xfrm>
            <a:off x="5652000" y="5148000"/>
            <a:ext cx="1656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chemeClr val="dk1"/>
              </a:buClr>
              <a:buSzPts val="1400"/>
              <a:buFont typeface="Arial"/>
              <a:buNone/>
            </a:pPr>
            <a:r>
              <a:rPr b="1" lang="ja-JP" sz="1400">
                <a:solidFill>
                  <a:schemeClr val="dk1"/>
                </a:solidFill>
                <a:latin typeface="Arial"/>
                <a:ea typeface="Arial"/>
                <a:cs typeface="Arial"/>
                <a:sym typeface="Arial"/>
              </a:rPr>
              <a:t>83</a:t>
            </a:r>
            <a:endParaRPr/>
          </a:p>
        </p:txBody>
      </p:sp>
      <p:sp>
        <p:nvSpPr>
          <p:cNvPr id="1291" name="Google Shape;1291;p22"/>
          <p:cNvSpPr/>
          <p:nvPr/>
        </p:nvSpPr>
        <p:spPr>
          <a:xfrm>
            <a:off x="5652000" y="1584000"/>
            <a:ext cx="1656000" cy="288000"/>
          </a:xfrm>
          <a:prstGeom prst="rect">
            <a:avLst/>
          </a:prstGeom>
          <a:solidFill>
            <a:srgbClr val="DDEA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292" name="Google Shape;1292;p22"/>
          <p:cNvSpPr txBox="1"/>
          <p:nvPr/>
        </p:nvSpPr>
        <p:spPr>
          <a:xfrm>
            <a:off x="5652000" y="1584000"/>
            <a:ext cx="1656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5</a:t>
            </a:r>
            <a:endParaRPr/>
          </a:p>
        </p:txBody>
      </p:sp>
      <p:sp>
        <p:nvSpPr>
          <p:cNvPr id="1293" name="Google Shape;1293;p22"/>
          <p:cNvSpPr/>
          <p:nvPr/>
        </p:nvSpPr>
        <p:spPr>
          <a:xfrm>
            <a:off x="5652000" y="1908000"/>
            <a:ext cx="1656000" cy="288000"/>
          </a:xfrm>
          <a:prstGeom prst="rect">
            <a:avLst/>
          </a:prstGeom>
          <a:solidFill>
            <a:srgbClr val="DDEA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294" name="Google Shape;1294;p22"/>
          <p:cNvSpPr txBox="1"/>
          <p:nvPr/>
        </p:nvSpPr>
        <p:spPr>
          <a:xfrm>
            <a:off x="5652000" y="1908000"/>
            <a:ext cx="1656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12</a:t>
            </a:r>
            <a:endParaRPr/>
          </a:p>
        </p:txBody>
      </p:sp>
      <p:sp>
        <p:nvSpPr>
          <p:cNvPr id="1295" name="Google Shape;1295;p22"/>
          <p:cNvSpPr/>
          <p:nvPr/>
        </p:nvSpPr>
        <p:spPr>
          <a:xfrm>
            <a:off x="5652000" y="2232000"/>
            <a:ext cx="1656000" cy="288000"/>
          </a:xfrm>
          <a:prstGeom prst="rect">
            <a:avLst/>
          </a:prstGeom>
          <a:solidFill>
            <a:srgbClr val="DDEA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296" name="Google Shape;1296;p22"/>
          <p:cNvSpPr txBox="1"/>
          <p:nvPr/>
        </p:nvSpPr>
        <p:spPr>
          <a:xfrm>
            <a:off x="5652000" y="2232000"/>
            <a:ext cx="1656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0</a:t>
            </a:r>
            <a:endParaRPr/>
          </a:p>
        </p:txBody>
      </p:sp>
      <p:sp>
        <p:nvSpPr>
          <p:cNvPr id="1297" name="Google Shape;1297;p22"/>
          <p:cNvSpPr/>
          <p:nvPr/>
        </p:nvSpPr>
        <p:spPr>
          <a:xfrm>
            <a:off x="5652000" y="2556000"/>
            <a:ext cx="1656000" cy="288000"/>
          </a:xfrm>
          <a:prstGeom prst="rect">
            <a:avLst/>
          </a:prstGeom>
          <a:solidFill>
            <a:srgbClr val="DDEA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298" name="Google Shape;1298;p22"/>
          <p:cNvSpPr txBox="1"/>
          <p:nvPr/>
        </p:nvSpPr>
        <p:spPr>
          <a:xfrm>
            <a:off x="5652000" y="2556000"/>
            <a:ext cx="1656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4</a:t>
            </a:r>
            <a:endParaRPr/>
          </a:p>
        </p:txBody>
      </p:sp>
      <p:sp>
        <p:nvSpPr>
          <p:cNvPr id="1299" name="Google Shape;1299;p22"/>
          <p:cNvSpPr/>
          <p:nvPr/>
        </p:nvSpPr>
        <p:spPr>
          <a:xfrm>
            <a:off x="5652000" y="2880000"/>
            <a:ext cx="1656000" cy="288000"/>
          </a:xfrm>
          <a:prstGeom prst="rect">
            <a:avLst/>
          </a:prstGeom>
          <a:solidFill>
            <a:srgbClr val="DDEA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300" name="Google Shape;1300;p22"/>
          <p:cNvSpPr txBox="1"/>
          <p:nvPr/>
        </p:nvSpPr>
        <p:spPr>
          <a:xfrm>
            <a:off x="5652000" y="2880000"/>
            <a:ext cx="1656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3</a:t>
            </a:r>
            <a:endParaRPr/>
          </a:p>
        </p:txBody>
      </p:sp>
      <p:sp>
        <p:nvSpPr>
          <p:cNvPr id="1301" name="Google Shape;1301;p22"/>
          <p:cNvSpPr/>
          <p:nvPr/>
        </p:nvSpPr>
        <p:spPr>
          <a:xfrm>
            <a:off x="5652000" y="3204000"/>
            <a:ext cx="1656000" cy="288000"/>
          </a:xfrm>
          <a:prstGeom prst="rect">
            <a:avLst/>
          </a:prstGeom>
          <a:solidFill>
            <a:srgbClr val="DDEA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302" name="Google Shape;1302;p22"/>
          <p:cNvSpPr txBox="1"/>
          <p:nvPr/>
        </p:nvSpPr>
        <p:spPr>
          <a:xfrm>
            <a:off x="5652000" y="3204000"/>
            <a:ext cx="1656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2</a:t>
            </a:r>
            <a:endParaRPr/>
          </a:p>
        </p:txBody>
      </p:sp>
      <p:sp>
        <p:nvSpPr>
          <p:cNvPr id="1303" name="Google Shape;1303;p22"/>
          <p:cNvSpPr/>
          <p:nvPr/>
        </p:nvSpPr>
        <p:spPr>
          <a:xfrm>
            <a:off x="5652000" y="3528000"/>
            <a:ext cx="1656000" cy="288000"/>
          </a:xfrm>
          <a:prstGeom prst="rect">
            <a:avLst/>
          </a:prstGeom>
          <a:solidFill>
            <a:srgbClr val="DDEA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304" name="Google Shape;1304;p22"/>
          <p:cNvSpPr txBox="1"/>
          <p:nvPr/>
        </p:nvSpPr>
        <p:spPr>
          <a:xfrm>
            <a:off x="5652000" y="3528000"/>
            <a:ext cx="1656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18</a:t>
            </a:r>
            <a:endParaRPr/>
          </a:p>
        </p:txBody>
      </p:sp>
      <p:sp>
        <p:nvSpPr>
          <p:cNvPr id="1305" name="Google Shape;1305;p22"/>
          <p:cNvSpPr/>
          <p:nvPr/>
        </p:nvSpPr>
        <p:spPr>
          <a:xfrm>
            <a:off x="5652000" y="3852000"/>
            <a:ext cx="1656000" cy="288000"/>
          </a:xfrm>
          <a:prstGeom prst="rect">
            <a:avLst/>
          </a:prstGeom>
          <a:solidFill>
            <a:srgbClr val="DDEA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306" name="Google Shape;1306;p22"/>
          <p:cNvSpPr txBox="1"/>
          <p:nvPr/>
        </p:nvSpPr>
        <p:spPr>
          <a:xfrm>
            <a:off x="5652000" y="3852000"/>
            <a:ext cx="1656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0</a:t>
            </a:r>
            <a:endParaRPr/>
          </a:p>
        </p:txBody>
      </p:sp>
      <p:sp>
        <p:nvSpPr>
          <p:cNvPr id="1307" name="Google Shape;1307;p22"/>
          <p:cNvSpPr/>
          <p:nvPr/>
        </p:nvSpPr>
        <p:spPr>
          <a:xfrm>
            <a:off x="5652000" y="4176000"/>
            <a:ext cx="1656000" cy="288000"/>
          </a:xfrm>
          <a:prstGeom prst="rect">
            <a:avLst/>
          </a:prstGeom>
          <a:solidFill>
            <a:srgbClr val="DDEA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308" name="Google Shape;1308;p22"/>
          <p:cNvSpPr txBox="1"/>
          <p:nvPr/>
        </p:nvSpPr>
        <p:spPr>
          <a:xfrm>
            <a:off x="5652000" y="4176000"/>
            <a:ext cx="1656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8</a:t>
            </a:r>
            <a:endParaRPr/>
          </a:p>
        </p:txBody>
      </p:sp>
      <p:sp>
        <p:nvSpPr>
          <p:cNvPr id="1309" name="Google Shape;1309;p22"/>
          <p:cNvSpPr/>
          <p:nvPr/>
        </p:nvSpPr>
        <p:spPr>
          <a:xfrm>
            <a:off x="5652000" y="4500000"/>
            <a:ext cx="1656000" cy="288000"/>
          </a:xfrm>
          <a:prstGeom prst="rect">
            <a:avLst/>
          </a:prstGeom>
          <a:solidFill>
            <a:srgbClr val="DDEA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310" name="Google Shape;1310;p22"/>
          <p:cNvSpPr txBox="1"/>
          <p:nvPr/>
        </p:nvSpPr>
        <p:spPr>
          <a:xfrm>
            <a:off x="5652000" y="4500000"/>
            <a:ext cx="1656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27</a:t>
            </a:r>
            <a:endParaRPr/>
          </a:p>
        </p:txBody>
      </p:sp>
      <p:sp>
        <p:nvSpPr>
          <p:cNvPr id="1311" name="Google Shape;1311;p22"/>
          <p:cNvSpPr/>
          <p:nvPr/>
        </p:nvSpPr>
        <p:spPr>
          <a:xfrm>
            <a:off x="5652000" y="4824000"/>
            <a:ext cx="1656000" cy="288000"/>
          </a:xfrm>
          <a:prstGeom prst="rect">
            <a:avLst/>
          </a:prstGeom>
          <a:solidFill>
            <a:srgbClr val="DDEA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312" name="Google Shape;1312;p22"/>
          <p:cNvSpPr txBox="1"/>
          <p:nvPr/>
        </p:nvSpPr>
        <p:spPr>
          <a:xfrm>
            <a:off x="5652000" y="4824000"/>
            <a:ext cx="1656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1</a:t>
            </a:r>
            <a:endParaRPr/>
          </a:p>
        </p:txBody>
      </p:sp>
      <p:sp>
        <p:nvSpPr>
          <p:cNvPr id="1313" name="Google Shape;1313;p22"/>
          <p:cNvSpPr/>
          <p:nvPr/>
        </p:nvSpPr>
        <p:spPr>
          <a:xfrm flipH="1">
            <a:off x="4176000" y="2160000"/>
            <a:ext cx="2880000" cy="432000"/>
          </a:xfrm>
          <a:custGeom>
            <a:rect b="b" l="l" r="r" t="t"/>
            <a:pathLst>
              <a:path extrusionOk="0" h="120000" w="120000">
                <a:moveTo>
                  <a:pt x="0" y="0"/>
                </a:moveTo>
                <a:lnTo>
                  <a:pt x="120000" y="0"/>
                </a:lnTo>
                <a:lnTo>
                  <a:pt x="120000" y="120000"/>
                </a:lnTo>
                <a:lnTo>
                  <a:pt x="0" y="120000"/>
                </a:lnTo>
                <a:close/>
              </a:path>
              <a:path extrusionOk="0" fill="none" h="120000" w="120000">
                <a:moveTo>
                  <a:pt x="-169" y="27236"/>
                </a:moveTo>
                <a:lnTo>
                  <a:pt x="-8198" y="58906"/>
                </a:lnTo>
              </a:path>
            </a:pathLst>
          </a:custGeom>
          <a:solidFill>
            <a:srgbClr val="FFE1E1"/>
          </a:solidFill>
          <a:ln cap="flat" cmpd="sng" w="952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ja-JP" sz="1200">
                <a:solidFill>
                  <a:schemeClr val="dk1"/>
                </a:solidFill>
                <a:latin typeface="Arial"/>
                <a:ea typeface="Arial"/>
                <a:cs typeface="Arial"/>
                <a:sym typeface="Arial"/>
              </a:rPr>
              <a:t>現行システムにおける605機能を共通機能として共通化し機能数を削減します。</a:t>
            </a:r>
            <a:endParaRPr/>
          </a:p>
        </p:txBody>
      </p:sp>
      <p:sp>
        <p:nvSpPr>
          <p:cNvPr id="1314" name="Google Shape;1314;p22"/>
          <p:cNvSpPr/>
          <p:nvPr/>
        </p:nvSpPr>
        <p:spPr>
          <a:xfrm>
            <a:off x="7272000" y="1188000"/>
            <a:ext cx="1800000" cy="4320000"/>
          </a:xfrm>
          <a:prstGeom prst="rect">
            <a:avLst/>
          </a:prstGeom>
          <a:noFill/>
          <a:ln cap="flat" cmpd="sng" w="38100">
            <a:solidFill>
              <a:srgbClr val="FF0000"/>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600">
              <a:solidFill>
                <a:schemeClr val="lt1"/>
              </a:solidFill>
              <a:latin typeface="Arial"/>
              <a:ea typeface="Arial"/>
              <a:cs typeface="Arial"/>
              <a:sym typeface="Arial"/>
            </a:endParaRPr>
          </a:p>
        </p:txBody>
      </p:sp>
      <p:sp>
        <p:nvSpPr>
          <p:cNvPr id="1315" name="Google Shape;1315;p22"/>
          <p:cNvSpPr/>
          <p:nvPr/>
        </p:nvSpPr>
        <p:spPr>
          <a:xfrm flipH="1">
            <a:off x="4392000" y="4140000"/>
            <a:ext cx="2772000" cy="648000"/>
          </a:xfrm>
          <a:custGeom>
            <a:rect b="b" l="l" r="r" t="t"/>
            <a:pathLst>
              <a:path extrusionOk="0" h="120000" w="120000">
                <a:moveTo>
                  <a:pt x="0" y="0"/>
                </a:moveTo>
                <a:lnTo>
                  <a:pt x="120000" y="0"/>
                </a:lnTo>
                <a:lnTo>
                  <a:pt x="120000" y="120000"/>
                </a:lnTo>
                <a:lnTo>
                  <a:pt x="0" y="120000"/>
                </a:lnTo>
                <a:close/>
              </a:path>
              <a:path extrusionOk="0" fill="none" h="120000" w="120000">
                <a:moveTo>
                  <a:pt x="108126" y="120542"/>
                </a:moveTo>
                <a:lnTo>
                  <a:pt x="124553" y="174152"/>
                </a:lnTo>
              </a:path>
            </a:pathLst>
          </a:custGeom>
          <a:solidFill>
            <a:srgbClr val="FFE1E1"/>
          </a:solidFill>
          <a:ln cap="flat" cmpd="sng" w="952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ja-JP" sz="1200">
                <a:solidFill>
                  <a:schemeClr val="dk1"/>
                </a:solidFill>
                <a:latin typeface="Arial"/>
                <a:ea typeface="Arial"/>
                <a:cs typeface="Arial"/>
                <a:sym typeface="Arial"/>
              </a:rPr>
              <a:t>画面の機能に変更はありませんが、統廃合を行い画面数を削減します。</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ja-JP" sz="1200">
                <a:solidFill>
                  <a:schemeClr val="dk1"/>
                </a:solidFill>
                <a:latin typeface="Arial"/>
                <a:ea typeface="Arial"/>
                <a:cs typeface="Arial"/>
                <a:sym typeface="Arial"/>
              </a:rPr>
              <a:t>10%程度は削減できる見込みです。</a:t>
            </a:r>
            <a:endParaRPr sz="1200">
              <a:solidFill>
                <a:schemeClr val="dk1"/>
              </a:solidFill>
              <a:latin typeface="Arial"/>
              <a:ea typeface="Arial"/>
              <a:cs typeface="Arial"/>
              <a:sym typeface="Arial"/>
            </a:endParaRPr>
          </a:p>
        </p:txBody>
      </p:sp>
      <p:sp>
        <p:nvSpPr>
          <p:cNvPr id="1316" name="Google Shape;1316;p22"/>
          <p:cNvSpPr/>
          <p:nvPr/>
        </p:nvSpPr>
        <p:spPr>
          <a:xfrm>
            <a:off x="2196000" y="1188000"/>
            <a:ext cx="1800000" cy="4320000"/>
          </a:xfrm>
          <a:prstGeom prst="rect">
            <a:avLst/>
          </a:prstGeom>
          <a:noFill/>
          <a:ln cap="flat" cmpd="sng" w="38100">
            <a:solidFill>
              <a:srgbClr val="FF0000"/>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600">
              <a:solidFill>
                <a:schemeClr val="lt1"/>
              </a:solidFill>
              <a:latin typeface="Arial"/>
              <a:ea typeface="Arial"/>
              <a:cs typeface="Arial"/>
              <a:sym typeface="Arial"/>
            </a:endParaRPr>
          </a:p>
        </p:txBody>
      </p:sp>
      <p:sp>
        <p:nvSpPr>
          <p:cNvPr id="1317" name="Google Shape;1317;p22"/>
          <p:cNvSpPr/>
          <p:nvPr/>
        </p:nvSpPr>
        <p:spPr>
          <a:xfrm>
            <a:off x="4176000" y="1512000"/>
            <a:ext cx="2880000" cy="432000"/>
          </a:xfrm>
          <a:custGeom>
            <a:rect b="b" l="l" r="r" t="t"/>
            <a:pathLst>
              <a:path extrusionOk="0" h="120000" w="120000">
                <a:moveTo>
                  <a:pt x="0" y="0"/>
                </a:moveTo>
                <a:lnTo>
                  <a:pt x="120000" y="0"/>
                </a:lnTo>
                <a:lnTo>
                  <a:pt x="120000" y="120000"/>
                </a:lnTo>
                <a:lnTo>
                  <a:pt x="0" y="120000"/>
                </a:lnTo>
                <a:close/>
              </a:path>
              <a:path extrusionOk="0" fill="none" h="120000" w="120000">
                <a:moveTo>
                  <a:pt x="-169" y="27236"/>
                </a:moveTo>
                <a:lnTo>
                  <a:pt x="-8198" y="58906"/>
                </a:lnTo>
              </a:path>
            </a:pathLst>
          </a:custGeom>
          <a:solidFill>
            <a:srgbClr val="FFE1E1"/>
          </a:solidFill>
          <a:ln cap="flat" cmpd="sng" w="952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ja-JP" sz="1200">
                <a:solidFill>
                  <a:schemeClr val="dk1"/>
                </a:solidFill>
                <a:latin typeface="Arial"/>
                <a:ea typeface="Arial"/>
                <a:cs typeface="Arial"/>
                <a:sym typeface="Arial"/>
              </a:rPr>
              <a:t>プログラムとしては1つとする想定です。</a:t>
            </a:r>
            <a:endParaRPr sz="1200">
              <a:solidFill>
                <a:schemeClr val="dk1"/>
              </a:solidFill>
              <a:latin typeface="Arial"/>
              <a:ea typeface="Arial"/>
              <a:cs typeface="Arial"/>
              <a:sym typeface="Arial"/>
            </a:endParaRPr>
          </a:p>
        </p:txBody>
      </p:sp>
      <p:sp>
        <p:nvSpPr>
          <p:cNvPr id="1318" name="Google Shape;1318;p22"/>
          <p:cNvSpPr/>
          <p:nvPr/>
        </p:nvSpPr>
        <p:spPr>
          <a:xfrm>
            <a:off x="3888000" y="5076000"/>
            <a:ext cx="1800000" cy="432000"/>
          </a:xfrm>
          <a:prstGeom prst="rect">
            <a:avLst/>
          </a:prstGeom>
          <a:noFill/>
          <a:ln cap="flat" cmpd="sng" w="38100">
            <a:solidFill>
              <a:srgbClr val="FF0000"/>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600">
              <a:solidFill>
                <a:schemeClr val="lt1"/>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2" name="Shape 1322"/>
        <p:cNvGrpSpPr/>
        <p:nvPr/>
      </p:nvGrpSpPr>
      <p:grpSpPr>
        <a:xfrm>
          <a:off x="0" y="0"/>
          <a:ext cx="0" cy="0"/>
          <a:chOff x="0" y="0"/>
          <a:chExt cx="0" cy="0"/>
        </a:xfrm>
      </p:grpSpPr>
      <p:sp>
        <p:nvSpPr>
          <p:cNvPr id="1323" name="Google Shape;1323;p23"/>
          <p:cNvSpPr txBox="1"/>
          <p:nvPr>
            <p:ph type="title"/>
          </p:nvPr>
        </p:nvSpPr>
        <p:spPr>
          <a:xfrm>
            <a:off x="144000" y="36000"/>
            <a:ext cx="8856000" cy="5760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3000"/>
              <a:buFont typeface="Arial"/>
              <a:buNone/>
            </a:pPr>
            <a:r>
              <a:rPr lang="ja-JP"/>
              <a:t>開発環境の変更点</a:t>
            </a:r>
            <a:endParaRPr/>
          </a:p>
        </p:txBody>
      </p:sp>
      <p:sp>
        <p:nvSpPr>
          <p:cNvPr id="1324" name="Google Shape;1324;p23"/>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ja-JP"/>
              <a:t>Copyright© 2020 SystemEXE,Inc. all rights reserved.</a:t>
            </a:r>
            <a:endParaRPr/>
          </a:p>
        </p:txBody>
      </p:sp>
      <p:sp>
        <p:nvSpPr>
          <p:cNvPr id="1325" name="Google Shape;1325;p23"/>
          <p:cNvSpPr txBox="1"/>
          <p:nvPr>
            <p:ph idx="12" type="sldNum"/>
          </p:nvPr>
        </p:nvSpPr>
        <p:spPr>
          <a:xfrm>
            <a:off x="4212000" y="6500068"/>
            <a:ext cx="720000" cy="288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ja-JP"/>
              <a:t>‹#›</a:t>
            </a:fld>
            <a:endParaRPr/>
          </a:p>
        </p:txBody>
      </p:sp>
      <p:sp>
        <p:nvSpPr>
          <p:cNvPr id="1326" name="Google Shape;1326;p23"/>
          <p:cNvSpPr txBox="1"/>
          <p:nvPr/>
        </p:nvSpPr>
        <p:spPr>
          <a:xfrm>
            <a:off x="144000" y="1080000"/>
            <a:ext cx="8856000" cy="540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最新かつ比較的VBからの移行がしやすい開発環境を選択します。</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サードパーティ製品は廃止し汎用的なツールを有効活用します。</a:t>
            </a:r>
            <a:endParaRPr/>
          </a:p>
        </p:txBody>
      </p:sp>
      <p:sp>
        <p:nvSpPr>
          <p:cNvPr id="1327" name="Google Shape;1327;p23"/>
          <p:cNvSpPr txBox="1"/>
          <p:nvPr/>
        </p:nvSpPr>
        <p:spPr>
          <a:xfrm>
            <a:off x="216000" y="3672000"/>
            <a:ext cx="2808000" cy="252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統合開発環境として、</a:t>
            </a:r>
            <a:r>
              <a:rPr b="1" lang="ja-JP" sz="1400">
                <a:solidFill>
                  <a:schemeClr val="accent1"/>
                </a:solidFill>
                <a:latin typeface="Arial"/>
                <a:ea typeface="Arial"/>
                <a:cs typeface="Arial"/>
                <a:sym typeface="Arial"/>
              </a:rPr>
              <a:t>「Visual Studio 2019」を採用</a:t>
            </a:r>
            <a:r>
              <a:rPr lang="ja-JP" sz="1400">
                <a:solidFill>
                  <a:schemeClr val="dk1"/>
                </a:solidFill>
                <a:latin typeface="Arial"/>
                <a:ea typeface="Arial"/>
                <a:cs typeface="Arial"/>
                <a:sym typeface="Arial"/>
              </a:rPr>
              <a:t>します。「Visual Studio 2019」は、 現時点におけるVisual Studioの最新バージョンであり、</a:t>
            </a:r>
            <a:r>
              <a:rPr b="1" lang="ja-JP" sz="1400">
                <a:solidFill>
                  <a:schemeClr val="accent1"/>
                </a:solidFill>
                <a:latin typeface="Arial"/>
                <a:ea typeface="Arial"/>
                <a:cs typeface="Arial"/>
                <a:sym typeface="Arial"/>
              </a:rPr>
              <a:t>2029年4月までのサポート</a:t>
            </a:r>
            <a:r>
              <a:rPr lang="ja-JP" sz="1400">
                <a:solidFill>
                  <a:schemeClr val="dk1"/>
                </a:solidFill>
                <a:latin typeface="Arial"/>
                <a:ea typeface="Arial"/>
                <a:cs typeface="Arial"/>
                <a:sym typeface="Arial"/>
              </a:rPr>
              <a:t>が予定されております。</a:t>
            </a:r>
            <a:endParaRPr sz="1400">
              <a:solidFill>
                <a:schemeClr val="dk1"/>
              </a:solidFill>
              <a:latin typeface="Arial"/>
              <a:ea typeface="Arial"/>
              <a:cs typeface="Arial"/>
              <a:sym typeface="Arial"/>
            </a:endParaRPr>
          </a:p>
          <a:p>
            <a:pPr indent="0" lvl="0" marL="0" marR="0" rtl="0" algn="l">
              <a:spcBef>
                <a:spcPts val="0"/>
              </a:spcBef>
              <a:spcAft>
                <a:spcPts val="0"/>
              </a:spcAft>
              <a:buNone/>
            </a:pPr>
            <a:r>
              <a:rPr lang="ja-JP" sz="1400">
                <a:solidFill>
                  <a:schemeClr val="dk1"/>
                </a:solidFill>
                <a:latin typeface="Arial"/>
                <a:ea typeface="Arial"/>
                <a:cs typeface="Arial"/>
                <a:sym typeface="Arial"/>
              </a:rPr>
              <a:t>2022年のリリース後も7年間は使用し続けることが可能です。開発言語はVBと文法がほとんど同じであるVB.NETを採用します。</a:t>
            </a:r>
            <a:endParaRPr sz="1400">
              <a:solidFill>
                <a:schemeClr val="dk1"/>
              </a:solidFill>
              <a:latin typeface="Arial"/>
              <a:ea typeface="Arial"/>
              <a:cs typeface="Arial"/>
              <a:sym typeface="Arial"/>
            </a:endParaRPr>
          </a:p>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328" name="Google Shape;1328;p23"/>
          <p:cNvSpPr txBox="1"/>
          <p:nvPr/>
        </p:nvSpPr>
        <p:spPr>
          <a:xfrm>
            <a:off x="216000" y="3060000"/>
            <a:ext cx="2808000" cy="576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600">
                <a:solidFill>
                  <a:srgbClr val="1E4E79"/>
                </a:solidFill>
                <a:latin typeface="Arial"/>
                <a:ea typeface="Arial"/>
                <a:cs typeface="Arial"/>
                <a:sym typeface="Arial"/>
              </a:rPr>
              <a:t>Visual Studio 2019</a:t>
            </a:r>
            <a:endParaRPr/>
          </a:p>
          <a:p>
            <a:pPr indent="0" lvl="0" marL="0" marR="0" rtl="0" algn="ctr">
              <a:spcBef>
                <a:spcPts val="0"/>
              </a:spcBef>
              <a:spcAft>
                <a:spcPts val="0"/>
              </a:spcAft>
              <a:buNone/>
            </a:pPr>
            <a:r>
              <a:rPr b="1" lang="ja-JP" sz="1600">
                <a:solidFill>
                  <a:srgbClr val="1E4E79"/>
                </a:solidFill>
                <a:latin typeface="Arial"/>
                <a:ea typeface="Arial"/>
                <a:cs typeface="Arial"/>
                <a:sym typeface="Arial"/>
              </a:rPr>
              <a:t>（統合開発環境）</a:t>
            </a:r>
            <a:endParaRPr b="1" sz="1600">
              <a:solidFill>
                <a:srgbClr val="1E4E79"/>
              </a:solidFill>
              <a:latin typeface="Arial"/>
              <a:ea typeface="Arial"/>
              <a:cs typeface="Arial"/>
              <a:sym typeface="Arial"/>
            </a:endParaRPr>
          </a:p>
        </p:txBody>
      </p:sp>
      <p:sp>
        <p:nvSpPr>
          <p:cNvPr id="1329" name="Google Shape;1329;p23"/>
          <p:cNvSpPr txBox="1"/>
          <p:nvPr/>
        </p:nvSpPr>
        <p:spPr>
          <a:xfrm>
            <a:off x="3168000" y="3672000"/>
            <a:ext cx="2808000" cy="252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現行システムでは、GrapeCity社の「SPREAD 3.0J」を使用しておりますが、サードパーティ製の製品は、互換性の問題等から開発ツールのバージョンアップの妨げとなることが多いため、</a:t>
            </a:r>
            <a:r>
              <a:rPr b="1" lang="ja-JP" sz="1400">
                <a:solidFill>
                  <a:schemeClr val="accent1"/>
                </a:solidFill>
                <a:latin typeface="Arial"/>
                <a:ea typeface="Arial"/>
                <a:cs typeface="Arial"/>
                <a:sym typeface="Arial"/>
              </a:rPr>
              <a:t>「SPREAD 3.0J」の使用を廃止</a:t>
            </a:r>
            <a:r>
              <a:rPr lang="ja-JP" sz="1400">
                <a:solidFill>
                  <a:schemeClr val="dk1"/>
                </a:solidFill>
                <a:latin typeface="Arial"/>
                <a:ea typeface="Arial"/>
                <a:cs typeface="Arial"/>
                <a:sym typeface="Arial"/>
              </a:rPr>
              <a:t>します。代わりにグリッドコンポーネントとしては、.NETの標準コンポーネントである</a:t>
            </a:r>
            <a:r>
              <a:rPr b="1" lang="ja-JP" sz="1400">
                <a:solidFill>
                  <a:schemeClr val="accent1"/>
                </a:solidFill>
                <a:latin typeface="Arial"/>
                <a:ea typeface="Arial"/>
                <a:cs typeface="Arial"/>
                <a:sym typeface="Arial"/>
              </a:rPr>
              <a:t>「DataGridView」を採用</a:t>
            </a:r>
            <a:r>
              <a:rPr lang="ja-JP" sz="1400">
                <a:solidFill>
                  <a:schemeClr val="dk1"/>
                </a:solidFill>
                <a:latin typeface="Arial"/>
                <a:ea typeface="Arial"/>
                <a:cs typeface="Arial"/>
                <a:sym typeface="Arial"/>
              </a:rPr>
              <a:t>します。</a:t>
            </a:r>
            <a:endParaRPr sz="1400">
              <a:solidFill>
                <a:schemeClr val="dk1"/>
              </a:solidFill>
              <a:latin typeface="Arial"/>
              <a:ea typeface="Arial"/>
              <a:cs typeface="Arial"/>
              <a:sym typeface="Arial"/>
            </a:endParaRPr>
          </a:p>
        </p:txBody>
      </p:sp>
      <p:sp>
        <p:nvSpPr>
          <p:cNvPr id="1330" name="Google Shape;1330;p23"/>
          <p:cNvSpPr txBox="1"/>
          <p:nvPr/>
        </p:nvSpPr>
        <p:spPr>
          <a:xfrm>
            <a:off x="3168000" y="3060000"/>
            <a:ext cx="2808000" cy="576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600">
                <a:solidFill>
                  <a:srgbClr val="1E4E79"/>
                </a:solidFill>
                <a:latin typeface="Arial"/>
                <a:ea typeface="Arial"/>
                <a:cs typeface="Arial"/>
                <a:sym typeface="Arial"/>
              </a:rPr>
              <a:t>DataGridView</a:t>
            </a:r>
            <a:endParaRPr b="1" sz="1600">
              <a:solidFill>
                <a:srgbClr val="1E4E79"/>
              </a:solidFill>
              <a:latin typeface="Arial"/>
              <a:ea typeface="Arial"/>
              <a:cs typeface="Arial"/>
              <a:sym typeface="Arial"/>
            </a:endParaRPr>
          </a:p>
          <a:p>
            <a:pPr indent="0" lvl="0" marL="0" marR="0" rtl="0" algn="ctr">
              <a:spcBef>
                <a:spcPts val="0"/>
              </a:spcBef>
              <a:spcAft>
                <a:spcPts val="0"/>
              </a:spcAft>
              <a:buNone/>
            </a:pPr>
            <a:r>
              <a:rPr b="1" lang="ja-JP" sz="1600">
                <a:solidFill>
                  <a:srgbClr val="1E4E79"/>
                </a:solidFill>
                <a:latin typeface="Arial"/>
                <a:ea typeface="Arial"/>
                <a:cs typeface="Arial"/>
                <a:sym typeface="Arial"/>
              </a:rPr>
              <a:t>（グリッド）</a:t>
            </a:r>
            <a:endParaRPr/>
          </a:p>
        </p:txBody>
      </p:sp>
      <p:sp>
        <p:nvSpPr>
          <p:cNvPr id="1331" name="Google Shape;1331;p23"/>
          <p:cNvSpPr txBox="1"/>
          <p:nvPr/>
        </p:nvSpPr>
        <p:spPr>
          <a:xfrm>
            <a:off x="6120000" y="3672000"/>
            <a:ext cx="2808000" cy="252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現行システムでは、GrapeCity社の「Active Reports 2.0J」を使用しておりますが、サードパーティ製の製品は、互換性の問題等から開発ツールのバージョンアップの妨げとなることが多いため、</a:t>
            </a:r>
            <a:r>
              <a:rPr b="1" lang="ja-JP" sz="1400">
                <a:solidFill>
                  <a:schemeClr val="accent1"/>
                </a:solidFill>
                <a:latin typeface="Arial"/>
                <a:ea typeface="Arial"/>
                <a:cs typeface="Arial"/>
                <a:sym typeface="Arial"/>
              </a:rPr>
              <a:t>「Active Reports 2.0J」の使用を廃止</a:t>
            </a:r>
            <a:r>
              <a:rPr lang="ja-JP" sz="1400">
                <a:solidFill>
                  <a:schemeClr val="dk1"/>
                </a:solidFill>
                <a:latin typeface="Arial"/>
                <a:ea typeface="Arial"/>
                <a:cs typeface="Arial"/>
                <a:sym typeface="Arial"/>
              </a:rPr>
              <a:t>します。代わりにMicrosoft社の</a:t>
            </a:r>
            <a:r>
              <a:rPr b="1" lang="ja-JP" sz="1400">
                <a:solidFill>
                  <a:schemeClr val="accent1"/>
                </a:solidFill>
                <a:latin typeface="Arial"/>
                <a:ea typeface="Arial"/>
                <a:cs typeface="Arial"/>
                <a:sym typeface="Arial"/>
              </a:rPr>
              <a:t>「Excel」を活用した帳票出力</a:t>
            </a:r>
            <a:r>
              <a:rPr lang="ja-JP" sz="1400">
                <a:solidFill>
                  <a:schemeClr val="dk1"/>
                </a:solidFill>
                <a:latin typeface="Arial"/>
                <a:ea typeface="Arial"/>
                <a:cs typeface="Arial"/>
                <a:sym typeface="Arial"/>
              </a:rPr>
              <a:t>の仕組みを構築します。</a:t>
            </a:r>
            <a:endParaRPr sz="1400">
              <a:solidFill>
                <a:schemeClr val="dk1"/>
              </a:solidFill>
              <a:latin typeface="Arial"/>
              <a:ea typeface="Arial"/>
              <a:cs typeface="Arial"/>
              <a:sym typeface="Arial"/>
            </a:endParaRPr>
          </a:p>
        </p:txBody>
      </p:sp>
      <p:sp>
        <p:nvSpPr>
          <p:cNvPr id="1332" name="Google Shape;1332;p23"/>
          <p:cNvSpPr txBox="1"/>
          <p:nvPr/>
        </p:nvSpPr>
        <p:spPr>
          <a:xfrm>
            <a:off x="6120000" y="3060000"/>
            <a:ext cx="2808000" cy="576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600">
                <a:solidFill>
                  <a:srgbClr val="1E4E79"/>
                </a:solidFill>
                <a:latin typeface="Arial"/>
                <a:ea typeface="Arial"/>
                <a:cs typeface="Arial"/>
                <a:sym typeface="Arial"/>
              </a:rPr>
              <a:t>Excel</a:t>
            </a:r>
            <a:endParaRPr/>
          </a:p>
          <a:p>
            <a:pPr indent="0" lvl="0" marL="0" marR="0" rtl="0" algn="ctr">
              <a:spcBef>
                <a:spcPts val="0"/>
              </a:spcBef>
              <a:spcAft>
                <a:spcPts val="0"/>
              </a:spcAft>
              <a:buNone/>
            </a:pPr>
            <a:r>
              <a:rPr b="1" lang="ja-JP" sz="1600">
                <a:solidFill>
                  <a:srgbClr val="1E4E79"/>
                </a:solidFill>
                <a:latin typeface="Arial"/>
                <a:ea typeface="Arial"/>
                <a:cs typeface="Arial"/>
                <a:sym typeface="Arial"/>
              </a:rPr>
              <a:t>（帳票出力）</a:t>
            </a:r>
            <a:endParaRPr/>
          </a:p>
        </p:txBody>
      </p:sp>
      <p:grpSp>
        <p:nvGrpSpPr>
          <p:cNvPr id="1333" name="Google Shape;1333;p23"/>
          <p:cNvGrpSpPr/>
          <p:nvPr/>
        </p:nvGrpSpPr>
        <p:grpSpPr>
          <a:xfrm>
            <a:off x="1116000" y="1872000"/>
            <a:ext cx="6948000" cy="1041838"/>
            <a:chOff x="1116000" y="1800000"/>
            <a:chExt cx="6948000" cy="1041838"/>
          </a:xfrm>
        </p:grpSpPr>
        <p:sp>
          <p:nvSpPr>
            <p:cNvPr id="1334" name="Google Shape;1334;p23"/>
            <p:cNvSpPr/>
            <p:nvPr/>
          </p:nvSpPr>
          <p:spPr>
            <a:xfrm>
              <a:off x="2592000" y="1888919"/>
              <a:ext cx="864000" cy="864000"/>
            </a:xfrm>
            <a:prstGeom prst="mathPlus">
              <a:avLst>
                <a:gd fmla="val 27796" name="adj1"/>
              </a:avLst>
            </a:prstGeom>
            <a:solidFill>
              <a:srgbClr val="C9C9C9"/>
            </a:solidFill>
            <a:ln cap="flat" cmpd="sng" w="190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600">
                <a:solidFill>
                  <a:schemeClr val="lt1"/>
                </a:solidFill>
                <a:latin typeface="Arial"/>
                <a:ea typeface="Arial"/>
                <a:cs typeface="Arial"/>
                <a:sym typeface="Arial"/>
              </a:endParaRPr>
            </a:p>
          </p:txBody>
        </p:sp>
        <p:sp>
          <p:nvSpPr>
            <p:cNvPr id="1335" name="Google Shape;1335;p23"/>
            <p:cNvSpPr/>
            <p:nvPr/>
          </p:nvSpPr>
          <p:spPr>
            <a:xfrm>
              <a:off x="5544000" y="1888919"/>
              <a:ext cx="864000" cy="864000"/>
            </a:xfrm>
            <a:prstGeom prst="mathPlus">
              <a:avLst>
                <a:gd fmla="val 27796" name="adj1"/>
              </a:avLst>
            </a:prstGeom>
            <a:solidFill>
              <a:srgbClr val="C9C9C9"/>
            </a:solidFill>
            <a:ln cap="flat" cmpd="sng" w="190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600">
                <a:solidFill>
                  <a:schemeClr val="lt1"/>
                </a:solidFill>
                <a:latin typeface="Arial"/>
                <a:ea typeface="Arial"/>
                <a:cs typeface="Arial"/>
                <a:sym typeface="Arial"/>
              </a:endParaRPr>
            </a:p>
          </p:txBody>
        </p:sp>
        <p:pic>
          <p:nvPicPr>
            <p:cNvPr id="1336" name="Google Shape;1336;p23"/>
            <p:cNvPicPr preferRelativeResize="0"/>
            <p:nvPr/>
          </p:nvPicPr>
          <p:blipFill rotWithShape="1">
            <a:blip r:embed="rId3">
              <a:alphaModFix/>
            </a:blip>
            <a:srcRect b="0" l="0" r="0" t="0"/>
            <a:stretch/>
          </p:blipFill>
          <p:spPr>
            <a:xfrm>
              <a:off x="1116000" y="1814027"/>
              <a:ext cx="1008000" cy="1013784"/>
            </a:xfrm>
            <a:prstGeom prst="rect">
              <a:avLst/>
            </a:prstGeom>
            <a:noFill/>
            <a:ln>
              <a:noFill/>
            </a:ln>
          </p:spPr>
        </p:pic>
        <p:pic>
          <p:nvPicPr>
            <p:cNvPr id="1337" name="Google Shape;1337;p23"/>
            <p:cNvPicPr preferRelativeResize="0"/>
            <p:nvPr/>
          </p:nvPicPr>
          <p:blipFill rotWithShape="1">
            <a:blip r:embed="rId4">
              <a:alphaModFix/>
            </a:blip>
            <a:srcRect b="0" l="0" r="0" t="0"/>
            <a:stretch/>
          </p:blipFill>
          <p:spPr>
            <a:xfrm>
              <a:off x="6984000" y="1800000"/>
              <a:ext cx="1080000" cy="1041838"/>
            </a:xfrm>
            <a:prstGeom prst="rect">
              <a:avLst/>
            </a:prstGeom>
            <a:noFill/>
            <a:ln>
              <a:noFill/>
            </a:ln>
          </p:spPr>
        </p:pic>
        <p:pic>
          <p:nvPicPr>
            <p:cNvPr id="1338" name="Google Shape;1338;p23"/>
            <p:cNvPicPr preferRelativeResize="0"/>
            <p:nvPr/>
          </p:nvPicPr>
          <p:blipFill rotWithShape="1">
            <a:blip r:embed="rId5">
              <a:alphaModFix/>
            </a:blip>
            <a:srcRect b="0" l="0" r="0" t="0"/>
            <a:stretch/>
          </p:blipFill>
          <p:spPr>
            <a:xfrm>
              <a:off x="4014000" y="1896286"/>
              <a:ext cx="1080000" cy="849267"/>
            </a:xfrm>
            <a:prstGeom prst="rect">
              <a:avLst/>
            </a:prstGeom>
            <a:noFill/>
            <a:ln>
              <a:noFill/>
            </a:ln>
          </p:spPr>
        </p:pic>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2" name="Shape 1342"/>
        <p:cNvGrpSpPr/>
        <p:nvPr/>
      </p:nvGrpSpPr>
      <p:grpSpPr>
        <a:xfrm>
          <a:off x="0" y="0"/>
          <a:ext cx="0" cy="0"/>
          <a:chOff x="0" y="0"/>
          <a:chExt cx="0" cy="0"/>
        </a:xfrm>
      </p:grpSpPr>
      <p:sp>
        <p:nvSpPr>
          <p:cNvPr id="1343" name="Google Shape;1343;p24"/>
          <p:cNvSpPr txBox="1"/>
          <p:nvPr>
            <p:ph type="title"/>
          </p:nvPr>
        </p:nvSpPr>
        <p:spPr>
          <a:xfrm>
            <a:off x="144000" y="36000"/>
            <a:ext cx="8856000" cy="5760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3000"/>
              <a:buFont typeface="Arial"/>
              <a:buNone/>
            </a:pPr>
            <a:r>
              <a:rPr lang="ja-JP"/>
              <a:t>.NETへのマイグレーション方法</a:t>
            </a:r>
            <a:endParaRPr/>
          </a:p>
        </p:txBody>
      </p:sp>
      <p:sp>
        <p:nvSpPr>
          <p:cNvPr id="1344" name="Google Shape;1344;p24"/>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ja-JP"/>
              <a:t>Copyright© 2020 SystemEXE,Inc. all rights reserved.</a:t>
            </a:r>
            <a:endParaRPr/>
          </a:p>
        </p:txBody>
      </p:sp>
      <p:sp>
        <p:nvSpPr>
          <p:cNvPr id="1345" name="Google Shape;1345;p24"/>
          <p:cNvSpPr txBox="1"/>
          <p:nvPr>
            <p:ph idx="12" type="sldNum"/>
          </p:nvPr>
        </p:nvSpPr>
        <p:spPr>
          <a:xfrm>
            <a:off x="4212000" y="6500068"/>
            <a:ext cx="720000" cy="288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ja-JP"/>
              <a:t>‹#›</a:t>
            </a:fld>
            <a:endParaRPr/>
          </a:p>
        </p:txBody>
      </p:sp>
      <p:sp>
        <p:nvSpPr>
          <p:cNvPr id="1346" name="Google Shape;1346;p24"/>
          <p:cNvSpPr txBox="1"/>
          <p:nvPr/>
        </p:nvSpPr>
        <p:spPr>
          <a:xfrm>
            <a:off x="144000" y="5724000"/>
            <a:ext cx="8856000" cy="648000"/>
          </a:xfrm>
          <a:prstGeom prst="rect">
            <a:avLst/>
          </a:prstGeom>
          <a:noFill/>
          <a:ln>
            <a:noFill/>
          </a:ln>
        </p:spPr>
        <p:txBody>
          <a:bodyPr anchorCtr="0" anchor="t" bIns="45700" lIns="91425" spcFirstLastPara="1" rIns="91425" wrap="square" tIns="45700">
            <a:noAutofit/>
          </a:bodyPr>
          <a:lstStyle/>
          <a:p>
            <a:pPr indent="-285750" lvl="0" marL="285750" marR="0" rtl="0" algn="l">
              <a:spcBef>
                <a:spcPts val="0"/>
              </a:spcBef>
              <a:spcAft>
                <a:spcPts val="0"/>
              </a:spcAft>
              <a:buClr>
                <a:schemeClr val="dk1"/>
              </a:buClr>
              <a:buSzPts val="1200"/>
              <a:buFont typeface="Arial"/>
              <a:buChar char="※"/>
            </a:pPr>
            <a:r>
              <a:rPr lang="ja-JP" sz="1200">
                <a:solidFill>
                  <a:schemeClr val="dk1"/>
                </a:solidFill>
                <a:latin typeface="Arial"/>
                <a:ea typeface="Arial"/>
                <a:cs typeface="Arial"/>
                <a:sym typeface="Arial"/>
              </a:rPr>
              <a:t>Microsoft社のアップグレードウィザードは、Visual Studio 2008までは実装されておりますが、Visual Studio 2010以降では実装されておりません。そのため、VBアプリケーションを最新版のVB.NETにアップグレードするには、一度VB.NET 2008にアップグレードした上でVB.NET 2008からVB.NET 2019という段階的なアップグレードを実行する必要があります。</a:t>
            </a:r>
            <a:endParaRPr/>
          </a:p>
        </p:txBody>
      </p:sp>
      <p:sp>
        <p:nvSpPr>
          <p:cNvPr id="1347" name="Google Shape;1347;p24"/>
          <p:cNvSpPr txBox="1"/>
          <p:nvPr/>
        </p:nvSpPr>
        <p:spPr>
          <a:xfrm>
            <a:off x="144000" y="863998"/>
            <a:ext cx="8856000" cy="165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Microsoft社アップグレードウィザード等のマイグレーションツールを使用してアップグレードした場合、以下の理由により、コードの損失や誤変換が発生すると推測できます。そのため、マイグレーションツールは使用せず、既存のプログラムソースをもとにプログラミングを行い、作り直す方法を採用します。</a:t>
            </a:r>
            <a:endParaRPr sz="1400">
              <a:solidFill>
                <a:schemeClr val="dk1"/>
              </a:solidFill>
              <a:latin typeface="Arial"/>
              <a:ea typeface="Arial"/>
              <a:cs typeface="Arial"/>
              <a:sym typeface="Arial"/>
            </a:endParaRPr>
          </a:p>
          <a:p>
            <a:pPr indent="-285750" lvl="1" marL="742950" marR="0" rtl="0" algn="l">
              <a:spcBef>
                <a:spcPts val="600"/>
              </a:spcBef>
              <a:spcAft>
                <a:spcPts val="0"/>
              </a:spcAft>
              <a:buClr>
                <a:schemeClr val="dk1"/>
              </a:buClr>
              <a:buSzPts val="1400"/>
              <a:buFont typeface="Arial"/>
              <a:buChar char="•"/>
            </a:pPr>
            <a:r>
              <a:rPr b="0" i="0" lang="ja-JP" sz="1400" u="none" cap="none" strike="noStrike">
                <a:solidFill>
                  <a:schemeClr val="dk1"/>
                </a:solidFill>
                <a:latin typeface="Arial"/>
                <a:ea typeface="Arial"/>
                <a:cs typeface="Arial"/>
                <a:sym typeface="Arial"/>
              </a:rPr>
              <a:t>二段階のアップグレードが必要（※）</a:t>
            </a:r>
            <a:endParaRPr b="0" i="0" sz="1400" u="none" cap="none" strike="noStrike">
              <a:solidFill>
                <a:schemeClr val="dk1"/>
              </a:solidFill>
              <a:latin typeface="Arial"/>
              <a:ea typeface="Arial"/>
              <a:cs typeface="Arial"/>
              <a:sym typeface="Arial"/>
            </a:endParaRPr>
          </a:p>
          <a:p>
            <a:pPr indent="-285750" lvl="1" marL="742950" marR="0" rtl="0" algn="l">
              <a:spcBef>
                <a:spcPts val="600"/>
              </a:spcBef>
              <a:spcAft>
                <a:spcPts val="0"/>
              </a:spcAft>
              <a:buClr>
                <a:schemeClr val="dk1"/>
              </a:buClr>
              <a:buSzPts val="1400"/>
              <a:buFont typeface="Arial"/>
              <a:buChar char="•"/>
            </a:pPr>
            <a:r>
              <a:rPr b="0" i="0" lang="ja-JP" sz="1400" u="none" cap="none" strike="noStrike">
                <a:solidFill>
                  <a:schemeClr val="dk1"/>
                </a:solidFill>
                <a:latin typeface="Arial"/>
                <a:ea typeface="Arial"/>
                <a:cs typeface="Arial"/>
                <a:sym typeface="Arial"/>
              </a:rPr>
              <a:t>現行システムにてサードパーティ製のツールが使用されている</a:t>
            </a:r>
            <a:endParaRPr b="0" i="0" sz="1400" u="none" cap="none" strike="noStrike">
              <a:solidFill>
                <a:schemeClr val="dk1"/>
              </a:solidFill>
              <a:latin typeface="Arial"/>
              <a:ea typeface="Arial"/>
              <a:cs typeface="Arial"/>
              <a:sym typeface="Arial"/>
            </a:endParaRPr>
          </a:p>
          <a:p>
            <a:pPr indent="-285750" lvl="1" marL="742950" marR="0" rtl="0" algn="l">
              <a:spcBef>
                <a:spcPts val="600"/>
              </a:spcBef>
              <a:spcAft>
                <a:spcPts val="0"/>
              </a:spcAft>
              <a:buClr>
                <a:schemeClr val="dk1"/>
              </a:buClr>
              <a:buSzPts val="1400"/>
              <a:buFont typeface="Arial"/>
              <a:buChar char="•"/>
            </a:pPr>
            <a:r>
              <a:rPr b="0" i="0" lang="ja-JP" sz="1400" u="none" cap="none" strike="noStrike">
                <a:solidFill>
                  <a:schemeClr val="dk1"/>
                </a:solidFill>
                <a:latin typeface="Arial"/>
                <a:ea typeface="Arial"/>
                <a:cs typeface="Arial"/>
                <a:sym typeface="Arial"/>
              </a:rPr>
              <a:t>現行システムではoo4oによるOracle接続方式が採用されている</a:t>
            </a:r>
            <a:endParaRPr b="0" i="0" sz="1400" u="none" cap="none" strike="noStrike">
              <a:solidFill>
                <a:schemeClr val="dk1"/>
              </a:solidFill>
              <a:latin typeface="Arial"/>
              <a:ea typeface="Arial"/>
              <a:cs typeface="Arial"/>
              <a:sym typeface="Arial"/>
            </a:endParaRPr>
          </a:p>
        </p:txBody>
      </p:sp>
      <p:sp>
        <p:nvSpPr>
          <p:cNvPr id="1348" name="Google Shape;1348;p24"/>
          <p:cNvSpPr/>
          <p:nvPr/>
        </p:nvSpPr>
        <p:spPr>
          <a:xfrm>
            <a:off x="2484000" y="3132000"/>
            <a:ext cx="432000" cy="432000"/>
          </a:xfrm>
          <a:prstGeom prst="ellipse">
            <a:avLst/>
          </a:prstGeom>
          <a:solidFill>
            <a:schemeClr val="accent2"/>
          </a:solidFill>
          <a:ln cap="flat" cmpd="sng" w="76200">
            <a:solidFill>
              <a:srgbClr val="EDEDE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1</a:t>
            </a:r>
            <a:endParaRPr b="1" sz="1400">
              <a:solidFill>
                <a:schemeClr val="lt1"/>
              </a:solidFill>
              <a:latin typeface="Arial"/>
              <a:ea typeface="Arial"/>
              <a:cs typeface="Arial"/>
              <a:sym typeface="Arial"/>
            </a:endParaRPr>
          </a:p>
        </p:txBody>
      </p:sp>
      <p:sp>
        <p:nvSpPr>
          <p:cNvPr id="1349" name="Google Shape;1349;p24"/>
          <p:cNvSpPr/>
          <p:nvPr/>
        </p:nvSpPr>
        <p:spPr>
          <a:xfrm>
            <a:off x="2988000" y="3024000"/>
            <a:ext cx="5760000" cy="648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マイグレーションツールを使用する場合に比べ、作り直すことにより</a:t>
            </a:r>
            <a:r>
              <a:rPr b="1" lang="ja-JP" sz="1400">
                <a:solidFill>
                  <a:schemeClr val="accent1"/>
                </a:solidFill>
                <a:latin typeface="Arial"/>
                <a:ea typeface="Arial"/>
                <a:cs typeface="Arial"/>
                <a:sym typeface="Arial"/>
              </a:rPr>
              <a:t>業務仕様の把握・理解</a:t>
            </a:r>
            <a:r>
              <a:rPr lang="ja-JP" sz="1400">
                <a:solidFill>
                  <a:schemeClr val="dk1"/>
                </a:solidFill>
                <a:latin typeface="Arial"/>
                <a:ea typeface="Arial"/>
                <a:cs typeface="Arial"/>
                <a:sym typeface="Arial"/>
              </a:rPr>
              <a:t>が深まります。</a:t>
            </a:r>
            <a:endParaRPr/>
          </a:p>
        </p:txBody>
      </p:sp>
      <p:sp>
        <p:nvSpPr>
          <p:cNvPr id="1350" name="Google Shape;1350;p24"/>
          <p:cNvSpPr/>
          <p:nvPr/>
        </p:nvSpPr>
        <p:spPr>
          <a:xfrm>
            <a:off x="2484000" y="3780000"/>
            <a:ext cx="432000" cy="432000"/>
          </a:xfrm>
          <a:prstGeom prst="ellipse">
            <a:avLst/>
          </a:prstGeom>
          <a:solidFill>
            <a:schemeClr val="accent4"/>
          </a:solidFill>
          <a:ln cap="flat" cmpd="sng" w="76200">
            <a:solidFill>
              <a:srgbClr val="EDEDE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2</a:t>
            </a:r>
            <a:endParaRPr b="1" sz="1400">
              <a:solidFill>
                <a:schemeClr val="lt1"/>
              </a:solidFill>
              <a:latin typeface="Arial"/>
              <a:ea typeface="Arial"/>
              <a:cs typeface="Arial"/>
              <a:sym typeface="Arial"/>
            </a:endParaRPr>
          </a:p>
        </p:txBody>
      </p:sp>
      <p:sp>
        <p:nvSpPr>
          <p:cNvPr id="1351" name="Google Shape;1351;p24"/>
          <p:cNvSpPr/>
          <p:nvPr/>
        </p:nvSpPr>
        <p:spPr>
          <a:xfrm>
            <a:off x="2484000" y="4428000"/>
            <a:ext cx="432000" cy="432000"/>
          </a:xfrm>
          <a:prstGeom prst="ellipse">
            <a:avLst/>
          </a:prstGeom>
          <a:solidFill>
            <a:schemeClr val="accent6"/>
          </a:solidFill>
          <a:ln cap="flat" cmpd="sng" w="76200">
            <a:solidFill>
              <a:srgbClr val="EDEDE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3</a:t>
            </a:r>
            <a:endParaRPr b="1" sz="1400">
              <a:solidFill>
                <a:schemeClr val="lt1"/>
              </a:solidFill>
              <a:latin typeface="Arial"/>
              <a:ea typeface="Arial"/>
              <a:cs typeface="Arial"/>
              <a:sym typeface="Arial"/>
            </a:endParaRPr>
          </a:p>
        </p:txBody>
      </p:sp>
      <p:sp>
        <p:nvSpPr>
          <p:cNvPr id="1352" name="Google Shape;1352;p24"/>
          <p:cNvSpPr/>
          <p:nvPr/>
        </p:nvSpPr>
        <p:spPr>
          <a:xfrm>
            <a:off x="2988000" y="3672000"/>
            <a:ext cx="5760000" cy="648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ja-JP" sz="1400">
                <a:solidFill>
                  <a:schemeClr val="accent1"/>
                </a:solidFill>
                <a:latin typeface="Arial"/>
                <a:ea typeface="Arial"/>
                <a:cs typeface="Arial"/>
                <a:sym typeface="Arial"/>
              </a:rPr>
              <a:t>リファクタリング（機能の統廃合等も含む）を実施</a:t>
            </a:r>
            <a:r>
              <a:rPr lang="ja-JP" sz="1400">
                <a:solidFill>
                  <a:schemeClr val="dk1"/>
                </a:solidFill>
                <a:latin typeface="Arial"/>
                <a:ea typeface="Arial"/>
                <a:cs typeface="Arial"/>
                <a:sym typeface="Arial"/>
              </a:rPr>
              <a:t>することで、</a:t>
            </a:r>
            <a:r>
              <a:rPr b="1" lang="ja-JP" sz="1400">
                <a:solidFill>
                  <a:schemeClr val="accent1"/>
                </a:solidFill>
                <a:latin typeface="Arial"/>
                <a:ea typeface="Arial"/>
                <a:cs typeface="Arial"/>
                <a:sym typeface="Arial"/>
              </a:rPr>
              <a:t>プログラムソースをスリム化し、保守性の向上</a:t>
            </a:r>
            <a:r>
              <a:rPr lang="ja-JP" sz="1400">
                <a:solidFill>
                  <a:schemeClr val="dk1"/>
                </a:solidFill>
                <a:latin typeface="Arial"/>
                <a:ea typeface="Arial"/>
                <a:cs typeface="Arial"/>
                <a:sym typeface="Arial"/>
              </a:rPr>
              <a:t>につながります。</a:t>
            </a:r>
            <a:endParaRPr sz="1400">
              <a:solidFill>
                <a:schemeClr val="dk1"/>
              </a:solidFill>
              <a:latin typeface="Arial"/>
              <a:ea typeface="Arial"/>
              <a:cs typeface="Arial"/>
              <a:sym typeface="Arial"/>
            </a:endParaRPr>
          </a:p>
        </p:txBody>
      </p:sp>
      <p:sp>
        <p:nvSpPr>
          <p:cNvPr id="1353" name="Google Shape;1353;p24"/>
          <p:cNvSpPr/>
          <p:nvPr/>
        </p:nvSpPr>
        <p:spPr>
          <a:xfrm>
            <a:off x="2988000" y="4320000"/>
            <a:ext cx="5760000" cy="648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サードパーティ製のツールを廃止することで、今後の</a:t>
            </a:r>
            <a:r>
              <a:rPr b="1" lang="ja-JP" sz="1400">
                <a:solidFill>
                  <a:schemeClr val="accent1"/>
                </a:solidFill>
                <a:latin typeface="Arial"/>
                <a:ea typeface="Arial"/>
                <a:cs typeface="Arial"/>
                <a:sym typeface="Arial"/>
              </a:rPr>
              <a:t>老朽化更新対応の際の影響度合いを小さく</a:t>
            </a:r>
            <a:r>
              <a:rPr lang="ja-JP" sz="1400">
                <a:solidFill>
                  <a:schemeClr val="dk1"/>
                </a:solidFill>
                <a:latin typeface="Arial"/>
                <a:ea typeface="Arial"/>
                <a:cs typeface="Arial"/>
                <a:sym typeface="Arial"/>
              </a:rPr>
              <a:t>することが可能となります。</a:t>
            </a:r>
            <a:endParaRPr sz="1400">
              <a:solidFill>
                <a:schemeClr val="dk1"/>
              </a:solidFill>
              <a:latin typeface="Arial"/>
              <a:ea typeface="Arial"/>
              <a:cs typeface="Arial"/>
              <a:sym typeface="Arial"/>
            </a:endParaRPr>
          </a:p>
        </p:txBody>
      </p:sp>
      <p:sp>
        <p:nvSpPr>
          <p:cNvPr id="1354" name="Google Shape;1354;p24"/>
          <p:cNvSpPr txBox="1"/>
          <p:nvPr/>
        </p:nvSpPr>
        <p:spPr>
          <a:xfrm>
            <a:off x="396000" y="4284000"/>
            <a:ext cx="1800000" cy="95410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作り直すことにより右記のメリットが期待できます。</a:t>
            </a:r>
            <a:endParaRPr sz="1400">
              <a:solidFill>
                <a:schemeClr val="dk1"/>
              </a:solidFill>
              <a:latin typeface="Arial"/>
              <a:ea typeface="Arial"/>
              <a:cs typeface="Arial"/>
              <a:sym typeface="Arial"/>
            </a:endParaRPr>
          </a:p>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355" name="Google Shape;1355;p24"/>
          <p:cNvSpPr/>
          <p:nvPr/>
        </p:nvSpPr>
        <p:spPr>
          <a:xfrm>
            <a:off x="396000" y="3348000"/>
            <a:ext cx="1800000" cy="864000"/>
          </a:xfrm>
          <a:prstGeom prst="rightArrow">
            <a:avLst>
              <a:gd fmla="val 63744" name="adj1"/>
              <a:gd fmla="val 50000" name="adj2"/>
            </a:avLst>
          </a:prstGeom>
          <a:solidFill>
            <a:schemeClr val="accent1"/>
          </a:solidFill>
          <a:ln cap="flat" cmpd="sng" w="76200">
            <a:solidFill>
              <a:srgbClr val="EDEDE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600">
              <a:solidFill>
                <a:schemeClr val="lt1"/>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9" name="Shape 1359"/>
        <p:cNvGrpSpPr/>
        <p:nvPr/>
      </p:nvGrpSpPr>
      <p:grpSpPr>
        <a:xfrm>
          <a:off x="0" y="0"/>
          <a:ext cx="0" cy="0"/>
          <a:chOff x="0" y="0"/>
          <a:chExt cx="0" cy="0"/>
        </a:xfrm>
      </p:grpSpPr>
      <p:sp>
        <p:nvSpPr>
          <p:cNvPr id="1360" name="Google Shape;1360;p25"/>
          <p:cNvSpPr txBox="1"/>
          <p:nvPr>
            <p:ph type="title"/>
          </p:nvPr>
        </p:nvSpPr>
        <p:spPr>
          <a:xfrm>
            <a:off x="144000" y="36000"/>
            <a:ext cx="8856000" cy="5760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3000"/>
              <a:buFont typeface="Arial"/>
              <a:buNone/>
            </a:pPr>
            <a:r>
              <a:rPr lang="ja-JP"/>
              <a:t>実行環境の変更点</a:t>
            </a:r>
            <a:endParaRPr/>
          </a:p>
        </p:txBody>
      </p:sp>
      <p:sp>
        <p:nvSpPr>
          <p:cNvPr id="1361" name="Google Shape;1361;p25"/>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ja-JP"/>
              <a:t>Copyright© 2020 SystemEXE,Inc. all rights reserved.</a:t>
            </a:r>
            <a:endParaRPr/>
          </a:p>
        </p:txBody>
      </p:sp>
      <p:sp>
        <p:nvSpPr>
          <p:cNvPr id="1362" name="Google Shape;1362;p25"/>
          <p:cNvSpPr txBox="1"/>
          <p:nvPr>
            <p:ph idx="12" type="sldNum"/>
          </p:nvPr>
        </p:nvSpPr>
        <p:spPr>
          <a:xfrm>
            <a:off x="4212000" y="6500068"/>
            <a:ext cx="720000" cy="288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ja-JP"/>
              <a:t>‹#›</a:t>
            </a:fld>
            <a:endParaRPr/>
          </a:p>
        </p:txBody>
      </p:sp>
      <p:grpSp>
        <p:nvGrpSpPr>
          <p:cNvPr id="1363" name="Google Shape;1363;p25"/>
          <p:cNvGrpSpPr/>
          <p:nvPr/>
        </p:nvGrpSpPr>
        <p:grpSpPr>
          <a:xfrm>
            <a:off x="360000" y="1044000"/>
            <a:ext cx="432000" cy="432000"/>
            <a:chOff x="936727" y="1596367"/>
            <a:chExt cx="432000" cy="432000"/>
          </a:xfrm>
        </p:grpSpPr>
        <p:sp>
          <p:nvSpPr>
            <p:cNvPr id="1364" name="Google Shape;1364;p25"/>
            <p:cNvSpPr/>
            <p:nvPr/>
          </p:nvSpPr>
          <p:spPr>
            <a:xfrm rot="5400000">
              <a:off x="936727" y="1596367"/>
              <a:ext cx="432000" cy="432000"/>
            </a:xfrm>
            <a:prstGeom prst="teardrop">
              <a:avLst>
                <a:gd fmla="val 100000" name="adj"/>
              </a:avLst>
            </a:prstGeom>
            <a:solidFill>
              <a:srgbClr val="DDEAF6"/>
            </a:solidFill>
            <a:ln cap="flat" cmpd="sng" w="76200">
              <a:solidFill>
                <a:srgbClr val="BBD6EE"/>
              </a:solidFill>
              <a:prstDash val="solid"/>
              <a:bevel/>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65" name="Google Shape;1365;p25"/>
            <p:cNvSpPr txBox="1"/>
            <p:nvPr/>
          </p:nvSpPr>
          <p:spPr>
            <a:xfrm>
              <a:off x="1001884" y="1627701"/>
              <a:ext cx="301686" cy="369332"/>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lang="ja-JP" sz="1800">
                  <a:solidFill>
                    <a:schemeClr val="accent1"/>
                  </a:solidFill>
                  <a:latin typeface="Calibri"/>
                  <a:ea typeface="Calibri"/>
                  <a:cs typeface="Calibri"/>
                  <a:sym typeface="Calibri"/>
                </a:rPr>
                <a:t>1</a:t>
              </a:r>
              <a:endParaRPr sz="1800">
                <a:solidFill>
                  <a:schemeClr val="accent1"/>
                </a:solidFill>
                <a:latin typeface="Calibri"/>
                <a:ea typeface="Calibri"/>
                <a:cs typeface="Calibri"/>
                <a:sym typeface="Calibri"/>
              </a:endParaRPr>
            </a:p>
          </p:txBody>
        </p:sp>
      </p:grpSp>
      <p:sp>
        <p:nvSpPr>
          <p:cNvPr id="1366" name="Google Shape;1366;p25"/>
          <p:cNvSpPr txBox="1"/>
          <p:nvPr/>
        </p:nvSpPr>
        <p:spPr>
          <a:xfrm>
            <a:off x="899273" y="1080000"/>
            <a:ext cx="3456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4E79"/>
              </a:buClr>
              <a:buSzPts val="1600"/>
              <a:buFont typeface="Arial"/>
              <a:buNone/>
            </a:pPr>
            <a:r>
              <a:rPr b="1" lang="ja-JP" sz="1600">
                <a:solidFill>
                  <a:srgbClr val="1E4E79"/>
                </a:solidFill>
                <a:latin typeface="Arial"/>
                <a:ea typeface="Arial"/>
                <a:cs typeface="Arial"/>
                <a:sym typeface="Arial"/>
              </a:rPr>
              <a:t>連携NASを使用した</a:t>
            </a:r>
            <a:endParaRPr b="1" sz="1600">
              <a:solidFill>
                <a:srgbClr val="1E4E79"/>
              </a:solidFill>
              <a:latin typeface="Arial"/>
              <a:ea typeface="Arial"/>
              <a:cs typeface="Arial"/>
              <a:sym typeface="Arial"/>
            </a:endParaRPr>
          </a:p>
          <a:p>
            <a:pPr indent="0" lvl="0" marL="0" marR="0" rtl="0" algn="l">
              <a:lnSpc>
                <a:spcPct val="100000"/>
              </a:lnSpc>
              <a:spcBef>
                <a:spcPts val="0"/>
              </a:spcBef>
              <a:spcAft>
                <a:spcPts val="0"/>
              </a:spcAft>
              <a:buClr>
                <a:srgbClr val="1E4E79"/>
              </a:buClr>
              <a:buSzPts val="1600"/>
              <a:buFont typeface="Arial"/>
              <a:buNone/>
            </a:pPr>
            <a:r>
              <a:rPr b="1" lang="ja-JP" sz="1600">
                <a:solidFill>
                  <a:srgbClr val="1E4E79"/>
                </a:solidFill>
                <a:latin typeface="Arial"/>
                <a:ea typeface="Arial"/>
                <a:cs typeface="Arial"/>
                <a:sym typeface="Arial"/>
              </a:rPr>
              <a:t>データ連携</a:t>
            </a:r>
            <a:endParaRPr b="1" sz="1600">
              <a:solidFill>
                <a:srgbClr val="1E4E79"/>
              </a:solidFill>
              <a:latin typeface="Arial"/>
              <a:ea typeface="Arial"/>
              <a:cs typeface="Arial"/>
              <a:sym typeface="Arial"/>
            </a:endParaRPr>
          </a:p>
        </p:txBody>
      </p:sp>
      <p:grpSp>
        <p:nvGrpSpPr>
          <p:cNvPr id="1367" name="Google Shape;1367;p25"/>
          <p:cNvGrpSpPr/>
          <p:nvPr/>
        </p:nvGrpSpPr>
        <p:grpSpPr>
          <a:xfrm>
            <a:off x="4716000" y="1044000"/>
            <a:ext cx="432000" cy="432000"/>
            <a:chOff x="936727" y="1596367"/>
            <a:chExt cx="432000" cy="432000"/>
          </a:xfrm>
        </p:grpSpPr>
        <p:sp>
          <p:nvSpPr>
            <p:cNvPr id="1368" name="Google Shape;1368;p25"/>
            <p:cNvSpPr/>
            <p:nvPr/>
          </p:nvSpPr>
          <p:spPr>
            <a:xfrm rot="5400000">
              <a:off x="936727" y="1596367"/>
              <a:ext cx="432000" cy="432000"/>
            </a:xfrm>
            <a:prstGeom prst="teardrop">
              <a:avLst>
                <a:gd fmla="val 100000" name="adj"/>
              </a:avLst>
            </a:prstGeom>
            <a:solidFill>
              <a:srgbClr val="DDEAF6"/>
            </a:solidFill>
            <a:ln cap="flat" cmpd="sng" w="76200">
              <a:solidFill>
                <a:srgbClr val="BBD6EE"/>
              </a:solidFill>
              <a:prstDash val="solid"/>
              <a:bevel/>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69" name="Google Shape;1369;p25"/>
            <p:cNvSpPr txBox="1"/>
            <p:nvPr/>
          </p:nvSpPr>
          <p:spPr>
            <a:xfrm>
              <a:off x="1001884" y="1627701"/>
              <a:ext cx="301686" cy="369332"/>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lang="ja-JP" sz="1800">
                  <a:solidFill>
                    <a:schemeClr val="accent1"/>
                  </a:solidFill>
                  <a:latin typeface="Calibri"/>
                  <a:ea typeface="Calibri"/>
                  <a:cs typeface="Calibri"/>
                  <a:sym typeface="Calibri"/>
                </a:rPr>
                <a:t>2</a:t>
              </a:r>
              <a:endParaRPr sz="1800">
                <a:solidFill>
                  <a:schemeClr val="accent1"/>
                </a:solidFill>
                <a:latin typeface="Calibri"/>
                <a:ea typeface="Calibri"/>
                <a:cs typeface="Calibri"/>
                <a:sym typeface="Calibri"/>
              </a:endParaRPr>
            </a:p>
          </p:txBody>
        </p:sp>
      </p:grpSp>
      <p:sp>
        <p:nvSpPr>
          <p:cNvPr id="1370" name="Google Shape;1370;p25"/>
          <p:cNvSpPr txBox="1"/>
          <p:nvPr/>
        </p:nvSpPr>
        <p:spPr>
          <a:xfrm>
            <a:off x="5255273" y="1080000"/>
            <a:ext cx="3456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4E79"/>
              </a:buClr>
              <a:buSzPts val="1600"/>
              <a:buFont typeface="Arial"/>
              <a:buNone/>
            </a:pPr>
            <a:r>
              <a:rPr b="1" lang="ja-JP" sz="1600">
                <a:solidFill>
                  <a:srgbClr val="1E4E79"/>
                </a:solidFill>
                <a:latin typeface="Arial"/>
                <a:ea typeface="Arial"/>
                <a:cs typeface="Arial"/>
                <a:sym typeface="Arial"/>
              </a:rPr>
              <a:t>OperationManagerによるタスク実行</a:t>
            </a:r>
            <a:endParaRPr b="1" sz="1600">
              <a:solidFill>
                <a:srgbClr val="1E4E79"/>
              </a:solidFill>
              <a:latin typeface="Arial"/>
              <a:ea typeface="Arial"/>
              <a:cs typeface="Arial"/>
              <a:sym typeface="Arial"/>
            </a:endParaRPr>
          </a:p>
        </p:txBody>
      </p:sp>
      <p:sp>
        <p:nvSpPr>
          <p:cNvPr id="1371" name="Google Shape;1371;p25"/>
          <p:cNvSpPr txBox="1"/>
          <p:nvPr/>
        </p:nvSpPr>
        <p:spPr>
          <a:xfrm>
            <a:off x="360000" y="1584000"/>
            <a:ext cx="3995273" cy="93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OneSAPとの連携につきましては、貴社RFP記載の方針に従い、OWFTを使用した連携方式を廃止し、</a:t>
            </a:r>
            <a:r>
              <a:rPr b="1" lang="ja-JP" sz="1400">
                <a:solidFill>
                  <a:schemeClr val="accent1"/>
                </a:solidFill>
                <a:latin typeface="Arial"/>
                <a:ea typeface="Arial"/>
                <a:cs typeface="Arial"/>
                <a:sym typeface="Arial"/>
              </a:rPr>
              <a:t>連携NASを経由するファイル転送方式に変更</a:t>
            </a:r>
            <a:r>
              <a:rPr lang="ja-JP" sz="1400">
                <a:solidFill>
                  <a:schemeClr val="dk1"/>
                </a:solidFill>
                <a:latin typeface="Arial"/>
                <a:ea typeface="Arial"/>
                <a:cs typeface="Arial"/>
                <a:sym typeface="Arial"/>
              </a:rPr>
              <a:t>します。</a:t>
            </a:r>
            <a:endParaRPr sz="1400">
              <a:solidFill>
                <a:schemeClr val="dk1"/>
              </a:solidFill>
              <a:latin typeface="Arial"/>
              <a:ea typeface="Arial"/>
              <a:cs typeface="Arial"/>
              <a:sym typeface="Arial"/>
            </a:endParaRPr>
          </a:p>
        </p:txBody>
      </p:sp>
      <p:sp>
        <p:nvSpPr>
          <p:cNvPr id="1372" name="Google Shape;1372;p25"/>
          <p:cNvSpPr txBox="1"/>
          <p:nvPr/>
        </p:nvSpPr>
        <p:spPr>
          <a:xfrm>
            <a:off x="4716000" y="1584000"/>
            <a:ext cx="3996000" cy="93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DBサーバおよび通信サーバにてWindowsタスクにより起動されているタスク（バッチ処理）を</a:t>
            </a:r>
            <a:r>
              <a:rPr b="1" lang="ja-JP" sz="1400">
                <a:solidFill>
                  <a:schemeClr val="accent1"/>
                </a:solidFill>
                <a:latin typeface="Arial"/>
                <a:ea typeface="Arial"/>
                <a:cs typeface="Arial"/>
                <a:sym typeface="Arial"/>
              </a:rPr>
              <a:t>OperationManagerによる起動に変更</a:t>
            </a:r>
            <a:r>
              <a:rPr lang="ja-JP" sz="1400">
                <a:solidFill>
                  <a:schemeClr val="dk1"/>
                </a:solidFill>
                <a:latin typeface="Arial"/>
                <a:ea typeface="Arial"/>
                <a:cs typeface="Arial"/>
                <a:sym typeface="Arial"/>
              </a:rPr>
              <a:t>します。</a:t>
            </a:r>
            <a:endParaRPr sz="1400">
              <a:solidFill>
                <a:schemeClr val="dk1"/>
              </a:solidFill>
              <a:latin typeface="Arial"/>
              <a:ea typeface="Arial"/>
              <a:cs typeface="Arial"/>
              <a:sym typeface="Arial"/>
            </a:endParaRPr>
          </a:p>
        </p:txBody>
      </p:sp>
      <p:grpSp>
        <p:nvGrpSpPr>
          <p:cNvPr id="1373" name="Google Shape;1373;p25"/>
          <p:cNvGrpSpPr/>
          <p:nvPr/>
        </p:nvGrpSpPr>
        <p:grpSpPr>
          <a:xfrm>
            <a:off x="360000" y="2664000"/>
            <a:ext cx="432000" cy="432000"/>
            <a:chOff x="936727" y="1596367"/>
            <a:chExt cx="432000" cy="432000"/>
          </a:xfrm>
        </p:grpSpPr>
        <p:sp>
          <p:nvSpPr>
            <p:cNvPr id="1374" name="Google Shape;1374;p25"/>
            <p:cNvSpPr/>
            <p:nvPr/>
          </p:nvSpPr>
          <p:spPr>
            <a:xfrm rot="5400000">
              <a:off x="936727" y="1596367"/>
              <a:ext cx="432000" cy="432000"/>
            </a:xfrm>
            <a:prstGeom prst="teardrop">
              <a:avLst>
                <a:gd fmla="val 100000" name="adj"/>
              </a:avLst>
            </a:prstGeom>
            <a:solidFill>
              <a:srgbClr val="DDEAF6"/>
            </a:solidFill>
            <a:ln cap="flat" cmpd="sng" w="76200">
              <a:solidFill>
                <a:srgbClr val="BBD6EE"/>
              </a:solidFill>
              <a:prstDash val="solid"/>
              <a:bevel/>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75" name="Google Shape;1375;p25"/>
            <p:cNvSpPr txBox="1"/>
            <p:nvPr/>
          </p:nvSpPr>
          <p:spPr>
            <a:xfrm>
              <a:off x="1001884" y="1627701"/>
              <a:ext cx="301686" cy="369332"/>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lang="ja-JP" sz="1800">
                  <a:solidFill>
                    <a:schemeClr val="accent1"/>
                  </a:solidFill>
                  <a:latin typeface="Calibri"/>
                  <a:ea typeface="Calibri"/>
                  <a:cs typeface="Calibri"/>
                  <a:sym typeface="Calibri"/>
                </a:rPr>
                <a:t>3</a:t>
              </a:r>
              <a:endParaRPr sz="1800">
                <a:solidFill>
                  <a:schemeClr val="accent1"/>
                </a:solidFill>
                <a:latin typeface="Calibri"/>
                <a:ea typeface="Calibri"/>
                <a:cs typeface="Calibri"/>
                <a:sym typeface="Calibri"/>
              </a:endParaRPr>
            </a:p>
          </p:txBody>
        </p:sp>
      </p:grpSp>
      <p:sp>
        <p:nvSpPr>
          <p:cNvPr id="1376" name="Google Shape;1376;p25"/>
          <p:cNvSpPr txBox="1"/>
          <p:nvPr/>
        </p:nvSpPr>
        <p:spPr>
          <a:xfrm>
            <a:off x="899272" y="2700000"/>
            <a:ext cx="8100727"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4E79"/>
              </a:buClr>
              <a:buSzPts val="1600"/>
              <a:buFont typeface="Arial"/>
              <a:buNone/>
            </a:pPr>
            <a:r>
              <a:rPr b="1" lang="ja-JP" sz="1600">
                <a:solidFill>
                  <a:srgbClr val="1E4E79"/>
                </a:solidFill>
                <a:latin typeface="Arial"/>
                <a:ea typeface="Arial"/>
                <a:cs typeface="Arial"/>
                <a:sym typeface="Arial"/>
              </a:rPr>
              <a:t>ClickOnceによるアプリケーションの配布</a:t>
            </a:r>
            <a:endParaRPr b="1" sz="1600">
              <a:solidFill>
                <a:srgbClr val="1E4E79"/>
              </a:solidFill>
              <a:latin typeface="Arial"/>
              <a:ea typeface="Arial"/>
              <a:cs typeface="Arial"/>
              <a:sym typeface="Arial"/>
            </a:endParaRPr>
          </a:p>
        </p:txBody>
      </p:sp>
      <p:sp>
        <p:nvSpPr>
          <p:cNvPr id="1377" name="Google Shape;1377;p25"/>
          <p:cNvSpPr txBox="1"/>
          <p:nvPr/>
        </p:nvSpPr>
        <p:spPr>
          <a:xfrm>
            <a:off x="360000" y="3168000"/>
            <a:ext cx="8424000" cy="54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クライアントアプリケーションの配布にはMicrosoft社のClickOnceを採用します。 アプリケーションの更新が発生した際に</a:t>
            </a:r>
            <a:r>
              <a:rPr b="1" lang="ja-JP" sz="1400">
                <a:solidFill>
                  <a:schemeClr val="accent1"/>
                </a:solidFill>
                <a:latin typeface="Arial"/>
                <a:ea typeface="Arial"/>
                <a:cs typeface="Arial"/>
                <a:sym typeface="Arial"/>
              </a:rPr>
              <a:t>容易にアプリケーションを各クライアントへ配布することが可能</a:t>
            </a:r>
            <a:r>
              <a:rPr lang="ja-JP" sz="1400">
                <a:solidFill>
                  <a:schemeClr val="dk1"/>
                </a:solidFill>
                <a:latin typeface="Arial"/>
                <a:ea typeface="Arial"/>
                <a:cs typeface="Arial"/>
                <a:sym typeface="Arial"/>
              </a:rPr>
              <a:t>となります。</a:t>
            </a:r>
            <a:endParaRPr/>
          </a:p>
        </p:txBody>
      </p:sp>
      <p:grpSp>
        <p:nvGrpSpPr>
          <p:cNvPr id="1378" name="Google Shape;1378;p25"/>
          <p:cNvGrpSpPr/>
          <p:nvPr/>
        </p:nvGrpSpPr>
        <p:grpSpPr>
          <a:xfrm>
            <a:off x="143999" y="3852000"/>
            <a:ext cx="8856001" cy="2375484"/>
            <a:chOff x="143999" y="3996516"/>
            <a:chExt cx="8856001" cy="2375484"/>
          </a:xfrm>
        </p:grpSpPr>
        <p:sp>
          <p:nvSpPr>
            <p:cNvPr id="1379" name="Google Shape;1379;p25"/>
            <p:cNvSpPr/>
            <p:nvPr/>
          </p:nvSpPr>
          <p:spPr>
            <a:xfrm>
              <a:off x="2484000" y="3996516"/>
              <a:ext cx="4176000" cy="1152000"/>
            </a:xfrm>
            <a:prstGeom prst="roundRect">
              <a:avLst>
                <a:gd fmla="val 5512" name="adj"/>
              </a:avLst>
            </a:prstGeom>
            <a:solidFill>
              <a:srgbClr val="EDEDED"/>
            </a:solidFill>
            <a:ln cap="flat" cmpd="sng" w="12700">
              <a:solidFill>
                <a:schemeClr val="accent3"/>
              </a:solidFill>
              <a:prstDash val="solid"/>
              <a:miter lim="800000"/>
              <a:headEnd len="sm" w="sm" type="none"/>
              <a:tailEnd len="sm" w="sm" type="none"/>
            </a:ln>
          </p:spPr>
          <p:txBody>
            <a:bodyPr anchorCtr="0" anchor="t" bIns="45700" lIns="108000" spcFirstLastPara="1" rIns="108000" wrap="square" tIns="45700">
              <a:noAutofit/>
            </a:bodyPr>
            <a:lstStyle/>
            <a:p>
              <a:pPr indent="0" lvl="0" marL="0" marR="0" rtl="0" algn="r">
                <a:spcBef>
                  <a:spcPts val="0"/>
                </a:spcBef>
                <a:spcAft>
                  <a:spcPts val="0"/>
                </a:spcAft>
                <a:buNone/>
              </a:pPr>
              <a:r>
                <a:rPr b="1" lang="ja-JP" sz="1400">
                  <a:solidFill>
                    <a:schemeClr val="dk1"/>
                  </a:solidFill>
                  <a:latin typeface="Arial"/>
                  <a:ea typeface="Arial"/>
                  <a:cs typeface="Arial"/>
                  <a:sym typeface="Arial"/>
                </a:rPr>
                <a:t>配布サーバ</a:t>
              </a:r>
              <a:endParaRPr b="1" sz="1400">
                <a:solidFill>
                  <a:schemeClr val="dk1"/>
                </a:solidFill>
                <a:latin typeface="Arial"/>
                <a:ea typeface="Arial"/>
                <a:cs typeface="Arial"/>
                <a:sym typeface="Arial"/>
              </a:endParaRPr>
            </a:p>
            <a:p>
              <a:pPr indent="0" lvl="0" marL="0" marR="0" rtl="0" algn="r">
                <a:spcBef>
                  <a:spcPts val="0"/>
                </a:spcBef>
                <a:spcAft>
                  <a:spcPts val="0"/>
                </a:spcAft>
                <a:buNone/>
              </a:pPr>
              <a:r>
                <a:rPr b="1" lang="ja-JP" sz="1400">
                  <a:solidFill>
                    <a:schemeClr val="dk1"/>
                  </a:solidFill>
                  <a:latin typeface="Arial"/>
                  <a:ea typeface="Arial"/>
                  <a:cs typeface="Arial"/>
                  <a:sym typeface="Arial"/>
                </a:rPr>
                <a:t>(DBサーバを想定)</a:t>
              </a:r>
              <a:endParaRPr b="1" sz="1400">
                <a:solidFill>
                  <a:schemeClr val="dk1"/>
                </a:solidFill>
                <a:latin typeface="Arial"/>
                <a:ea typeface="Arial"/>
                <a:cs typeface="Arial"/>
                <a:sym typeface="Arial"/>
              </a:endParaRPr>
            </a:p>
          </p:txBody>
        </p:sp>
        <p:pic>
          <p:nvPicPr>
            <p:cNvPr id="1380" name="Google Shape;1380;p25"/>
            <p:cNvPicPr preferRelativeResize="0"/>
            <p:nvPr/>
          </p:nvPicPr>
          <p:blipFill rotWithShape="1">
            <a:blip r:embed="rId3">
              <a:alphaModFix/>
            </a:blip>
            <a:srcRect b="0" l="0" r="0" t="0"/>
            <a:stretch/>
          </p:blipFill>
          <p:spPr>
            <a:xfrm>
              <a:off x="2700000" y="4096879"/>
              <a:ext cx="218508" cy="396000"/>
            </a:xfrm>
            <a:prstGeom prst="rect">
              <a:avLst/>
            </a:prstGeom>
            <a:noFill/>
            <a:ln>
              <a:noFill/>
            </a:ln>
          </p:spPr>
        </p:pic>
        <p:sp>
          <p:nvSpPr>
            <p:cNvPr id="1381" name="Google Shape;1381;p25"/>
            <p:cNvSpPr/>
            <p:nvPr/>
          </p:nvSpPr>
          <p:spPr>
            <a:xfrm>
              <a:off x="3653971" y="4140000"/>
              <a:ext cx="1728000" cy="864000"/>
            </a:xfrm>
            <a:prstGeom prst="rect">
              <a:avLst/>
            </a:prstGeom>
            <a:solidFill>
              <a:srgbClr val="DDEAF6"/>
            </a:solidFill>
            <a:ln cap="flat" cmpd="sng" w="12700">
              <a:solidFill>
                <a:schemeClr val="accent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IIS</a:t>
              </a:r>
              <a:endParaRPr/>
            </a:p>
            <a:p>
              <a:pPr indent="0" lvl="0" marL="0" marR="0" rtl="0" algn="ctr">
                <a:spcBef>
                  <a:spcPts val="0"/>
                </a:spcBef>
                <a:spcAft>
                  <a:spcPts val="0"/>
                </a:spcAft>
                <a:buNone/>
              </a:pPr>
              <a:r>
                <a:t/>
              </a:r>
              <a:endParaRPr sz="1400">
                <a:solidFill>
                  <a:schemeClr val="dk1"/>
                </a:solidFill>
                <a:latin typeface="Arial"/>
                <a:ea typeface="Arial"/>
                <a:cs typeface="Arial"/>
                <a:sym typeface="Arial"/>
              </a:endParaRPr>
            </a:p>
          </p:txBody>
        </p:sp>
        <p:sp>
          <p:nvSpPr>
            <p:cNvPr id="1382" name="Google Shape;1382;p25"/>
            <p:cNvSpPr/>
            <p:nvPr/>
          </p:nvSpPr>
          <p:spPr>
            <a:xfrm>
              <a:off x="2484000" y="5472000"/>
              <a:ext cx="4176000" cy="792000"/>
            </a:xfrm>
            <a:prstGeom prst="roundRect">
              <a:avLst>
                <a:gd fmla="val 8018" name="adj"/>
              </a:avLst>
            </a:prstGeom>
            <a:solidFill>
              <a:srgbClr val="EDEDED"/>
            </a:solidFill>
            <a:ln cap="flat" cmpd="sng" w="12700">
              <a:solidFill>
                <a:schemeClr val="accent3"/>
              </a:solidFill>
              <a:prstDash val="solid"/>
              <a:miter lim="800000"/>
              <a:headEnd len="sm" w="sm" type="none"/>
              <a:tailEnd len="sm" w="sm" type="none"/>
            </a:ln>
          </p:spPr>
          <p:txBody>
            <a:bodyPr anchorCtr="0" anchor="t" bIns="45700" lIns="108000" spcFirstLastPara="1" rIns="108000" wrap="square" tIns="45700">
              <a:noAutofit/>
            </a:bodyPr>
            <a:lstStyle/>
            <a:p>
              <a:pPr indent="0" lvl="0" marL="0" marR="0" rtl="0" algn="r">
                <a:spcBef>
                  <a:spcPts val="0"/>
                </a:spcBef>
                <a:spcAft>
                  <a:spcPts val="0"/>
                </a:spcAft>
                <a:buNone/>
              </a:pPr>
              <a:r>
                <a:rPr b="1" lang="ja-JP" sz="1400">
                  <a:solidFill>
                    <a:schemeClr val="dk1"/>
                  </a:solidFill>
                  <a:latin typeface="Arial"/>
                  <a:ea typeface="Arial"/>
                  <a:cs typeface="Arial"/>
                  <a:sym typeface="Arial"/>
                </a:rPr>
                <a:t>クライアント</a:t>
              </a:r>
              <a:endParaRPr/>
            </a:p>
          </p:txBody>
        </p:sp>
        <p:pic>
          <p:nvPicPr>
            <p:cNvPr id="1383" name="Google Shape;1383;p25"/>
            <p:cNvPicPr preferRelativeResize="0"/>
            <p:nvPr/>
          </p:nvPicPr>
          <p:blipFill rotWithShape="1">
            <a:blip r:embed="rId4">
              <a:alphaModFix/>
            </a:blip>
            <a:srcRect b="0" l="0" r="0" t="0"/>
            <a:stretch/>
          </p:blipFill>
          <p:spPr>
            <a:xfrm>
              <a:off x="2664000" y="5580000"/>
              <a:ext cx="365295" cy="288000"/>
            </a:xfrm>
            <a:prstGeom prst="rect">
              <a:avLst/>
            </a:prstGeom>
            <a:noFill/>
            <a:ln>
              <a:noFill/>
            </a:ln>
          </p:spPr>
        </p:pic>
        <p:sp>
          <p:nvSpPr>
            <p:cNvPr id="1384" name="Google Shape;1384;p25"/>
            <p:cNvSpPr/>
            <p:nvPr/>
          </p:nvSpPr>
          <p:spPr>
            <a:xfrm>
              <a:off x="3365971" y="5832000"/>
              <a:ext cx="2304000" cy="288000"/>
            </a:xfrm>
            <a:prstGeom prst="roundRect">
              <a:avLst>
                <a:gd fmla="val 22049" name="adj"/>
              </a:avLst>
            </a:prstGeom>
            <a:solidFill>
              <a:schemeClr val="accent2"/>
            </a:solidFill>
            <a:ln>
              <a:noFill/>
            </a:ln>
          </p:spPr>
          <p:txBody>
            <a:bodyPr anchorCtr="0" anchor="ctr" bIns="45700" lIns="72000" spcFirstLastPara="1" rIns="36000" wrap="square" tIns="45700">
              <a:noAutofit/>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運転管理ｼｽﾃﾑAP</a:t>
              </a:r>
              <a:endParaRPr b="1" sz="1400">
                <a:solidFill>
                  <a:schemeClr val="lt1"/>
                </a:solidFill>
                <a:latin typeface="Arial"/>
                <a:ea typeface="Arial"/>
                <a:cs typeface="Arial"/>
                <a:sym typeface="Arial"/>
              </a:endParaRPr>
            </a:p>
          </p:txBody>
        </p:sp>
        <p:sp>
          <p:nvSpPr>
            <p:cNvPr id="1385" name="Google Shape;1385;p25"/>
            <p:cNvSpPr/>
            <p:nvPr/>
          </p:nvSpPr>
          <p:spPr>
            <a:xfrm>
              <a:off x="3797971" y="4428000"/>
              <a:ext cx="1440000" cy="432000"/>
            </a:xfrm>
            <a:prstGeom prst="roundRect">
              <a:avLst>
                <a:gd fmla="val 14699" name="adj"/>
              </a:avLst>
            </a:prstGeom>
            <a:solidFill>
              <a:schemeClr val="accent1"/>
            </a:solidFill>
            <a:ln>
              <a:noFill/>
            </a:ln>
          </p:spPr>
          <p:txBody>
            <a:bodyPr anchorCtr="0" anchor="ctr" bIns="45700" lIns="36000" spcFirstLastPara="1" rIns="36000" wrap="square" tIns="45700">
              <a:noAutofit/>
            </a:bodyPr>
            <a:lstStyle/>
            <a:p>
              <a:pPr indent="0" lvl="0" marL="0" marR="0" rtl="0" algn="ctr">
                <a:spcBef>
                  <a:spcPts val="0"/>
                </a:spcBef>
                <a:spcAft>
                  <a:spcPts val="0"/>
                </a:spcAft>
                <a:buNone/>
              </a:pPr>
              <a:r>
                <a:rPr lang="ja-JP" sz="1200">
                  <a:solidFill>
                    <a:schemeClr val="lt1"/>
                  </a:solidFill>
                  <a:latin typeface="Arial"/>
                  <a:ea typeface="Arial"/>
                  <a:cs typeface="Arial"/>
                  <a:sym typeface="Arial"/>
                </a:rPr>
                <a:t>発行サイト</a:t>
              </a:r>
              <a:endParaRPr sz="1200">
                <a:solidFill>
                  <a:schemeClr val="lt1"/>
                </a:solidFill>
                <a:latin typeface="Arial"/>
                <a:ea typeface="Arial"/>
                <a:cs typeface="Arial"/>
                <a:sym typeface="Arial"/>
              </a:endParaRPr>
            </a:p>
          </p:txBody>
        </p:sp>
        <p:cxnSp>
          <p:nvCxnSpPr>
            <p:cNvPr id="1386" name="Google Shape;1386;p25"/>
            <p:cNvCxnSpPr/>
            <p:nvPr/>
          </p:nvCxnSpPr>
          <p:spPr>
            <a:xfrm>
              <a:off x="4301971" y="4860000"/>
              <a:ext cx="0" cy="972000"/>
            </a:xfrm>
            <a:prstGeom prst="straightConnector1">
              <a:avLst/>
            </a:prstGeom>
            <a:noFill/>
            <a:ln cap="flat" cmpd="sng" w="28575">
              <a:solidFill>
                <a:schemeClr val="accent3"/>
              </a:solidFill>
              <a:prstDash val="solid"/>
              <a:miter lim="800000"/>
              <a:headEnd len="sm" w="sm" type="none"/>
              <a:tailEnd len="med" w="med" type="triangle"/>
            </a:ln>
          </p:spPr>
        </p:cxnSp>
        <p:cxnSp>
          <p:nvCxnSpPr>
            <p:cNvPr id="1387" name="Google Shape;1387;p25"/>
            <p:cNvCxnSpPr/>
            <p:nvPr/>
          </p:nvCxnSpPr>
          <p:spPr>
            <a:xfrm>
              <a:off x="4733971" y="4860000"/>
              <a:ext cx="0" cy="972000"/>
            </a:xfrm>
            <a:prstGeom prst="straightConnector1">
              <a:avLst/>
            </a:prstGeom>
            <a:noFill/>
            <a:ln cap="flat" cmpd="sng" w="28575">
              <a:solidFill>
                <a:schemeClr val="accent3"/>
              </a:solidFill>
              <a:prstDash val="solid"/>
              <a:miter lim="800000"/>
              <a:headEnd len="med" w="med" type="triangle"/>
              <a:tailEnd len="sm" w="sm" type="none"/>
            </a:ln>
          </p:spPr>
        </p:cxnSp>
        <p:sp>
          <p:nvSpPr>
            <p:cNvPr id="1388" name="Google Shape;1388;p25"/>
            <p:cNvSpPr txBox="1"/>
            <p:nvPr/>
          </p:nvSpPr>
          <p:spPr>
            <a:xfrm>
              <a:off x="3024000" y="5076000"/>
              <a:ext cx="1261884"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ダウンロード</a:t>
              </a:r>
              <a:endParaRPr sz="1400">
                <a:solidFill>
                  <a:schemeClr val="dk1"/>
                </a:solidFill>
                <a:latin typeface="Arial"/>
                <a:ea typeface="Arial"/>
                <a:cs typeface="Arial"/>
                <a:sym typeface="Arial"/>
              </a:endParaRPr>
            </a:p>
            <a:p>
              <a:pPr indent="0" lvl="0" marL="0" marR="0" rtl="0" algn="l">
                <a:spcBef>
                  <a:spcPts val="0"/>
                </a:spcBef>
                <a:spcAft>
                  <a:spcPts val="0"/>
                </a:spcAft>
                <a:buNone/>
              </a:pPr>
              <a:r>
                <a:rPr lang="ja-JP" sz="1400">
                  <a:solidFill>
                    <a:schemeClr val="dk1"/>
                  </a:solidFill>
                  <a:latin typeface="Arial"/>
                  <a:ea typeface="Arial"/>
                  <a:cs typeface="Arial"/>
                  <a:sym typeface="Arial"/>
                </a:rPr>
                <a:t>インストール</a:t>
              </a:r>
              <a:endParaRPr sz="1400">
                <a:solidFill>
                  <a:schemeClr val="dk1"/>
                </a:solidFill>
                <a:latin typeface="Arial"/>
                <a:ea typeface="Arial"/>
                <a:cs typeface="Arial"/>
                <a:sym typeface="Arial"/>
              </a:endParaRPr>
            </a:p>
          </p:txBody>
        </p:sp>
        <p:sp>
          <p:nvSpPr>
            <p:cNvPr id="1389" name="Google Shape;1389;p25"/>
            <p:cNvSpPr txBox="1"/>
            <p:nvPr/>
          </p:nvSpPr>
          <p:spPr>
            <a:xfrm>
              <a:off x="4752000" y="5148000"/>
              <a:ext cx="1620957"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バージョンの確認</a:t>
              </a:r>
              <a:endParaRPr sz="1400">
                <a:solidFill>
                  <a:schemeClr val="dk1"/>
                </a:solidFill>
                <a:latin typeface="Arial"/>
                <a:ea typeface="Arial"/>
                <a:cs typeface="Arial"/>
                <a:sym typeface="Arial"/>
              </a:endParaRPr>
            </a:p>
          </p:txBody>
        </p:sp>
        <p:sp>
          <p:nvSpPr>
            <p:cNvPr id="1390" name="Google Shape;1390;p25"/>
            <p:cNvSpPr/>
            <p:nvPr/>
          </p:nvSpPr>
          <p:spPr>
            <a:xfrm>
              <a:off x="6768000" y="4932000"/>
              <a:ext cx="2232000" cy="1440000"/>
            </a:xfrm>
            <a:prstGeom prst="wedgeRectCallout">
              <a:avLst>
                <a:gd fmla="val -63672" name="adj1"/>
                <a:gd fmla="val 34414" name="adj2"/>
              </a:avLst>
            </a:prstGeom>
            <a:solidFill>
              <a:srgbClr val="FFE1E1"/>
            </a:solidFill>
            <a:ln cap="flat" cmpd="sng" w="9525">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ja-JP" sz="1400">
                  <a:solidFill>
                    <a:schemeClr val="dk1"/>
                  </a:solidFill>
                  <a:latin typeface="Arial"/>
                  <a:ea typeface="Arial"/>
                  <a:cs typeface="Arial"/>
                  <a:sym typeface="Arial"/>
                </a:rPr>
                <a:t>バージョンアップ</a:t>
              </a:r>
              <a:endParaRPr b="1" sz="1400">
                <a:solidFill>
                  <a:schemeClr val="dk1"/>
                </a:solidFill>
                <a:latin typeface="Arial"/>
                <a:ea typeface="Arial"/>
                <a:cs typeface="Arial"/>
                <a:sym typeface="Arial"/>
              </a:endParaRPr>
            </a:p>
            <a:p>
              <a:pPr indent="0" lvl="0" marL="0" marR="0" rtl="0" algn="l">
                <a:spcBef>
                  <a:spcPts val="0"/>
                </a:spcBef>
                <a:spcAft>
                  <a:spcPts val="0"/>
                </a:spcAft>
                <a:buNone/>
              </a:pPr>
              <a:r>
                <a:rPr lang="ja-JP" sz="1200">
                  <a:solidFill>
                    <a:schemeClr val="dk1"/>
                  </a:solidFill>
                  <a:latin typeface="Arial"/>
                  <a:ea typeface="Arial"/>
                  <a:cs typeface="Arial"/>
                  <a:sym typeface="Arial"/>
                </a:rPr>
                <a:t>アプリケーション起動時に新しいバージョンが発行されていないかをチェック、新バージョンがあれば</a:t>
              </a:r>
              <a:r>
                <a:rPr b="1" lang="ja-JP" sz="1200">
                  <a:solidFill>
                    <a:schemeClr val="accent1"/>
                  </a:solidFill>
                  <a:latin typeface="Arial"/>
                  <a:ea typeface="Arial"/>
                  <a:cs typeface="Arial"/>
                  <a:sym typeface="Arial"/>
                </a:rPr>
                <a:t>ダウンロード・インストールを自動的に実施</a:t>
              </a:r>
              <a:r>
                <a:rPr lang="ja-JP" sz="1200">
                  <a:solidFill>
                    <a:schemeClr val="dk1"/>
                  </a:solidFill>
                  <a:latin typeface="Arial"/>
                  <a:ea typeface="Arial"/>
                  <a:cs typeface="Arial"/>
                  <a:sym typeface="Arial"/>
                </a:rPr>
                <a:t>できる。</a:t>
              </a:r>
              <a:endParaRPr sz="1200">
                <a:solidFill>
                  <a:schemeClr val="dk1"/>
                </a:solidFill>
                <a:latin typeface="Arial"/>
                <a:ea typeface="Arial"/>
                <a:cs typeface="Arial"/>
                <a:sym typeface="Arial"/>
              </a:endParaRPr>
            </a:p>
          </p:txBody>
        </p:sp>
        <p:sp>
          <p:nvSpPr>
            <p:cNvPr id="1391" name="Google Shape;1391;p25"/>
            <p:cNvSpPr/>
            <p:nvPr/>
          </p:nvSpPr>
          <p:spPr>
            <a:xfrm>
              <a:off x="144000" y="4040296"/>
              <a:ext cx="2232000" cy="720000"/>
            </a:xfrm>
            <a:prstGeom prst="wedgeRectCallout">
              <a:avLst>
                <a:gd fmla="val 63585" name="adj1"/>
                <a:gd fmla="val 40692" name="adj2"/>
              </a:avLst>
            </a:prstGeom>
            <a:solidFill>
              <a:srgbClr val="FFE1E1"/>
            </a:solidFill>
            <a:ln cap="flat" cmpd="sng" w="12700">
              <a:solidFill>
                <a:srgbClr val="FF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ja-JP" sz="1400">
                  <a:solidFill>
                    <a:schemeClr val="dk1"/>
                  </a:solidFill>
                  <a:latin typeface="Arial"/>
                  <a:ea typeface="Arial"/>
                  <a:cs typeface="Arial"/>
                  <a:sym typeface="Arial"/>
                </a:rPr>
                <a:t>アプリケーションの発行</a:t>
              </a:r>
              <a:endParaRPr b="1" sz="1400">
                <a:solidFill>
                  <a:schemeClr val="dk1"/>
                </a:solidFill>
                <a:latin typeface="Arial"/>
                <a:ea typeface="Arial"/>
                <a:cs typeface="Arial"/>
                <a:sym typeface="Arial"/>
              </a:endParaRPr>
            </a:p>
            <a:p>
              <a:pPr indent="0" lvl="0" marL="0" marR="0" rtl="0" algn="l">
                <a:spcBef>
                  <a:spcPts val="0"/>
                </a:spcBef>
                <a:spcAft>
                  <a:spcPts val="0"/>
                </a:spcAft>
                <a:buNone/>
              </a:pPr>
              <a:r>
                <a:rPr lang="ja-JP" sz="1200">
                  <a:solidFill>
                    <a:schemeClr val="dk1"/>
                  </a:solidFill>
                  <a:latin typeface="Arial"/>
                  <a:ea typeface="Arial"/>
                  <a:cs typeface="Arial"/>
                  <a:sym typeface="Arial"/>
                </a:rPr>
                <a:t>発行済みのファイル群をIISの発行サイト上に配置するのみ。</a:t>
              </a:r>
              <a:endParaRPr sz="1200">
                <a:solidFill>
                  <a:schemeClr val="dk1"/>
                </a:solidFill>
                <a:latin typeface="Arial"/>
                <a:ea typeface="Arial"/>
                <a:cs typeface="Arial"/>
                <a:sym typeface="Arial"/>
              </a:endParaRPr>
            </a:p>
          </p:txBody>
        </p:sp>
        <p:sp>
          <p:nvSpPr>
            <p:cNvPr id="1392" name="Google Shape;1392;p25"/>
            <p:cNvSpPr/>
            <p:nvPr/>
          </p:nvSpPr>
          <p:spPr>
            <a:xfrm>
              <a:off x="143999" y="4932000"/>
              <a:ext cx="2232000" cy="1440000"/>
            </a:xfrm>
            <a:prstGeom prst="wedgeRectCallout">
              <a:avLst>
                <a:gd fmla="val 61930" name="adj1"/>
                <a:gd fmla="val 33795" name="adj2"/>
              </a:avLst>
            </a:prstGeom>
            <a:solidFill>
              <a:srgbClr val="FFE1E1"/>
            </a:solidFill>
            <a:ln cap="flat" cmpd="sng" w="12700">
              <a:solidFill>
                <a:srgbClr val="FF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ja-JP" sz="1400">
                  <a:solidFill>
                    <a:schemeClr val="dk1"/>
                  </a:solidFill>
                  <a:latin typeface="Arial"/>
                  <a:ea typeface="Arial"/>
                  <a:cs typeface="Arial"/>
                  <a:sym typeface="Arial"/>
                </a:rPr>
                <a:t>初回インストール</a:t>
              </a:r>
              <a:endParaRPr b="1" sz="1400">
                <a:solidFill>
                  <a:schemeClr val="dk1"/>
                </a:solidFill>
                <a:latin typeface="Arial"/>
                <a:ea typeface="Arial"/>
                <a:cs typeface="Arial"/>
                <a:sym typeface="Arial"/>
              </a:endParaRPr>
            </a:p>
            <a:p>
              <a:pPr indent="0" lvl="0" marL="0" marR="0" rtl="0" algn="l">
                <a:spcBef>
                  <a:spcPts val="0"/>
                </a:spcBef>
                <a:spcAft>
                  <a:spcPts val="0"/>
                </a:spcAft>
                <a:buNone/>
              </a:pPr>
              <a:r>
                <a:rPr lang="ja-JP" sz="1200">
                  <a:solidFill>
                    <a:schemeClr val="dk1"/>
                  </a:solidFill>
                  <a:latin typeface="Arial"/>
                  <a:ea typeface="Arial"/>
                  <a:cs typeface="Arial"/>
                  <a:sym typeface="Arial"/>
                </a:rPr>
                <a:t>発行サイトへアクセスし、ワンクリックでアプリケーションのダウンロード・インストール・スタートメニューへの登録・実行まで実施することが可能。</a:t>
              </a:r>
              <a:endParaRPr sz="1200">
                <a:solidFill>
                  <a:schemeClr val="dk1"/>
                </a:solidFill>
                <a:latin typeface="Arial"/>
                <a:ea typeface="Arial"/>
                <a:cs typeface="Arial"/>
                <a:sym typeface="Arial"/>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6" name="Shape 1396"/>
        <p:cNvGrpSpPr/>
        <p:nvPr/>
      </p:nvGrpSpPr>
      <p:grpSpPr>
        <a:xfrm>
          <a:off x="0" y="0"/>
          <a:ext cx="0" cy="0"/>
          <a:chOff x="0" y="0"/>
          <a:chExt cx="0" cy="0"/>
        </a:xfrm>
      </p:grpSpPr>
      <p:sp>
        <p:nvSpPr>
          <p:cNvPr id="1397" name="Google Shape;1397;p26"/>
          <p:cNvSpPr txBox="1"/>
          <p:nvPr>
            <p:ph type="title"/>
          </p:nvPr>
        </p:nvSpPr>
        <p:spPr>
          <a:xfrm>
            <a:off x="144000" y="36000"/>
            <a:ext cx="8856000" cy="5760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3000"/>
              <a:buFont typeface="Arial"/>
              <a:buNone/>
            </a:pPr>
            <a:r>
              <a:rPr lang="ja-JP"/>
              <a:t>パフォーマンス</a:t>
            </a:r>
            <a:endParaRPr/>
          </a:p>
        </p:txBody>
      </p:sp>
      <p:sp>
        <p:nvSpPr>
          <p:cNvPr id="1398" name="Google Shape;1398;p26"/>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ja-JP"/>
              <a:t>Copyright© 2020 SystemEXE,Inc. all rights reserved.</a:t>
            </a:r>
            <a:endParaRPr/>
          </a:p>
        </p:txBody>
      </p:sp>
      <p:sp>
        <p:nvSpPr>
          <p:cNvPr id="1399" name="Google Shape;1399;p26"/>
          <p:cNvSpPr txBox="1"/>
          <p:nvPr>
            <p:ph idx="12" type="sldNum"/>
          </p:nvPr>
        </p:nvSpPr>
        <p:spPr>
          <a:xfrm>
            <a:off x="4212000" y="6500068"/>
            <a:ext cx="720000" cy="288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ja-JP"/>
              <a:t>‹#›</a:t>
            </a:fld>
            <a:endParaRPr/>
          </a:p>
        </p:txBody>
      </p:sp>
      <p:sp>
        <p:nvSpPr>
          <p:cNvPr id="1400" name="Google Shape;1400;p26"/>
          <p:cNvSpPr txBox="1"/>
          <p:nvPr/>
        </p:nvSpPr>
        <p:spPr>
          <a:xfrm>
            <a:off x="144000" y="1080000"/>
            <a:ext cx="8856000" cy="540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アプリケーションのパフォーマンスにつきましては、</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現行システムと同等の速度が実現できることを目指します。</a:t>
            </a:r>
            <a:endParaRPr/>
          </a:p>
        </p:txBody>
      </p:sp>
      <p:sp>
        <p:nvSpPr>
          <p:cNvPr id="1401" name="Google Shape;1401;p26"/>
          <p:cNvSpPr/>
          <p:nvPr/>
        </p:nvSpPr>
        <p:spPr>
          <a:xfrm>
            <a:off x="1" y="4320000"/>
            <a:ext cx="9144000" cy="2016000"/>
          </a:xfrm>
          <a:prstGeom prst="rect">
            <a:avLst/>
          </a:prstGeom>
          <a:solidFill>
            <a:srgbClr val="EDEDED"/>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b="1" sz="1600">
              <a:solidFill>
                <a:schemeClr val="dk1"/>
              </a:solidFill>
              <a:latin typeface="Arial"/>
              <a:ea typeface="Arial"/>
              <a:cs typeface="Arial"/>
              <a:sym typeface="Arial"/>
            </a:endParaRPr>
          </a:p>
        </p:txBody>
      </p:sp>
      <p:grpSp>
        <p:nvGrpSpPr>
          <p:cNvPr id="1402" name="Google Shape;1402;p26"/>
          <p:cNvGrpSpPr/>
          <p:nvPr/>
        </p:nvGrpSpPr>
        <p:grpSpPr>
          <a:xfrm>
            <a:off x="432000" y="4608000"/>
            <a:ext cx="864000" cy="864000"/>
            <a:chOff x="864000" y="4836000"/>
            <a:chExt cx="864000" cy="864000"/>
          </a:xfrm>
        </p:grpSpPr>
        <p:sp>
          <p:nvSpPr>
            <p:cNvPr id="1403" name="Google Shape;1403;p26"/>
            <p:cNvSpPr/>
            <p:nvPr/>
          </p:nvSpPr>
          <p:spPr>
            <a:xfrm>
              <a:off x="864000" y="4836000"/>
              <a:ext cx="864000" cy="864000"/>
            </a:xfrm>
            <a:prstGeom prst="ellipse">
              <a:avLst/>
            </a:prstGeom>
            <a:solidFill>
              <a:schemeClr val="accent6">
                <a:alpha val="58823"/>
              </a:schemeClr>
            </a:solidFill>
            <a:ln cap="flat" cmpd="sng" w="381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1404" name="Google Shape;1404;p26"/>
            <p:cNvPicPr preferRelativeResize="0"/>
            <p:nvPr/>
          </p:nvPicPr>
          <p:blipFill rotWithShape="1">
            <a:blip r:embed="rId3">
              <a:alphaModFix/>
            </a:blip>
            <a:srcRect b="0" l="0" r="0" t="0"/>
            <a:stretch/>
          </p:blipFill>
          <p:spPr>
            <a:xfrm>
              <a:off x="1043362" y="5016000"/>
              <a:ext cx="505276" cy="504000"/>
            </a:xfrm>
            <a:prstGeom prst="rect">
              <a:avLst/>
            </a:prstGeom>
            <a:noFill/>
            <a:ln>
              <a:noFill/>
            </a:ln>
          </p:spPr>
        </p:pic>
      </p:grpSp>
      <p:sp>
        <p:nvSpPr>
          <p:cNvPr id="1405" name="Google Shape;1405;p26"/>
          <p:cNvSpPr txBox="1"/>
          <p:nvPr/>
        </p:nvSpPr>
        <p:spPr>
          <a:xfrm>
            <a:off x="1440000" y="4608000"/>
            <a:ext cx="2031325"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ja-JP" sz="1600">
                <a:solidFill>
                  <a:srgbClr val="1E4E79"/>
                </a:solidFill>
                <a:latin typeface="Arial"/>
                <a:ea typeface="Arial"/>
                <a:cs typeface="Arial"/>
                <a:sym typeface="Arial"/>
              </a:rPr>
              <a:t>パフォーマンス改善</a:t>
            </a:r>
            <a:endParaRPr/>
          </a:p>
        </p:txBody>
      </p:sp>
      <p:sp>
        <p:nvSpPr>
          <p:cNvPr id="1406" name="Google Shape;1406;p26"/>
          <p:cNvSpPr txBox="1"/>
          <p:nvPr/>
        </p:nvSpPr>
        <p:spPr>
          <a:xfrm>
            <a:off x="1440000" y="4968000"/>
            <a:ext cx="7560000" cy="12240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システムテスト工程にて性能テストを実施します。性能テストにて目標値に達成できない場合は、以下のフローにてパフォーマンス改善を実施します。</a:t>
            </a:r>
            <a:endParaRPr sz="1400">
              <a:solidFill>
                <a:schemeClr val="dk1"/>
              </a:solidFill>
              <a:latin typeface="Arial"/>
              <a:ea typeface="Arial"/>
              <a:cs typeface="Arial"/>
              <a:sym typeface="Arial"/>
            </a:endParaRPr>
          </a:p>
          <a:p>
            <a:pPr indent="0" lvl="0" marL="0" marR="0" rtl="0" algn="l">
              <a:lnSpc>
                <a:spcPct val="120000"/>
              </a:lnSpc>
              <a:spcBef>
                <a:spcPts val="1000"/>
              </a:spcBef>
              <a:spcAft>
                <a:spcPts val="0"/>
              </a:spcAft>
              <a:buClr>
                <a:schemeClr val="dk1"/>
              </a:buClr>
              <a:buSzPts val="1400"/>
              <a:buFont typeface="Arial"/>
              <a:buNone/>
            </a:pPr>
            <a:r>
              <a:rPr lang="ja-JP" sz="1400">
                <a:solidFill>
                  <a:schemeClr val="dk1"/>
                </a:solidFill>
                <a:latin typeface="Arial"/>
                <a:ea typeface="Arial"/>
                <a:cs typeface="Arial"/>
                <a:sym typeface="Arial"/>
              </a:rPr>
              <a:t>推定原因の検討⇒測定⇒解析⇒改善施策立案⇒改善施策の実施⇒効果測定⇒判定</a:t>
            </a:r>
            <a:endParaRPr sz="1400">
              <a:solidFill>
                <a:schemeClr val="dk1"/>
              </a:solidFill>
              <a:latin typeface="Arial"/>
              <a:ea typeface="Arial"/>
              <a:cs typeface="Arial"/>
              <a:sym typeface="Arial"/>
            </a:endParaRPr>
          </a:p>
        </p:txBody>
      </p:sp>
      <p:grpSp>
        <p:nvGrpSpPr>
          <p:cNvPr id="1407" name="Google Shape;1407;p26"/>
          <p:cNvGrpSpPr/>
          <p:nvPr/>
        </p:nvGrpSpPr>
        <p:grpSpPr>
          <a:xfrm>
            <a:off x="612000" y="1800000"/>
            <a:ext cx="7920000" cy="2304000"/>
            <a:chOff x="612000" y="1800000"/>
            <a:chExt cx="7920000" cy="2304000"/>
          </a:xfrm>
        </p:grpSpPr>
        <p:sp>
          <p:nvSpPr>
            <p:cNvPr id="1408" name="Google Shape;1408;p26"/>
            <p:cNvSpPr/>
            <p:nvPr/>
          </p:nvSpPr>
          <p:spPr>
            <a:xfrm>
              <a:off x="1296000" y="2664000"/>
              <a:ext cx="2232000" cy="288000"/>
            </a:xfrm>
            <a:prstGeom prst="chevron">
              <a:avLst>
                <a:gd fmla="val 50000" name="adj"/>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409" name="Google Shape;1409;p26"/>
            <p:cNvSpPr/>
            <p:nvPr/>
          </p:nvSpPr>
          <p:spPr>
            <a:xfrm>
              <a:off x="1980000" y="2376000"/>
              <a:ext cx="864000" cy="864000"/>
            </a:xfrm>
            <a:prstGeom prst="ellipse">
              <a:avLst/>
            </a:prstGeom>
            <a:solidFill>
              <a:schemeClr val="accent1">
                <a:alpha val="58823"/>
              </a:schemeClr>
            </a:solidFill>
            <a:ln cap="flat" cmpd="sng" w="381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10" name="Google Shape;1410;p26"/>
            <p:cNvSpPr/>
            <p:nvPr/>
          </p:nvSpPr>
          <p:spPr>
            <a:xfrm>
              <a:off x="3456000" y="2664000"/>
              <a:ext cx="2232000" cy="288000"/>
            </a:xfrm>
            <a:prstGeom prst="chevron">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411" name="Google Shape;1411;p26"/>
            <p:cNvSpPr/>
            <p:nvPr/>
          </p:nvSpPr>
          <p:spPr>
            <a:xfrm>
              <a:off x="4140000" y="2376000"/>
              <a:ext cx="864000" cy="864000"/>
            </a:xfrm>
            <a:prstGeom prst="ellipse">
              <a:avLst/>
            </a:prstGeom>
            <a:solidFill>
              <a:schemeClr val="accent2">
                <a:alpha val="58823"/>
              </a:schemeClr>
            </a:solidFill>
            <a:ln cap="flat" cmpd="sng" w="381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12" name="Google Shape;1412;p26"/>
            <p:cNvSpPr/>
            <p:nvPr/>
          </p:nvSpPr>
          <p:spPr>
            <a:xfrm>
              <a:off x="5616000" y="2664000"/>
              <a:ext cx="2232000" cy="288000"/>
            </a:xfrm>
            <a:prstGeom prst="chevron">
              <a:avLst>
                <a:gd fmla="val 50000" name="adj"/>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413" name="Google Shape;1413;p26"/>
            <p:cNvSpPr/>
            <p:nvPr/>
          </p:nvSpPr>
          <p:spPr>
            <a:xfrm>
              <a:off x="6300000" y="2376000"/>
              <a:ext cx="864000" cy="864000"/>
            </a:xfrm>
            <a:prstGeom prst="ellipse">
              <a:avLst/>
            </a:prstGeom>
            <a:solidFill>
              <a:schemeClr val="accent4">
                <a:alpha val="58823"/>
              </a:schemeClr>
            </a:solidFill>
            <a:ln cap="flat" cmpd="sng" w="381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1414" name="Google Shape;1414;p26"/>
            <p:cNvPicPr preferRelativeResize="0"/>
            <p:nvPr/>
          </p:nvPicPr>
          <p:blipFill rotWithShape="1">
            <a:blip r:embed="rId4">
              <a:alphaModFix/>
            </a:blip>
            <a:srcRect b="0" l="0" r="0" t="0"/>
            <a:stretch/>
          </p:blipFill>
          <p:spPr>
            <a:xfrm>
              <a:off x="2160000" y="2556000"/>
              <a:ext cx="504000" cy="504000"/>
            </a:xfrm>
            <a:prstGeom prst="rect">
              <a:avLst/>
            </a:prstGeom>
            <a:noFill/>
            <a:ln>
              <a:noFill/>
            </a:ln>
          </p:spPr>
        </p:pic>
        <p:sp>
          <p:nvSpPr>
            <p:cNvPr id="1415" name="Google Shape;1415;p26"/>
            <p:cNvSpPr txBox="1"/>
            <p:nvPr/>
          </p:nvSpPr>
          <p:spPr>
            <a:xfrm>
              <a:off x="1296000" y="1800000"/>
              <a:ext cx="2232000" cy="5760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1E4E79"/>
                </a:buClr>
                <a:buSzPts val="1600"/>
                <a:buFont typeface="Arial"/>
                <a:buNone/>
              </a:pPr>
              <a:r>
                <a:rPr b="1" lang="ja-JP" sz="1600">
                  <a:solidFill>
                    <a:srgbClr val="1E4E79"/>
                  </a:solidFill>
                  <a:latin typeface="Arial"/>
                  <a:ea typeface="Arial"/>
                  <a:cs typeface="Arial"/>
                  <a:sym typeface="Arial"/>
                </a:rPr>
                <a:t>計測対象</a:t>
              </a:r>
              <a:endParaRPr b="1" sz="1600">
                <a:solidFill>
                  <a:srgbClr val="1E4E79"/>
                </a:solidFill>
                <a:latin typeface="Arial"/>
                <a:ea typeface="Arial"/>
                <a:cs typeface="Arial"/>
                <a:sym typeface="Arial"/>
              </a:endParaRPr>
            </a:p>
            <a:p>
              <a:pPr indent="0" lvl="0" marL="0" marR="0" rtl="0" algn="ctr">
                <a:lnSpc>
                  <a:spcPct val="100000"/>
                </a:lnSpc>
                <a:spcBef>
                  <a:spcPts val="0"/>
                </a:spcBef>
                <a:spcAft>
                  <a:spcPts val="0"/>
                </a:spcAft>
                <a:buClr>
                  <a:srgbClr val="1E4E79"/>
                </a:buClr>
                <a:buSzPts val="1600"/>
                <a:buFont typeface="Arial"/>
                <a:buNone/>
              </a:pPr>
              <a:r>
                <a:rPr b="1" lang="ja-JP" sz="1600">
                  <a:solidFill>
                    <a:srgbClr val="1E4E79"/>
                  </a:solidFill>
                  <a:latin typeface="Arial"/>
                  <a:ea typeface="Arial"/>
                  <a:cs typeface="Arial"/>
                  <a:sym typeface="Arial"/>
                </a:rPr>
                <a:t>サンプリング</a:t>
              </a:r>
              <a:endParaRPr b="1" sz="1600">
                <a:solidFill>
                  <a:srgbClr val="1E4E79"/>
                </a:solidFill>
                <a:latin typeface="Arial"/>
                <a:ea typeface="Arial"/>
                <a:cs typeface="Arial"/>
                <a:sym typeface="Arial"/>
              </a:endParaRPr>
            </a:p>
          </p:txBody>
        </p:sp>
        <p:sp>
          <p:nvSpPr>
            <p:cNvPr id="1416" name="Google Shape;1416;p26"/>
            <p:cNvSpPr txBox="1"/>
            <p:nvPr/>
          </p:nvSpPr>
          <p:spPr>
            <a:xfrm>
              <a:off x="3456000" y="1800000"/>
              <a:ext cx="2232000" cy="5760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1E4E79"/>
                </a:buClr>
                <a:buSzPts val="1600"/>
                <a:buFont typeface="Arial"/>
                <a:buNone/>
              </a:pPr>
              <a:r>
                <a:rPr b="1" lang="ja-JP" sz="1600">
                  <a:solidFill>
                    <a:srgbClr val="1E4E79"/>
                  </a:solidFill>
                  <a:latin typeface="Arial"/>
                  <a:ea typeface="Arial"/>
                  <a:cs typeface="Arial"/>
                  <a:sym typeface="Arial"/>
                </a:rPr>
                <a:t>現行システム</a:t>
              </a:r>
              <a:endParaRPr b="1" sz="1600">
                <a:solidFill>
                  <a:srgbClr val="1E4E79"/>
                </a:solidFill>
                <a:latin typeface="Arial"/>
                <a:ea typeface="Arial"/>
                <a:cs typeface="Arial"/>
                <a:sym typeface="Arial"/>
              </a:endParaRPr>
            </a:p>
            <a:p>
              <a:pPr indent="0" lvl="0" marL="0" marR="0" rtl="0" algn="ctr">
                <a:lnSpc>
                  <a:spcPct val="100000"/>
                </a:lnSpc>
                <a:spcBef>
                  <a:spcPts val="0"/>
                </a:spcBef>
                <a:spcAft>
                  <a:spcPts val="0"/>
                </a:spcAft>
                <a:buClr>
                  <a:srgbClr val="1E4E79"/>
                </a:buClr>
                <a:buSzPts val="1600"/>
                <a:buFont typeface="Arial"/>
                <a:buNone/>
              </a:pPr>
              <a:r>
                <a:rPr b="1" lang="ja-JP" sz="1600">
                  <a:solidFill>
                    <a:srgbClr val="1E4E79"/>
                  </a:solidFill>
                  <a:latin typeface="Arial"/>
                  <a:ea typeface="Arial"/>
                  <a:cs typeface="Arial"/>
                  <a:sym typeface="Arial"/>
                </a:rPr>
                <a:t>パフォーマンス計測</a:t>
              </a:r>
              <a:endParaRPr b="1" sz="1600">
                <a:solidFill>
                  <a:srgbClr val="1E4E79"/>
                </a:solidFill>
                <a:latin typeface="Arial"/>
                <a:ea typeface="Arial"/>
                <a:cs typeface="Arial"/>
                <a:sym typeface="Arial"/>
              </a:endParaRPr>
            </a:p>
          </p:txBody>
        </p:sp>
        <p:sp>
          <p:nvSpPr>
            <p:cNvPr id="1417" name="Google Shape;1417;p26"/>
            <p:cNvSpPr txBox="1"/>
            <p:nvPr/>
          </p:nvSpPr>
          <p:spPr>
            <a:xfrm>
              <a:off x="5616000" y="1800000"/>
              <a:ext cx="2232000" cy="5760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1E4E79"/>
                </a:buClr>
                <a:buSzPts val="1600"/>
                <a:buFont typeface="Arial"/>
                <a:buNone/>
              </a:pPr>
              <a:r>
                <a:rPr b="1" lang="ja-JP" sz="1600">
                  <a:solidFill>
                    <a:srgbClr val="1E4E79"/>
                  </a:solidFill>
                  <a:latin typeface="Arial"/>
                  <a:ea typeface="Arial"/>
                  <a:cs typeface="Arial"/>
                  <a:sym typeface="Arial"/>
                </a:rPr>
                <a:t>パフォーマンス</a:t>
              </a:r>
              <a:endParaRPr b="1" sz="1600">
                <a:solidFill>
                  <a:srgbClr val="1E4E79"/>
                </a:solidFill>
                <a:latin typeface="Arial"/>
                <a:ea typeface="Arial"/>
                <a:cs typeface="Arial"/>
                <a:sym typeface="Arial"/>
              </a:endParaRPr>
            </a:p>
            <a:p>
              <a:pPr indent="0" lvl="0" marL="0" marR="0" rtl="0" algn="ctr">
                <a:lnSpc>
                  <a:spcPct val="100000"/>
                </a:lnSpc>
                <a:spcBef>
                  <a:spcPts val="0"/>
                </a:spcBef>
                <a:spcAft>
                  <a:spcPts val="0"/>
                </a:spcAft>
                <a:buClr>
                  <a:srgbClr val="1E4E79"/>
                </a:buClr>
                <a:buSzPts val="1600"/>
                <a:buFont typeface="Arial"/>
                <a:buNone/>
              </a:pPr>
              <a:r>
                <a:rPr b="1" lang="ja-JP" sz="1600">
                  <a:solidFill>
                    <a:srgbClr val="1E4E79"/>
                  </a:solidFill>
                  <a:latin typeface="Arial"/>
                  <a:ea typeface="Arial"/>
                  <a:cs typeface="Arial"/>
                  <a:sym typeface="Arial"/>
                </a:rPr>
                <a:t>目標値設定</a:t>
              </a:r>
              <a:endParaRPr b="1" sz="1600">
                <a:solidFill>
                  <a:srgbClr val="1E4E79"/>
                </a:solidFill>
                <a:latin typeface="Arial"/>
                <a:ea typeface="Arial"/>
                <a:cs typeface="Arial"/>
                <a:sym typeface="Arial"/>
              </a:endParaRPr>
            </a:p>
          </p:txBody>
        </p:sp>
        <p:sp>
          <p:nvSpPr>
            <p:cNvPr id="1418" name="Google Shape;1418;p26"/>
            <p:cNvSpPr txBox="1"/>
            <p:nvPr/>
          </p:nvSpPr>
          <p:spPr>
            <a:xfrm>
              <a:off x="612000" y="3240000"/>
              <a:ext cx="7920000" cy="8640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主要機能を中心に速度が必要となる機能について、ヒアリングをもとにサンプリングを行います。サンプリングした機能に対し、現行システムでのパフォーマンスを計測し、その結果をもとに目標値を設定します。目標値設定までは、システム方式設計工程にて実施します。</a:t>
              </a:r>
              <a:endParaRPr sz="1400">
                <a:solidFill>
                  <a:schemeClr val="dk1"/>
                </a:solidFill>
                <a:latin typeface="Arial"/>
                <a:ea typeface="Arial"/>
                <a:cs typeface="Arial"/>
                <a:sym typeface="Arial"/>
              </a:endParaRPr>
            </a:p>
          </p:txBody>
        </p:sp>
        <p:pic>
          <p:nvPicPr>
            <p:cNvPr id="1419" name="Google Shape;1419;p26"/>
            <p:cNvPicPr preferRelativeResize="0"/>
            <p:nvPr/>
          </p:nvPicPr>
          <p:blipFill rotWithShape="1">
            <a:blip r:embed="rId5">
              <a:alphaModFix/>
            </a:blip>
            <a:srcRect b="0" l="0" r="0" t="0"/>
            <a:stretch/>
          </p:blipFill>
          <p:spPr>
            <a:xfrm>
              <a:off x="6552000" y="2556000"/>
              <a:ext cx="343670" cy="504000"/>
            </a:xfrm>
            <a:prstGeom prst="rect">
              <a:avLst/>
            </a:prstGeom>
            <a:noFill/>
            <a:ln>
              <a:noFill/>
            </a:ln>
          </p:spPr>
        </p:pic>
        <p:pic>
          <p:nvPicPr>
            <p:cNvPr id="1420" name="Google Shape;1420;p26"/>
            <p:cNvPicPr preferRelativeResize="0"/>
            <p:nvPr/>
          </p:nvPicPr>
          <p:blipFill rotWithShape="1">
            <a:blip r:embed="rId6">
              <a:alphaModFix/>
            </a:blip>
            <a:srcRect b="0" l="0" r="0" t="0"/>
            <a:stretch/>
          </p:blipFill>
          <p:spPr>
            <a:xfrm>
              <a:off x="4248000" y="2592000"/>
              <a:ext cx="648000" cy="367379"/>
            </a:xfrm>
            <a:prstGeom prst="rect">
              <a:avLst/>
            </a:prstGeom>
            <a:noFill/>
            <a:ln>
              <a:noFill/>
            </a:ln>
          </p:spPr>
        </p:pic>
      </p:gr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4" name="Shape 1424"/>
        <p:cNvGrpSpPr/>
        <p:nvPr/>
      </p:nvGrpSpPr>
      <p:grpSpPr>
        <a:xfrm>
          <a:off x="0" y="0"/>
          <a:ext cx="0" cy="0"/>
          <a:chOff x="0" y="0"/>
          <a:chExt cx="0" cy="0"/>
        </a:xfrm>
      </p:grpSpPr>
      <p:sp>
        <p:nvSpPr>
          <p:cNvPr id="1425" name="Google Shape;1425;p27"/>
          <p:cNvSpPr txBox="1"/>
          <p:nvPr/>
        </p:nvSpPr>
        <p:spPr>
          <a:xfrm>
            <a:off x="216000" y="1800000"/>
            <a:ext cx="2808000" cy="4536000"/>
          </a:xfrm>
          <a:prstGeom prst="rect">
            <a:avLst/>
          </a:prstGeom>
          <a:solidFill>
            <a:srgbClr val="DDEAF6"/>
          </a:solidFill>
          <a:ln>
            <a:noFill/>
          </a:ln>
        </p:spPr>
        <p:txBody>
          <a:bodyPr anchorCtr="0" anchor="t" bIns="45700" lIns="91425" spcFirstLastPara="1" rIns="91425" wrap="square" tIns="1656000">
            <a:noAutofit/>
          </a:bodyPr>
          <a:lstStyle/>
          <a:p>
            <a:pPr indent="0" lvl="0" marL="0" marR="0" rtl="0" algn="ctr">
              <a:spcBef>
                <a:spcPts val="0"/>
              </a:spcBef>
              <a:spcAft>
                <a:spcPts val="0"/>
              </a:spcAft>
              <a:buNone/>
            </a:pPr>
            <a:r>
              <a:rPr b="1" lang="ja-JP" sz="1400">
                <a:solidFill>
                  <a:schemeClr val="dk1"/>
                </a:solidFill>
                <a:latin typeface="Arial"/>
                <a:ea typeface="Arial"/>
                <a:cs typeface="Arial"/>
                <a:sym typeface="Arial"/>
              </a:rPr>
              <a:t>実行頻度</a:t>
            </a:r>
            <a:endParaRPr b="1" sz="1400">
              <a:solidFill>
                <a:schemeClr val="dk1"/>
              </a:solidFill>
              <a:latin typeface="Arial"/>
              <a:ea typeface="Arial"/>
              <a:cs typeface="Arial"/>
              <a:sym typeface="Arial"/>
            </a:endParaRPr>
          </a:p>
          <a:p>
            <a:pPr indent="0" lvl="0" marL="0" marR="0" rtl="0" algn="ctr">
              <a:spcBef>
                <a:spcPts val="600"/>
              </a:spcBef>
              <a:spcAft>
                <a:spcPts val="0"/>
              </a:spcAft>
              <a:buNone/>
            </a:pPr>
            <a:r>
              <a:rPr lang="ja-JP" sz="1400">
                <a:solidFill>
                  <a:schemeClr val="dk1"/>
                </a:solidFill>
                <a:latin typeface="Arial"/>
                <a:ea typeface="Arial"/>
                <a:cs typeface="Arial"/>
                <a:sym typeface="Arial"/>
              </a:rPr>
              <a:t>毎日夜間に１回</a:t>
            </a:r>
            <a:endParaRPr sz="1400">
              <a:solidFill>
                <a:schemeClr val="dk1"/>
              </a:solidFill>
              <a:latin typeface="Arial"/>
              <a:ea typeface="Arial"/>
              <a:cs typeface="Arial"/>
              <a:sym typeface="Arial"/>
            </a:endParaRPr>
          </a:p>
          <a:p>
            <a:pPr indent="0" lvl="0" marL="0" marR="0" rtl="0" algn="ctr">
              <a:spcBef>
                <a:spcPts val="600"/>
              </a:spcBef>
              <a:spcAft>
                <a:spcPts val="0"/>
              </a:spcAft>
              <a:buNone/>
            </a:pPr>
            <a:r>
              <a:rPr b="1" lang="ja-JP" sz="1400">
                <a:solidFill>
                  <a:schemeClr val="dk1"/>
                </a:solidFill>
                <a:latin typeface="Arial"/>
                <a:ea typeface="Arial"/>
                <a:cs typeface="Arial"/>
                <a:sym typeface="Arial"/>
              </a:rPr>
              <a:t>起動方式</a:t>
            </a:r>
            <a:endParaRPr b="1" sz="1400">
              <a:solidFill>
                <a:schemeClr val="dk1"/>
              </a:solidFill>
              <a:latin typeface="Arial"/>
              <a:ea typeface="Arial"/>
              <a:cs typeface="Arial"/>
              <a:sym typeface="Arial"/>
            </a:endParaRPr>
          </a:p>
          <a:p>
            <a:pPr indent="0" lvl="0" marL="0" marR="0" rtl="0" algn="ctr">
              <a:spcBef>
                <a:spcPts val="600"/>
              </a:spcBef>
              <a:spcAft>
                <a:spcPts val="0"/>
              </a:spcAft>
              <a:buNone/>
            </a:pPr>
            <a:r>
              <a:rPr lang="ja-JP" sz="1400">
                <a:solidFill>
                  <a:schemeClr val="dk1"/>
                </a:solidFill>
                <a:latin typeface="Arial"/>
                <a:ea typeface="Arial"/>
                <a:cs typeface="Arial"/>
                <a:sym typeface="Arial"/>
              </a:rPr>
              <a:t>OperationManagerの</a:t>
            </a:r>
            <a:br>
              <a:rPr lang="ja-JP" sz="1400">
                <a:solidFill>
                  <a:schemeClr val="dk1"/>
                </a:solidFill>
                <a:latin typeface="Arial"/>
                <a:ea typeface="Arial"/>
                <a:cs typeface="Arial"/>
                <a:sym typeface="Arial"/>
              </a:rPr>
            </a:br>
            <a:r>
              <a:rPr lang="ja-JP" sz="1400">
                <a:solidFill>
                  <a:schemeClr val="dk1"/>
                </a:solidFill>
                <a:latin typeface="Arial"/>
                <a:ea typeface="Arial"/>
                <a:cs typeface="Arial"/>
                <a:sym typeface="Arial"/>
              </a:rPr>
              <a:t>ジョブによる定期的な自動実行</a:t>
            </a:r>
            <a:endParaRPr sz="1400">
              <a:solidFill>
                <a:schemeClr val="dk1"/>
              </a:solidFill>
              <a:latin typeface="Arial"/>
              <a:ea typeface="Arial"/>
              <a:cs typeface="Arial"/>
              <a:sym typeface="Arial"/>
            </a:endParaRPr>
          </a:p>
          <a:p>
            <a:pPr indent="0" lvl="0" marL="0" marR="0" rtl="0" algn="ctr">
              <a:spcBef>
                <a:spcPts val="600"/>
              </a:spcBef>
              <a:spcAft>
                <a:spcPts val="0"/>
              </a:spcAft>
              <a:buNone/>
            </a:pPr>
            <a:r>
              <a:rPr b="1" lang="ja-JP" sz="1400">
                <a:solidFill>
                  <a:schemeClr val="dk1"/>
                </a:solidFill>
                <a:latin typeface="Arial"/>
                <a:ea typeface="Arial"/>
                <a:cs typeface="Arial"/>
                <a:sym typeface="Arial"/>
              </a:rPr>
              <a:t>バックアップ方式</a:t>
            </a:r>
            <a:endParaRPr b="1" sz="1400">
              <a:solidFill>
                <a:schemeClr val="dk1"/>
              </a:solidFill>
              <a:latin typeface="Arial"/>
              <a:ea typeface="Arial"/>
              <a:cs typeface="Arial"/>
              <a:sym typeface="Arial"/>
            </a:endParaRPr>
          </a:p>
          <a:p>
            <a:pPr indent="0" lvl="0" marL="0" marR="0" rtl="0" algn="ctr">
              <a:spcBef>
                <a:spcPts val="600"/>
              </a:spcBef>
              <a:spcAft>
                <a:spcPts val="0"/>
              </a:spcAft>
              <a:buNone/>
            </a:pPr>
            <a:r>
              <a:rPr lang="ja-JP" sz="1400">
                <a:solidFill>
                  <a:schemeClr val="dk1"/>
                </a:solidFill>
                <a:latin typeface="Arial"/>
                <a:ea typeface="Arial"/>
                <a:cs typeface="Arial"/>
                <a:sym typeface="Arial"/>
              </a:rPr>
              <a:t>Oracle Data Pumpによるフルバックアップ</a:t>
            </a:r>
            <a:endParaRPr sz="1400">
              <a:solidFill>
                <a:schemeClr val="dk1"/>
              </a:solidFill>
              <a:latin typeface="Arial"/>
              <a:ea typeface="Arial"/>
              <a:cs typeface="Arial"/>
              <a:sym typeface="Arial"/>
            </a:endParaRPr>
          </a:p>
          <a:p>
            <a:pPr indent="0" lvl="0" marL="0" marR="0" rtl="0" algn="ctr">
              <a:spcBef>
                <a:spcPts val="600"/>
              </a:spcBef>
              <a:spcAft>
                <a:spcPts val="0"/>
              </a:spcAft>
              <a:buNone/>
            </a:pPr>
            <a:r>
              <a:rPr b="1" lang="ja-JP" sz="1400">
                <a:solidFill>
                  <a:schemeClr val="dk1"/>
                </a:solidFill>
                <a:latin typeface="Arial"/>
                <a:ea typeface="Arial"/>
                <a:cs typeface="Arial"/>
                <a:sym typeface="Arial"/>
              </a:rPr>
              <a:t>保管期間</a:t>
            </a:r>
            <a:endParaRPr b="1" sz="1400">
              <a:solidFill>
                <a:schemeClr val="dk1"/>
              </a:solidFill>
              <a:latin typeface="Arial"/>
              <a:ea typeface="Arial"/>
              <a:cs typeface="Arial"/>
              <a:sym typeface="Arial"/>
            </a:endParaRPr>
          </a:p>
          <a:p>
            <a:pPr indent="0" lvl="0" marL="0" marR="0" rtl="0" algn="ctr">
              <a:spcBef>
                <a:spcPts val="600"/>
              </a:spcBef>
              <a:spcAft>
                <a:spcPts val="0"/>
              </a:spcAft>
              <a:buNone/>
            </a:pPr>
            <a:r>
              <a:rPr lang="ja-JP" sz="1400">
                <a:solidFill>
                  <a:schemeClr val="dk1"/>
                </a:solidFill>
                <a:latin typeface="Arial"/>
                <a:ea typeface="Arial"/>
                <a:cs typeface="Arial"/>
                <a:sym typeface="Arial"/>
              </a:rPr>
              <a:t>７世代分を常に保持</a:t>
            </a:r>
            <a:endParaRPr sz="1400">
              <a:solidFill>
                <a:schemeClr val="dk1"/>
              </a:solidFill>
              <a:latin typeface="Arial"/>
              <a:ea typeface="Arial"/>
              <a:cs typeface="Arial"/>
              <a:sym typeface="Arial"/>
            </a:endParaRPr>
          </a:p>
        </p:txBody>
      </p:sp>
      <p:sp>
        <p:nvSpPr>
          <p:cNvPr id="1426" name="Google Shape;1426;p27"/>
          <p:cNvSpPr txBox="1"/>
          <p:nvPr>
            <p:ph type="title"/>
          </p:nvPr>
        </p:nvSpPr>
        <p:spPr>
          <a:xfrm>
            <a:off x="144000" y="36000"/>
            <a:ext cx="8856000" cy="5760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3000"/>
              <a:buFont typeface="Arial"/>
              <a:buNone/>
            </a:pPr>
            <a:r>
              <a:rPr lang="ja-JP"/>
              <a:t>バックアップ方式</a:t>
            </a:r>
            <a:endParaRPr/>
          </a:p>
        </p:txBody>
      </p:sp>
      <p:sp>
        <p:nvSpPr>
          <p:cNvPr id="1427" name="Google Shape;1427;p27"/>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ja-JP"/>
              <a:t>Copyright© 2020 SystemEXE,Inc. all rights reserved.</a:t>
            </a:r>
            <a:endParaRPr/>
          </a:p>
        </p:txBody>
      </p:sp>
      <p:sp>
        <p:nvSpPr>
          <p:cNvPr id="1428" name="Google Shape;1428;p27"/>
          <p:cNvSpPr txBox="1"/>
          <p:nvPr>
            <p:ph idx="12" type="sldNum"/>
          </p:nvPr>
        </p:nvSpPr>
        <p:spPr>
          <a:xfrm>
            <a:off x="4212000" y="6500068"/>
            <a:ext cx="720000" cy="288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ja-JP"/>
              <a:t>‹#›</a:t>
            </a:fld>
            <a:endParaRPr/>
          </a:p>
        </p:txBody>
      </p:sp>
      <p:sp>
        <p:nvSpPr>
          <p:cNvPr id="1429" name="Google Shape;1429;p27"/>
          <p:cNvSpPr txBox="1"/>
          <p:nvPr/>
        </p:nvSpPr>
        <p:spPr>
          <a:xfrm>
            <a:off x="144000" y="1080000"/>
            <a:ext cx="8856000" cy="540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定期的なデータベースのバックアップに加え、連携データのバックアップおよび</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アプリケーションによる発行SQLのログ出力により、いつでも障害発生時点までの復旧を可能にします。</a:t>
            </a:r>
            <a:endParaRPr sz="1400">
              <a:solidFill>
                <a:schemeClr val="dk1"/>
              </a:solidFill>
              <a:latin typeface="Arial"/>
              <a:ea typeface="Arial"/>
              <a:cs typeface="Arial"/>
              <a:sym typeface="Arial"/>
            </a:endParaRPr>
          </a:p>
        </p:txBody>
      </p:sp>
      <p:sp>
        <p:nvSpPr>
          <p:cNvPr id="1430" name="Google Shape;1430;p27"/>
          <p:cNvSpPr txBox="1"/>
          <p:nvPr/>
        </p:nvSpPr>
        <p:spPr>
          <a:xfrm>
            <a:off x="216000" y="2988000"/>
            <a:ext cx="2808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600">
                <a:solidFill>
                  <a:srgbClr val="1E4E79"/>
                </a:solidFill>
                <a:latin typeface="Arial"/>
                <a:ea typeface="Arial"/>
                <a:cs typeface="Arial"/>
                <a:sym typeface="Arial"/>
              </a:rPr>
              <a:t>データベースのバックアップ</a:t>
            </a:r>
            <a:endParaRPr b="1" sz="1600">
              <a:solidFill>
                <a:srgbClr val="1E4E79"/>
              </a:solidFill>
              <a:latin typeface="Arial"/>
              <a:ea typeface="Arial"/>
              <a:cs typeface="Arial"/>
              <a:sym typeface="Arial"/>
            </a:endParaRPr>
          </a:p>
        </p:txBody>
      </p:sp>
      <p:grpSp>
        <p:nvGrpSpPr>
          <p:cNvPr id="1431" name="Google Shape;1431;p27"/>
          <p:cNvGrpSpPr/>
          <p:nvPr/>
        </p:nvGrpSpPr>
        <p:grpSpPr>
          <a:xfrm>
            <a:off x="6120000" y="1800000"/>
            <a:ext cx="2808000" cy="4536000"/>
            <a:chOff x="3168000" y="1800000"/>
            <a:chExt cx="2808000" cy="4536000"/>
          </a:xfrm>
        </p:grpSpPr>
        <p:sp>
          <p:nvSpPr>
            <p:cNvPr id="1432" name="Google Shape;1432;p27"/>
            <p:cNvSpPr txBox="1"/>
            <p:nvPr/>
          </p:nvSpPr>
          <p:spPr>
            <a:xfrm>
              <a:off x="3168000" y="1800000"/>
              <a:ext cx="2808000" cy="4536000"/>
            </a:xfrm>
            <a:prstGeom prst="rect">
              <a:avLst/>
            </a:prstGeom>
            <a:solidFill>
              <a:srgbClr val="FFF2CC"/>
            </a:solidFill>
            <a:ln>
              <a:noFill/>
            </a:ln>
          </p:spPr>
          <p:txBody>
            <a:bodyPr anchorCtr="0" anchor="t" bIns="45700" lIns="91425" spcFirstLastPara="1" rIns="91425" wrap="square" tIns="1656000">
              <a:noAutofit/>
            </a:bodyPr>
            <a:lstStyle/>
            <a:p>
              <a:pPr indent="0" lvl="0" marL="0" marR="0" rtl="0" algn="ctr">
                <a:spcBef>
                  <a:spcPts val="0"/>
                </a:spcBef>
                <a:spcAft>
                  <a:spcPts val="0"/>
                </a:spcAft>
                <a:buNone/>
              </a:pPr>
              <a:r>
                <a:rPr b="1" lang="ja-JP" sz="1400">
                  <a:solidFill>
                    <a:schemeClr val="dk1"/>
                  </a:solidFill>
                  <a:latin typeface="Arial"/>
                  <a:ea typeface="Arial"/>
                  <a:cs typeface="Arial"/>
                  <a:sym typeface="Arial"/>
                </a:rPr>
                <a:t>実行頻度</a:t>
              </a:r>
              <a:endParaRPr b="1" sz="1400">
                <a:solidFill>
                  <a:schemeClr val="dk1"/>
                </a:solidFill>
                <a:latin typeface="Arial"/>
                <a:ea typeface="Arial"/>
                <a:cs typeface="Arial"/>
                <a:sym typeface="Arial"/>
              </a:endParaRPr>
            </a:p>
            <a:p>
              <a:pPr indent="0" lvl="0" marL="0" marR="0" rtl="0" algn="ctr">
                <a:spcBef>
                  <a:spcPts val="600"/>
                </a:spcBef>
                <a:spcAft>
                  <a:spcPts val="0"/>
                </a:spcAft>
                <a:buNone/>
              </a:pPr>
              <a:r>
                <a:rPr lang="ja-JP" sz="1400">
                  <a:solidFill>
                    <a:schemeClr val="dk1"/>
                  </a:solidFill>
                  <a:latin typeface="Arial"/>
                  <a:ea typeface="Arial"/>
                  <a:cs typeface="Arial"/>
                  <a:sym typeface="Arial"/>
                </a:rPr>
                <a:t>連携発生時都度</a:t>
              </a:r>
              <a:endParaRPr sz="1400">
                <a:solidFill>
                  <a:schemeClr val="dk1"/>
                </a:solidFill>
                <a:latin typeface="Arial"/>
                <a:ea typeface="Arial"/>
                <a:cs typeface="Arial"/>
                <a:sym typeface="Arial"/>
              </a:endParaRPr>
            </a:p>
            <a:p>
              <a:pPr indent="0" lvl="0" marL="0" marR="0" rtl="0" algn="ctr">
                <a:spcBef>
                  <a:spcPts val="600"/>
                </a:spcBef>
                <a:spcAft>
                  <a:spcPts val="0"/>
                </a:spcAft>
                <a:buNone/>
              </a:pPr>
              <a:r>
                <a:rPr b="1" lang="ja-JP" sz="1400">
                  <a:solidFill>
                    <a:schemeClr val="dk1"/>
                  </a:solidFill>
                  <a:latin typeface="Arial"/>
                  <a:ea typeface="Arial"/>
                  <a:cs typeface="Arial"/>
                  <a:sym typeface="Arial"/>
                </a:rPr>
                <a:t>起動方式</a:t>
              </a:r>
              <a:endParaRPr b="1" sz="1400">
                <a:solidFill>
                  <a:schemeClr val="dk1"/>
                </a:solidFill>
                <a:latin typeface="Arial"/>
                <a:ea typeface="Arial"/>
                <a:cs typeface="Arial"/>
                <a:sym typeface="Arial"/>
              </a:endParaRPr>
            </a:p>
            <a:p>
              <a:pPr indent="0" lvl="0" marL="0" marR="0" rtl="0" algn="ctr">
                <a:spcBef>
                  <a:spcPts val="600"/>
                </a:spcBef>
                <a:spcAft>
                  <a:spcPts val="0"/>
                </a:spcAft>
                <a:buNone/>
              </a:pPr>
              <a:r>
                <a:rPr lang="ja-JP" sz="1400">
                  <a:solidFill>
                    <a:schemeClr val="dk1"/>
                  </a:solidFill>
                  <a:latin typeface="Arial"/>
                  <a:ea typeface="Arial"/>
                  <a:cs typeface="Arial"/>
                  <a:sym typeface="Arial"/>
                </a:rPr>
                <a:t>バッチ等の連携機能（組み込み）による実行</a:t>
              </a:r>
              <a:endParaRPr sz="1400">
                <a:solidFill>
                  <a:schemeClr val="dk1"/>
                </a:solidFill>
                <a:latin typeface="Arial"/>
                <a:ea typeface="Arial"/>
                <a:cs typeface="Arial"/>
                <a:sym typeface="Arial"/>
              </a:endParaRPr>
            </a:p>
            <a:p>
              <a:pPr indent="0" lvl="0" marL="0" marR="0" rtl="0" algn="ctr">
                <a:spcBef>
                  <a:spcPts val="600"/>
                </a:spcBef>
                <a:spcAft>
                  <a:spcPts val="0"/>
                </a:spcAft>
                <a:buNone/>
              </a:pPr>
              <a:r>
                <a:rPr b="1" lang="ja-JP" sz="1400">
                  <a:solidFill>
                    <a:schemeClr val="dk1"/>
                  </a:solidFill>
                  <a:latin typeface="Arial"/>
                  <a:ea typeface="Arial"/>
                  <a:cs typeface="Arial"/>
                  <a:sym typeface="Arial"/>
                </a:rPr>
                <a:t>バックアップ方式</a:t>
              </a:r>
              <a:endParaRPr b="1" sz="1400">
                <a:solidFill>
                  <a:schemeClr val="dk1"/>
                </a:solidFill>
                <a:latin typeface="Arial"/>
                <a:ea typeface="Arial"/>
                <a:cs typeface="Arial"/>
                <a:sym typeface="Arial"/>
              </a:endParaRPr>
            </a:p>
            <a:p>
              <a:pPr indent="0" lvl="0" marL="0" marR="0" rtl="0" algn="ctr">
                <a:spcBef>
                  <a:spcPts val="600"/>
                </a:spcBef>
                <a:spcAft>
                  <a:spcPts val="0"/>
                </a:spcAft>
                <a:buNone/>
              </a:pPr>
              <a:r>
                <a:rPr lang="ja-JP" sz="1400">
                  <a:solidFill>
                    <a:schemeClr val="dk1"/>
                  </a:solidFill>
                  <a:latin typeface="Arial"/>
                  <a:ea typeface="Arial"/>
                  <a:cs typeface="Arial"/>
                  <a:sym typeface="Arial"/>
                </a:rPr>
                <a:t>連携データファイルのコピー</a:t>
              </a:r>
              <a:endParaRPr sz="1400">
                <a:solidFill>
                  <a:schemeClr val="dk1"/>
                </a:solidFill>
                <a:latin typeface="Arial"/>
                <a:ea typeface="Arial"/>
                <a:cs typeface="Arial"/>
                <a:sym typeface="Arial"/>
              </a:endParaRPr>
            </a:p>
            <a:p>
              <a:pPr indent="0" lvl="0" marL="0" marR="0" rtl="0" algn="ctr">
                <a:spcBef>
                  <a:spcPts val="600"/>
                </a:spcBef>
                <a:spcAft>
                  <a:spcPts val="0"/>
                </a:spcAft>
                <a:buNone/>
              </a:pPr>
              <a:r>
                <a:rPr lang="ja-JP" sz="1400">
                  <a:solidFill>
                    <a:schemeClr val="dk1"/>
                  </a:solidFill>
                  <a:latin typeface="Arial"/>
                  <a:ea typeface="Arial"/>
                  <a:cs typeface="Arial"/>
                  <a:sym typeface="Arial"/>
                </a:rPr>
                <a:t>（送受信ともに対象）</a:t>
              </a:r>
              <a:endParaRPr sz="1400">
                <a:solidFill>
                  <a:schemeClr val="dk1"/>
                </a:solidFill>
                <a:latin typeface="Arial"/>
                <a:ea typeface="Arial"/>
                <a:cs typeface="Arial"/>
                <a:sym typeface="Arial"/>
              </a:endParaRPr>
            </a:p>
            <a:p>
              <a:pPr indent="0" lvl="0" marL="0" marR="0" rtl="0" algn="ctr">
                <a:spcBef>
                  <a:spcPts val="600"/>
                </a:spcBef>
                <a:spcAft>
                  <a:spcPts val="0"/>
                </a:spcAft>
                <a:buNone/>
              </a:pPr>
              <a:r>
                <a:rPr b="1" lang="ja-JP" sz="1400">
                  <a:solidFill>
                    <a:schemeClr val="dk1"/>
                  </a:solidFill>
                  <a:latin typeface="Arial"/>
                  <a:ea typeface="Arial"/>
                  <a:cs typeface="Arial"/>
                  <a:sym typeface="Arial"/>
                </a:rPr>
                <a:t>保管期間</a:t>
              </a:r>
              <a:endParaRPr b="1" sz="1400">
                <a:solidFill>
                  <a:schemeClr val="dk1"/>
                </a:solidFill>
                <a:latin typeface="Arial"/>
                <a:ea typeface="Arial"/>
                <a:cs typeface="Arial"/>
                <a:sym typeface="Arial"/>
              </a:endParaRPr>
            </a:p>
            <a:p>
              <a:pPr indent="0" lvl="0" marL="0" marR="0" rtl="0" algn="ctr">
                <a:spcBef>
                  <a:spcPts val="600"/>
                </a:spcBef>
                <a:spcAft>
                  <a:spcPts val="0"/>
                </a:spcAft>
                <a:buNone/>
              </a:pPr>
              <a:r>
                <a:rPr lang="ja-JP" sz="1400">
                  <a:solidFill>
                    <a:schemeClr val="dk1"/>
                  </a:solidFill>
                  <a:latin typeface="Arial"/>
                  <a:ea typeface="Arial"/>
                  <a:cs typeface="Arial"/>
                  <a:sym typeface="Arial"/>
                </a:rPr>
                <a:t>過去データを定期的に自動削除</a:t>
              </a:r>
              <a:endParaRPr sz="1400">
                <a:solidFill>
                  <a:schemeClr val="dk1"/>
                </a:solidFill>
                <a:latin typeface="Arial"/>
                <a:ea typeface="Arial"/>
                <a:cs typeface="Arial"/>
                <a:sym typeface="Arial"/>
              </a:endParaRPr>
            </a:p>
          </p:txBody>
        </p:sp>
        <p:sp>
          <p:nvSpPr>
            <p:cNvPr id="1433" name="Google Shape;1433;p27"/>
            <p:cNvSpPr txBox="1"/>
            <p:nvPr/>
          </p:nvSpPr>
          <p:spPr>
            <a:xfrm>
              <a:off x="3168000" y="2988000"/>
              <a:ext cx="2808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600">
                  <a:solidFill>
                    <a:srgbClr val="1E4E79"/>
                  </a:solidFill>
                  <a:latin typeface="Arial"/>
                  <a:ea typeface="Arial"/>
                  <a:cs typeface="Arial"/>
                  <a:sym typeface="Arial"/>
                </a:rPr>
                <a:t>連携データのバックアップ</a:t>
              </a:r>
              <a:endParaRPr/>
            </a:p>
          </p:txBody>
        </p:sp>
        <p:grpSp>
          <p:nvGrpSpPr>
            <p:cNvPr id="1434" name="Google Shape;1434;p27"/>
            <p:cNvGrpSpPr/>
            <p:nvPr/>
          </p:nvGrpSpPr>
          <p:grpSpPr>
            <a:xfrm>
              <a:off x="3348000" y="1944000"/>
              <a:ext cx="2448000" cy="792000"/>
              <a:chOff x="3348000" y="1872000"/>
              <a:chExt cx="2448000" cy="792000"/>
            </a:xfrm>
          </p:grpSpPr>
          <p:sp>
            <p:nvSpPr>
              <p:cNvPr id="1435" name="Google Shape;1435;p27"/>
              <p:cNvSpPr/>
              <p:nvPr/>
            </p:nvSpPr>
            <p:spPr>
              <a:xfrm>
                <a:off x="3348000" y="1872000"/>
                <a:ext cx="2448000" cy="792000"/>
              </a:xfrm>
              <a:prstGeom prst="roundRect">
                <a:avLst>
                  <a:gd fmla="val 8018" name="adj"/>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600">
                  <a:solidFill>
                    <a:schemeClr val="lt1"/>
                  </a:solidFill>
                  <a:latin typeface="Arial"/>
                  <a:ea typeface="Arial"/>
                  <a:cs typeface="Arial"/>
                  <a:sym typeface="Arial"/>
                </a:endParaRPr>
              </a:p>
            </p:txBody>
          </p:sp>
          <p:sp>
            <p:nvSpPr>
              <p:cNvPr id="1436" name="Google Shape;1436;p27"/>
              <p:cNvSpPr/>
              <p:nvPr/>
            </p:nvSpPr>
            <p:spPr>
              <a:xfrm>
                <a:off x="4381143" y="2104431"/>
                <a:ext cx="381714" cy="327138"/>
              </a:xfrm>
              <a:prstGeom prst="rightArrow">
                <a:avLst>
                  <a:gd fmla="val 61303" name="adj1"/>
                  <a:gd fmla="val 61328" name="adj2"/>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600">
                  <a:solidFill>
                    <a:schemeClr val="lt1"/>
                  </a:solidFill>
                  <a:latin typeface="Arial"/>
                  <a:ea typeface="Arial"/>
                  <a:cs typeface="Arial"/>
                  <a:sym typeface="Arial"/>
                </a:endParaRPr>
              </a:p>
            </p:txBody>
          </p:sp>
          <p:pic>
            <p:nvPicPr>
              <p:cNvPr id="1437" name="Google Shape;1437;p27"/>
              <p:cNvPicPr preferRelativeResize="0"/>
              <p:nvPr/>
            </p:nvPicPr>
            <p:blipFill rotWithShape="1">
              <a:blip r:embed="rId3">
                <a:alphaModFix/>
              </a:blip>
              <a:srcRect b="0" l="0" r="0" t="0"/>
              <a:stretch/>
            </p:blipFill>
            <p:spPr>
              <a:xfrm>
                <a:off x="3924000" y="2016000"/>
                <a:ext cx="383229" cy="504000"/>
              </a:xfrm>
              <a:prstGeom prst="rect">
                <a:avLst/>
              </a:prstGeom>
              <a:noFill/>
              <a:ln>
                <a:noFill/>
              </a:ln>
            </p:spPr>
          </p:pic>
          <p:pic>
            <p:nvPicPr>
              <p:cNvPr id="1438" name="Google Shape;1438;p27"/>
              <p:cNvPicPr preferRelativeResize="0"/>
              <p:nvPr/>
            </p:nvPicPr>
            <p:blipFill rotWithShape="1">
              <a:blip r:embed="rId3">
                <a:alphaModFix/>
              </a:blip>
              <a:srcRect b="0" l="0" r="0" t="0"/>
              <a:stretch/>
            </p:blipFill>
            <p:spPr>
              <a:xfrm>
                <a:off x="4824000" y="2016000"/>
                <a:ext cx="383229" cy="504000"/>
              </a:xfrm>
              <a:prstGeom prst="rect">
                <a:avLst/>
              </a:prstGeom>
              <a:noFill/>
              <a:ln>
                <a:noFill/>
              </a:ln>
            </p:spPr>
          </p:pic>
        </p:grpSp>
      </p:grpSp>
      <p:grpSp>
        <p:nvGrpSpPr>
          <p:cNvPr id="1439" name="Google Shape;1439;p27"/>
          <p:cNvGrpSpPr/>
          <p:nvPr/>
        </p:nvGrpSpPr>
        <p:grpSpPr>
          <a:xfrm>
            <a:off x="3168000" y="1800000"/>
            <a:ext cx="2808000" cy="4536000"/>
            <a:chOff x="6120000" y="1800000"/>
            <a:chExt cx="2808000" cy="4536000"/>
          </a:xfrm>
        </p:grpSpPr>
        <p:sp>
          <p:nvSpPr>
            <p:cNvPr id="1440" name="Google Shape;1440;p27"/>
            <p:cNvSpPr txBox="1"/>
            <p:nvPr/>
          </p:nvSpPr>
          <p:spPr>
            <a:xfrm>
              <a:off x="6120000" y="1800000"/>
              <a:ext cx="2808000" cy="4536000"/>
            </a:xfrm>
            <a:prstGeom prst="rect">
              <a:avLst/>
            </a:prstGeom>
            <a:solidFill>
              <a:srgbClr val="FBE4D4"/>
            </a:solidFill>
            <a:ln>
              <a:noFill/>
            </a:ln>
          </p:spPr>
          <p:txBody>
            <a:bodyPr anchorCtr="0" anchor="t" bIns="45700" lIns="91425" spcFirstLastPara="1" rIns="91425" wrap="square" tIns="1656000">
              <a:noAutofit/>
            </a:bodyPr>
            <a:lstStyle/>
            <a:p>
              <a:pPr indent="0" lvl="0" marL="0" marR="0" rtl="0" algn="ctr">
                <a:spcBef>
                  <a:spcPts val="0"/>
                </a:spcBef>
                <a:spcAft>
                  <a:spcPts val="0"/>
                </a:spcAft>
                <a:buNone/>
              </a:pPr>
              <a:r>
                <a:rPr b="1" lang="ja-JP" sz="1400">
                  <a:solidFill>
                    <a:schemeClr val="dk1"/>
                  </a:solidFill>
                  <a:latin typeface="Arial"/>
                  <a:ea typeface="Arial"/>
                  <a:cs typeface="Arial"/>
                  <a:sym typeface="Arial"/>
                </a:rPr>
                <a:t>実行頻度</a:t>
              </a:r>
              <a:endParaRPr b="1" sz="1400">
                <a:solidFill>
                  <a:schemeClr val="dk1"/>
                </a:solidFill>
                <a:latin typeface="Arial"/>
                <a:ea typeface="Arial"/>
                <a:cs typeface="Arial"/>
                <a:sym typeface="Arial"/>
              </a:endParaRPr>
            </a:p>
            <a:p>
              <a:pPr indent="0" lvl="0" marL="0" marR="0" rtl="0" algn="ctr">
                <a:spcBef>
                  <a:spcPts val="600"/>
                </a:spcBef>
                <a:spcAft>
                  <a:spcPts val="0"/>
                </a:spcAft>
                <a:buNone/>
              </a:pPr>
              <a:r>
                <a:rPr lang="ja-JP" sz="1400">
                  <a:solidFill>
                    <a:schemeClr val="dk1"/>
                  </a:solidFill>
                  <a:latin typeface="Arial"/>
                  <a:ea typeface="Arial"/>
                  <a:cs typeface="Arial"/>
                  <a:sym typeface="Arial"/>
                </a:rPr>
                <a:t>SQL発行時都度</a:t>
              </a:r>
              <a:endParaRPr sz="1400">
                <a:solidFill>
                  <a:schemeClr val="dk1"/>
                </a:solidFill>
                <a:latin typeface="Arial"/>
                <a:ea typeface="Arial"/>
                <a:cs typeface="Arial"/>
                <a:sym typeface="Arial"/>
              </a:endParaRPr>
            </a:p>
            <a:p>
              <a:pPr indent="0" lvl="0" marL="0" marR="0" rtl="0" algn="ctr">
                <a:spcBef>
                  <a:spcPts val="600"/>
                </a:spcBef>
                <a:spcAft>
                  <a:spcPts val="0"/>
                </a:spcAft>
                <a:buNone/>
              </a:pPr>
              <a:r>
                <a:rPr b="1" lang="ja-JP" sz="1400">
                  <a:solidFill>
                    <a:schemeClr val="dk1"/>
                  </a:solidFill>
                  <a:latin typeface="Arial"/>
                  <a:ea typeface="Arial"/>
                  <a:cs typeface="Arial"/>
                  <a:sym typeface="Arial"/>
                </a:rPr>
                <a:t>起動方式</a:t>
              </a:r>
              <a:endParaRPr b="1" sz="1400">
                <a:solidFill>
                  <a:schemeClr val="dk1"/>
                </a:solidFill>
                <a:latin typeface="Arial"/>
                <a:ea typeface="Arial"/>
                <a:cs typeface="Arial"/>
                <a:sym typeface="Arial"/>
              </a:endParaRPr>
            </a:p>
            <a:p>
              <a:pPr indent="0" lvl="0" marL="0" marR="0" rtl="0" algn="ctr">
                <a:spcBef>
                  <a:spcPts val="600"/>
                </a:spcBef>
                <a:spcAft>
                  <a:spcPts val="0"/>
                </a:spcAft>
                <a:buNone/>
              </a:pPr>
              <a:r>
                <a:rPr lang="ja-JP" sz="1400">
                  <a:solidFill>
                    <a:schemeClr val="dk1"/>
                  </a:solidFill>
                  <a:latin typeface="Arial"/>
                  <a:ea typeface="Arial"/>
                  <a:cs typeface="Arial"/>
                  <a:sym typeface="Arial"/>
                </a:rPr>
                <a:t>アプリケーションのDB更新機能（組み込み）による実行</a:t>
              </a:r>
              <a:endParaRPr sz="1400">
                <a:solidFill>
                  <a:schemeClr val="dk1"/>
                </a:solidFill>
                <a:latin typeface="Arial"/>
                <a:ea typeface="Arial"/>
                <a:cs typeface="Arial"/>
                <a:sym typeface="Arial"/>
              </a:endParaRPr>
            </a:p>
            <a:p>
              <a:pPr indent="0" lvl="0" marL="0" marR="0" rtl="0" algn="ctr">
                <a:spcBef>
                  <a:spcPts val="600"/>
                </a:spcBef>
                <a:spcAft>
                  <a:spcPts val="0"/>
                </a:spcAft>
                <a:buNone/>
              </a:pPr>
              <a:r>
                <a:rPr b="1" lang="ja-JP" sz="1400">
                  <a:solidFill>
                    <a:schemeClr val="dk1"/>
                  </a:solidFill>
                  <a:latin typeface="Arial"/>
                  <a:ea typeface="Arial"/>
                  <a:cs typeface="Arial"/>
                  <a:sym typeface="Arial"/>
                </a:rPr>
                <a:t>バックアップ方式</a:t>
              </a:r>
              <a:endParaRPr b="1" sz="1400">
                <a:solidFill>
                  <a:schemeClr val="dk1"/>
                </a:solidFill>
                <a:latin typeface="Arial"/>
                <a:ea typeface="Arial"/>
                <a:cs typeface="Arial"/>
                <a:sym typeface="Arial"/>
              </a:endParaRPr>
            </a:p>
            <a:p>
              <a:pPr indent="0" lvl="0" marL="0" marR="0" rtl="0" algn="ctr">
                <a:spcBef>
                  <a:spcPts val="600"/>
                </a:spcBef>
                <a:spcAft>
                  <a:spcPts val="0"/>
                </a:spcAft>
                <a:buNone/>
              </a:pPr>
              <a:r>
                <a:rPr lang="ja-JP" sz="1400">
                  <a:solidFill>
                    <a:schemeClr val="dk1"/>
                  </a:solidFill>
                  <a:latin typeface="Arial"/>
                  <a:ea typeface="Arial"/>
                  <a:cs typeface="Arial"/>
                  <a:sym typeface="Arial"/>
                </a:rPr>
                <a:t>SQL分をログとして出力</a:t>
              </a:r>
              <a:endParaRPr sz="1400">
                <a:solidFill>
                  <a:schemeClr val="dk1"/>
                </a:solidFill>
                <a:latin typeface="Arial"/>
                <a:ea typeface="Arial"/>
                <a:cs typeface="Arial"/>
                <a:sym typeface="Arial"/>
              </a:endParaRPr>
            </a:p>
            <a:p>
              <a:pPr indent="0" lvl="0" marL="0" marR="0" rtl="0" algn="ctr">
                <a:spcBef>
                  <a:spcPts val="600"/>
                </a:spcBef>
                <a:spcAft>
                  <a:spcPts val="0"/>
                </a:spcAft>
                <a:buNone/>
              </a:pPr>
              <a:r>
                <a:rPr b="1" lang="ja-JP" sz="1400">
                  <a:solidFill>
                    <a:schemeClr val="dk1"/>
                  </a:solidFill>
                  <a:latin typeface="Arial"/>
                  <a:ea typeface="Arial"/>
                  <a:cs typeface="Arial"/>
                  <a:sym typeface="Arial"/>
                </a:rPr>
                <a:t>保管期間</a:t>
              </a:r>
              <a:endParaRPr b="1" sz="1400">
                <a:solidFill>
                  <a:schemeClr val="dk1"/>
                </a:solidFill>
                <a:latin typeface="Arial"/>
                <a:ea typeface="Arial"/>
                <a:cs typeface="Arial"/>
                <a:sym typeface="Arial"/>
              </a:endParaRPr>
            </a:p>
            <a:p>
              <a:pPr indent="0" lvl="0" marL="0" marR="0" rtl="0" algn="ctr">
                <a:spcBef>
                  <a:spcPts val="600"/>
                </a:spcBef>
                <a:spcAft>
                  <a:spcPts val="0"/>
                </a:spcAft>
                <a:buNone/>
              </a:pPr>
              <a:r>
                <a:rPr lang="ja-JP" sz="1400">
                  <a:solidFill>
                    <a:schemeClr val="dk1"/>
                  </a:solidFill>
                  <a:latin typeface="Arial"/>
                  <a:ea typeface="Arial"/>
                  <a:cs typeface="Arial"/>
                  <a:sym typeface="Arial"/>
                </a:rPr>
                <a:t>データベースのバックアップ開始前に過去分を消去</a:t>
              </a:r>
              <a:endParaRPr sz="1400">
                <a:solidFill>
                  <a:schemeClr val="dk1"/>
                </a:solidFill>
                <a:latin typeface="Arial"/>
                <a:ea typeface="Arial"/>
                <a:cs typeface="Arial"/>
                <a:sym typeface="Arial"/>
              </a:endParaRPr>
            </a:p>
          </p:txBody>
        </p:sp>
        <p:sp>
          <p:nvSpPr>
            <p:cNvPr id="1441" name="Google Shape;1441;p27"/>
            <p:cNvSpPr txBox="1"/>
            <p:nvPr/>
          </p:nvSpPr>
          <p:spPr>
            <a:xfrm>
              <a:off x="6120000" y="2988000"/>
              <a:ext cx="2808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600">
                  <a:solidFill>
                    <a:srgbClr val="1E4E79"/>
                  </a:solidFill>
                  <a:latin typeface="Arial"/>
                  <a:ea typeface="Arial"/>
                  <a:cs typeface="Arial"/>
                  <a:sym typeface="Arial"/>
                </a:rPr>
                <a:t>SQL実行ログ出力</a:t>
              </a:r>
              <a:endParaRPr b="1" sz="1600">
                <a:solidFill>
                  <a:srgbClr val="1E4E79"/>
                </a:solidFill>
                <a:latin typeface="Arial"/>
                <a:ea typeface="Arial"/>
                <a:cs typeface="Arial"/>
                <a:sym typeface="Arial"/>
              </a:endParaRPr>
            </a:p>
          </p:txBody>
        </p:sp>
        <p:grpSp>
          <p:nvGrpSpPr>
            <p:cNvPr id="1442" name="Google Shape;1442;p27"/>
            <p:cNvGrpSpPr/>
            <p:nvPr/>
          </p:nvGrpSpPr>
          <p:grpSpPr>
            <a:xfrm>
              <a:off x="6300000" y="1944000"/>
              <a:ext cx="2448000" cy="792000"/>
              <a:chOff x="6336000" y="1872000"/>
              <a:chExt cx="2448000" cy="792000"/>
            </a:xfrm>
          </p:grpSpPr>
          <p:sp>
            <p:nvSpPr>
              <p:cNvPr id="1443" name="Google Shape;1443;p27"/>
              <p:cNvSpPr/>
              <p:nvPr/>
            </p:nvSpPr>
            <p:spPr>
              <a:xfrm>
                <a:off x="6336000" y="1872000"/>
                <a:ext cx="2448000" cy="792000"/>
              </a:xfrm>
              <a:prstGeom prst="roundRect">
                <a:avLst>
                  <a:gd fmla="val 8018"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600">
                  <a:solidFill>
                    <a:schemeClr val="lt1"/>
                  </a:solidFill>
                  <a:latin typeface="Arial"/>
                  <a:ea typeface="Arial"/>
                  <a:cs typeface="Arial"/>
                  <a:sym typeface="Arial"/>
                </a:endParaRPr>
              </a:p>
            </p:txBody>
          </p:sp>
          <p:grpSp>
            <p:nvGrpSpPr>
              <p:cNvPr id="1444" name="Google Shape;1444;p27"/>
              <p:cNvGrpSpPr/>
              <p:nvPr/>
            </p:nvGrpSpPr>
            <p:grpSpPr>
              <a:xfrm>
                <a:off x="6810386" y="2016000"/>
                <a:ext cx="1499229" cy="504000"/>
                <a:chOff x="6696000" y="2016000"/>
                <a:chExt cx="1499229" cy="504000"/>
              </a:xfrm>
            </p:grpSpPr>
            <p:sp>
              <p:nvSpPr>
                <p:cNvPr id="1445" name="Google Shape;1445;p27"/>
                <p:cNvSpPr/>
                <p:nvPr/>
              </p:nvSpPr>
              <p:spPr>
                <a:xfrm>
                  <a:off x="7369143" y="2104431"/>
                  <a:ext cx="381714" cy="327138"/>
                </a:xfrm>
                <a:prstGeom prst="rightArrow">
                  <a:avLst>
                    <a:gd fmla="val 61303" name="adj1"/>
                    <a:gd fmla="val 61328" name="adj2"/>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600">
                    <a:solidFill>
                      <a:schemeClr val="lt1"/>
                    </a:solidFill>
                    <a:latin typeface="Arial"/>
                    <a:ea typeface="Arial"/>
                    <a:cs typeface="Arial"/>
                    <a:sym typeface="Arial"/>
                  </a:endParaRPr>
                </a:p>
              </p:txBody>
            </p:sp>
            <p:pic>
              <p:nvPicPr>
                <p:cNvPr id="1446" name="Google Shape;1446;p27"/>
                <p:cNvPicPr preferRelativeResize="0"/>
                <p:nvPr/>
              </p:nvPicPr>
              <p:blipFill rotWithShape="1">
                <a:blip r:embed="rId4">
                  <a:alphaModFix/>
                </a:blip>
                <a:srcRect b="0" l="0" r="0" t="0"/>
                <a:stretch/>
              </p:blipFill>
              <p:spPr>
                <a:xfrm>
                  <a:off x="7812000" y="2016000"/>
                  <a:ext cx="383229" cy="504000"/>
                </a:xfrm>
                <a:prstGeom prst="rect">
                  <a:avLst/>
                </a:prstGeom>
                <a:noFill/>
                <a:ln>
                  <a:noFill/>
                </a:ln>
              </p:spPr>
            </p:pic>
            <p:pic>
              <p:nvPicPr>
                <p:cNvPr id="1447" name="Google Shape;1447;p27"/>
                <p:cNvPicPr preferRelativeResize="0"/>
                <p:nvPr/>
              </p:nvPicPr>
              <p:blipFill rotWithShape="1">
                <a:blip r:embed="rId5">
                  <a:alphaModFix/>
                </a:blip>
                <a:srcRect b="0" l="0" r="0" t="0"/>
                <a:stretch/>
              </p:blipFill>
              <p:spPr>
                <a:xfrm>
                  <a:off x="6696000" y="2052000"/>
                  <a:ext cx="597044" cy="432000"/>
                </a:xfrm>
                <a:prstGeom prst="rect">
                  <a:avLst/>
                </a:prstGeom>
                <a:noFill/>
                <a:ln>
                  <a:noFill/>
                </a:ln>
              </p:spPr>
            </p:pic>
          </p:grpSp>
        </p:grpSp>
      </p:grpSp>
      <p:grpSp>
        <p:nvGrpSpPr>
          <p:cNvPr id="1448" name="Google Shape;1448;p27"/>
          <p:cNvGrpSpPr/>
          <p:nvPr/>
        </p:nvGrpSpPr>
        <p:grpSpPr>
          <a:xfrm>
            <a:off x="396000" y="1944000"/>
            <a:ext cx="2448000" cy="792000"/>
            <a:chOff x="396000" y="1872000"/>
            <a:chExt cx="2448000" cy="792000"/>
          </a:xfrm>
        </p:grpSpPr>
        <p:sp>
          <p:nvSpPr>
            <p:cNvPr id="1449" name="Google Shape;1449;p27"/>
            <p:cNvSpPr/>
            <p:nvPr/>
          </p:nvSpPr>
          <p:spPr>
            <a:xfrm>
              <a:off x="396000" y="1872000"/>
              <a:ext cx="2448000" cy="792000"/>
            </a:xfrm>
            <a:prstGeom prst="roundRect">
              <a:avLst>
                <a:gd fmla="val 8018" name="adj"/>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600">
                <a:solidFill>
                  <a:schemeClr val="lt1"/>
                </a:solidFill>
                <a:latin typeface="Arial"/>
                <a:ea typeface="Arial"/>
                <a:cs typeface="Arial"/>
                <a:sym typeface="Arial"/>
              </a:endParaRPr>
            </a:p>
          </p:txBody>
        </p:sp>
        <p:sp>
          <p:nvSpPr>
            <p:cNvPr id="1450" name="Google Shape;1450;p27"/>
            <p:cNvSpPr/>
            <p:nvPr/>
          </p:nvSpPr>
          <p:spPr>
            <a:xfrm>
              <a:off x="1429143" y="2104431"/>
              <a:ext cx="381714" cy="327138"/>
            </a:xfrm>
            <a:prstGeom prst="rightArrow">
              <a:avLst>
                <a:gd fmla="val 61303" name="adj1"/>
                <a:gd fmla="val 61328" name="adj2"/>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600">
                <a:solidFill>
                  <a:schemeClr val="lt1"/>
                </a:solidFill>
                <a:latin typeface="Arial"/>
                <a:ea typeface="Arial"/>
                <a:cs typeface="Arial"/>
                <a:sym typeface="Arial"/>
              </a:endParaRPr>
            </a:p>
          </p:txBody>
        </p:sp>
        <p:pic>
          <p:nvPicPr>
            <p:cNvPr id="1451" name="Google Shape;1451;p27"/>
            <p:cNvPicPr preferRelativeResize="0"/>
            <p:nvPr/>
          </p:nvPicPr>
          <p:blipFill rotWithShape="1">
            <a:blip r:embed="rId6">
              <a:alphaModFix/>
            </a:blip>
            <a:srcRect b="0" l="0" r="0" t="0"/>
            <a:stretch/>
          </p:blipFill>
          <p:spPr>
            <a:xfrm>
              <a:off x="972000" y="2016000"/>
              <a:ext cx="353400" cy="504000"/>
            </a:xfrm>
            <a:prstGeom prst="rect">
              <a:avLst/>
            </a:prstGeom>
            <a:noFill/>
            <a:ln>
              <a:noFill/>
            </a:ln>
          </p:spPr>
        </p:pic>
        <p:grpSp>
          <p:nvGrpSpPr>
            <p:cNvPr id="1452" name="Google Shape;1452;p27"/>
            <p:cNvGrpSpPr/>
            <p:nvPr/>
          </p:nvGrpSpPr>
          <p:grpSpPr>
            <a:xfrm>
              <a:off x="1908000" y="2016000"/>
              <a:ext cx="383229" cy="504000"/>
              <a:chOff x="1908000" y="2016000"/>
              <a:chExt cx="383229" cy="504000"/>
            </a:xfrm>
          </p:grpSpPr>
          <p:pic>
            <p:nvPicPr>
              <p:cNvPr id="1453" name="Google Shape;1453;p27"/>
              <p:cNvPicPr preferRelativeResize="0"/>
              <p:nvPr/>
            </p:nvPicPr>
            <p:blipFill rotWithShape="1">
              <a:blip r:embed="rId3">
                <a:alphaModFix/>
              </a:blip>
              <a:srcRect b="0" l="0" r="0" t="0"/>
              <a:stretch/>
            </p:blipFill>
            <p:spPr>
              <a:xfrm>
                <a:off x="1908000" y="2016000"/>
                <a:ext cx="383229" cy="504000"/>
              </a:xfrm>
              <a:prstGeom prst="rect">
                <a:avLst/>
              </a:prstGeom>
              <a:noFill/>
              <a:ln>
                <a:noFill/>
              </a:ln>
            </p:spPr>
          </p:pic>
          <p:sp>
            <p:nvSpPr>
              <p:cNvPr id="1454" name="Google Shape;1454;p27"/>
              <p:cNvSpPr/>
              <p:nvPr/>
            </p:nvSpPr>
            <p:spPr>
              <a:xfrm>
                <a:off x="1919614" y="2357778"/>
                <a:ext cx="360000" cy="144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900">
                    <a:solidFill>
                      <a:schemeClr val="accent1"/>
                    </a:solidFill>
                    <a:latin typeface="Arial"/>
                    <a:ea typeface="Arial"/>
                    <a:cs typeface="Arial"/>
                    <a:sym typeface="Arial"/>
                  </a:rPr>
                  <a:t>DMP</a:t>
                </a:r>
                <a:endParaRPr b="1" sz="900">
                  <a:solidFill>
                    <a:schemeClr val="accent1"/>
                  </a:solidFill>
                  <a:latin typeface="Arial"/>
                  <a:ea typeface="Arial"/>
                  <a:cs typeface="Arial"/>
                  <a:sym typeface="Arial"/>
                </a:endParaRPr>
              </a:p>
            </p:txBody>
          </p:sp>
        </p:grpSp>
      </p:gr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8" name="Shape 1458"/>
        <p:cNvGrpSpPr/>
        <p:nvPr/>
      </p:nvGrpSpPr>
      <p:grpSpPr>
        <a:xfrm>
          <a:off x="0" y="0"/>
          <a:ext cx="0" cy="0"/>
          <a:chOff x="0" y="0"/>
          <a:chExt cx="0" cy="0"/>
        </a:xfrm>
      </p:grpSpPr>
      <p:sp>
        <p:nvSpPr>
          <p:cNvPr id="1459" name="Google Shape;1459;p28"/>
          <p:cNvSpPr txBox="1"/>
          <p:nvPr>
            <p:ph type="title"/>
          </p:nvPr>
        </p:nvSpPr>
        <p:spPr>
          <a:xfrm>
            <a:off x="144000" y="36000"/>
            <a:ext cx="8856000" cy="5760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3000"/>
              <a:buFont typeface="Arial"/>
              <a:buNone/>
            </a:pPr>
            <a:r>
              <a:rPr lang="ja-JP"/>
              <a:t>リストア方式</a:t>
            </a:r>
            <a:endParaRPr/>
          </a:p>
        </p:txBody>
      </p:sp>
      <p:sp>
        <p:nvSpPr>
          <p:cNvPr id="1460" name="Google Shape;1460;p28"/>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ja-JP"/>
              <a:t>Copyright© 2020 SystemEXE,Inc. all rights reserved.</a:t>
            </a:r>
            <a:endParaRPr/>
          </a:p>
        </p:txBody>
      </p:sp>
      <p:sp>
        <p:nvSpPr>
          <p:cNvPr id="1461" name="Google Shape;1461;p28"/>
          <p:cNvSpPr txBox="1"/>
          <p:nvPr>
            <p:ph idx="12" type="sldNum"/>
          </p:nvPr>
        </p:nvSpPr>
        <p:spPr>
          <a:xfrm>
            <a:off x="4212000" y="6500068"/>
            <a:ext cx="720000" cy="288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ja-JP"/>
              <a:t>‹#›</a:t>
            </a:fld>
            <a:endParaRPr/>
          </a:p>
        </p:txBody>
      </p:sp>
      <p:grpSp>
        <p:nvGrpSpPr>
          <p:cNvPr id="1462" name="Google Shape;1462;p28"/>
          <p:cNvGrpSpPr/>
          <p:nvPr/>
        </p:nvGrpSpPr>
        <p:grpSpPr>
          <a:xfrm>
            <a:off x="666000" y="1080000"/>
            <a:ext cx="7812000" cy="4644000"/>
            <a:chOff x="324000" y="864000"/>
            <a:chExt cx="7812000" cy="4644000"/>
          </a:xfrm>
        </p:grpSpPr>
        <p:sp>
          <p:nvSpPr>
            <p:cNvPr id="1463" name="Google Shape;1463;p28"/>
            <p:cNvSpPr/>
            <p:nvPr/>
          </p:nvSpPr>
          <p:spPr>
            <a:xfrm>
              <a:off x="324000" y="864000"/>
              <a:ext cx="360000" cy="360000"/>
            </a:xfrm>
            <a:prstGeom prst="ellipse">
              <a:avLst/>
            </a:prstGeom>
            <a:solidFill>
              <a:srgbClr val="9CC2E5"/>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64" name="Google Shape;1464;p28"/>
            <p:cNvSpPr txBox="1"/>
            <p:nvPr/>
          </p:nvSpPr>
          <p:spPr>
            <a:xfrm>
              <a:off x="720000" y="936000"/>
              <a:ext cx="3028518" cy="288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rPr lang="ja-JP" sz="1400">
                  <a:solidFill>
                    <a:schemeClr val="dk1"/>
                  </a:solidFill>
                  <a:latin typeface="Calibri"/>
                  <a:ea typeface="Calibri"/>
                  <a:cs typeface="Calibri"/>
                  <a:sym typeface="Calibri"/>
                </a:rPr>
                <a:t>障害発生</a:t>
              </a:r>
              <a:endParaRPr sz="1400">
                <a:solidFill>
                  <a:schemeClr val="dk1"/>
                </a:solidFill>
                <a:latin typeface="Calibri"/>
                <a:ea typeface="Calibri"/>
                <a:cs typeface="Calibri"/>
                <a:sym typeface="Calibri"/>
              </a:endParaRPr>
            </a:p>
          </p:txBody>
        </p:sp>
        <p:cxnSp>
          <p:nvCxnSpPr>
            <p:cNvPr id="1465" name="Google Shape;1465;p28"/>
            <p:cNvCxnSpPr>
              <a:stCxn id="1463" idx="4"/>
              <a:endCxn id="1466" idx="0"/>
            </p:cNvCxnSpPr>
            <p:nvPr/>
          </p:nvCxnSpPr>
          <p:spPr>
            <a:xfrm>
              <a:off x="504000" y="1224000"/>
              <a:ext cx="0" cy="3924000"/>
            </a:xfrm>
            <a:prstGeom prst="straightConnector1">
              <a:avLst/>
            </a:prstGeom>
            <a:noFill/>
            <a:ln cap="flat" cmpd="sng" w="28575">
              <a:solidFill>
                <a:srgbClr val="9CC2E5"/>
              </a:solidFill>
              <a:prstDash val="dash"/>
              <a:miter lim="800000"/>
              <a:headEnd len="sm" w="sm" type="none"/>
              <a:tailEnd len="lg" w="lg" type="triangle"/>
            </a:ln>
          </p:spPr>
        </p:cxnSp>
        <p:sp>
          <p:nvSpPr>
            <p:cNvPr id="1466" name="Google Shape;1466;p28"/>
            <p:cNvSpPr/>
            <p:nvPr/>
          </p:nvSpPr>
          <p:spPr>
            <a:xfrm>
              <a:off x="324000" y="5148000"/>
              <a:ext cx="360000" cy="360000"/>
            </a:xfrm>
            <a:prstGeom prst="ellipse">
              <a:avLst/>
            </a:prstGeom>
            <a:solidFill>
              <a:srgbClr val="9CC2E5"/>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67" name="Google Shape;1467;p28"/>
            <p:cNvSpPr txBox="1"/>
            <p:nvPr/>
          </p:nvSpPr>
          <p:spPr>
            <a:xfrm>
              <a:off x="720000" y="5184000"/>
              <a:ext cx="3028518" cy="288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rPr lang="ja-JP" sz="1400">
                  <a:solidFill>
                    <a:schemeClr val="dk1"/>
                  </a:solidFill>
                  <a:latin typeface="Calibri"/>
                  <a:ea typeface="Calibri"/>
                  <a:cs typeface="Calibri"/>
                  <a:sym typeface="Calibri"/>
                </a:rPr>
                <a:t>復旧</a:t>
              </a:r>
              <a:endParaRPr sz="1400">
                <a:solidFill>
                  <a:schemeClr val="dk1"/>
                </a:solidFill>
                <a:latin typeface="Calibri"/>
                <a:ea typeface="Calibri"/>
                <a:cs typeface="Calibri"/>
                <a:sym typeface="Calibri"/>
              </a:endParaRPr>
            </a:p>
          </p:txBody>
        </p:sp>
        <p:sp>
          <p:nvSpPr>
            <p:cNvPr id="1468" name="Google Shape;1468;p28"/>
            <p:cNvSpPr/>
            <p:nvPr/>
          </p:nvSpPr>
          <p:spPr>
            <a:xfrm>
              <a:off x="396000" y="1620000"/>
              <a:ext cx="216000" cy="216000"/>
            </a:xfrm>
            <a:prstGeom prst="ellipse">
              <a:avLst/>
            </a:prstGeom>
            <a:solidFill>
              <a:srgbClr val="9CC2E5"/>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69" name="Google Shape;1469;p28"/>
            <p:cNvSpPr txBox="1"/>
            <p:nvPr/>
          </p:nvSpPr>
          <p:spPr>
            <a:xfrm>
              <a:off x="1224000" y="1728000"/>
              <a:ext cx="3096000" cy="864000"/>
            </a:xfrm>
            <a:prstGeom prst="rect">
              <a:avLst/>
            </a:prstGeom>
            <a:noFill/>
            <a:ln>
              <a:noFill/>
            </a:ln>
          </p:spPr>
          <p:txBody>
            <a:bodyPr anchorCtr="0" anchor="t" bIns="72000" lIns="36000" spcFirstLastPara="1" rIns="36000" wrap="square" tIns="72000">
              <a:noAutofit/>
            </a:bodyPr>
            <a:lstStyle/>
            <a:p>
              <a:pPr indent="0" lvl="0" marL="0" marR="0" rtl="0" algn="l">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impdpコマンドを使用しdmpファイルをデータベースにインポートします。</a:t>
              </a:r>
              <a:endParaRPr sz="1400">
                <a:solidFill>
                  <a:schemeClr val="dk1"/>
                </a:solidFill>
                <a:latin typeface="Arial"/>
                <a:ea typeface="Arial"/>
                <a:cs typeface="Arial"/>
                <a:sym typeface="Arial"/>
              </a:endParaRPr>
            </a:p>
            <a:p>
              <a:pPr indent="0" lvl="0" marL="0" marR="0" rtl="0" algn="l">
                <a:lnSpc>
                  <a:spcPct val="120000"/>
                </a:lnSpc>
                <a:spcBef>
                  <a:spcPts val="0"/>
                </a:spcBef>
                <a:spcAft>
                  <a:spcPts val="0"/>
                </a:spcAft>
                <a:buClr>
                  <a:schemeClr val="dk1"/>
                </a:buClr>
                <a:buSzPts val="1400"/>
                <a:buFont typeface="Arial"/>
                <a:buNone/>
              </a:pPr>
              <a:r>
                <a:t/>
              </a:r>
              <a:endParaRPr sz="1400">
                <a:solidFill>
                  <a:schemeClr val="dk1"/>
                </a:solidFill>
                <a:latin typeface="Arial"/>
                <a:ea typeface="Arial"/>
                <a:cs typeface="Arial"/>
                <a:sym typeface="Arial"/>
              </a:endParaRPr>
            </a:p>
            <a:p>
              <a:pPr indent="0" lvl="0" marL="0" marR="0" rtl="0" algn="l">
                <a:lnSpc>
                  <a:spcPct val="120000"/>
                </a:lnSpc>
                <a:spcBef>
                  <a:spcPts val="0"/>
                </a:spcBef>
                <a:spcAft>
                  <a:spcPts val="0"/>
                </a:spcAft>
                <a:buClr>
                  <a:schemeClr val="dk1"/>
                </a:buClr>
                <a:buSzPts val="1400"/>
                <a:buFont typeface="Arial"/>
                <a:buNone/>
              </a:pPr>
              <a:r>
                <a:t/>
              </a:r>
              <a:endParaRPr sz="1400">
                <a:solidFill>
                  <a:schemeClr val="dk1"/>
                </a:solidFill>
                <a:latin typeface="Arial"/>
                <a:ea typeface="Arial"/>
                <a:cs typeface="Arial"/>
                <a:sym typeface="Arial"/>
              </a:endParaRPr>
            </a:p>
          </p:txBody>
        </p:sp>
        <p:sp>
          <p:nvSpPr>
            <p:cNvPr id="1470" name="Google Shape;1470;p28"/>
            <p:cNvSpPr/>
            <p:nvPr/>
          </p:nvSpPr>
          <p:spPr>
            <a:xfrm rot="10800000">
              <a:off x="648000" y="1440001"/>
              <a:ext cx="3816000" cy="288000"/>
            </a:xfrm>
            <a:prstGeom prst="parallelogram">
              <a:avLst>
                <a:gd fmla="val 75391" name="adj"/>
              </a:avLst>
            </a:prstGeom>
            <a:solidFill>
              <a:srgbClr val="DDEA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71" name="Google Shape;1471;p28"/>
            <p:cNvSpPr/>
            <p:nvPr/>
          </p:nvSpPr>
          <p:spPr>
            <a:xfrm rot="10800000">
              <a:off x="648000" y="1440001"/>
              <a:ext cx="576000" cy="288000"/>
            </a:xfrm>
            <a:prstGeom prst="parallelogram">
              <a:avLst>
                <a:gd fmla="val 75391" name="adj"/>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72" name="Google Shape;1472;p28"/>
            <p:cNvSpPr txBox="1"/>
            <p:nvPr/>
          </p:nvSpPr>
          <p:spPr>
            <a:xfrm>
              <a:off x="1224000" y="1440000"/>
              <a:ext cx="3096000" cy="288000"/>
            </a:xfrm>
            <a:prstGeom prst="rect">
              <a:avLst/>
            </a:prstGeom>
            <a:noFill/>
            <a:ln>
              <a:noFill/>
            </a:ln>
          </p:spPr>
          <p:txBody>
            <a:bodyPr anchorCtr="0" anchor="ctr" bIns="72000" lIns="36000" spcFirstLastPara="1" rIns="36000" wrap="square" tIns="72000">
              <a:noAutofit/>
            </a:bodyPr>
            <a:lstStyle/>
            <a:p>
              <a:pPr indent="0" lvl="0" marL="0" marR="0" rtl="0" algn="l">
                <a:spcBef>
                  <a:spcPts val="0"/>
                </a:spcBef>
                <a:spcAft>
                  <a:spcPts val="0"/>
                </a:spcAft>
                <a:buNone/>
              </a:pPr>
              <a:r>
                <a:rPr b="1" lang="ja-JP" sz="1600">
                  <a:solidFill>
                    <a:schemeClr val="dk1"/>
                  </a:solidFill>
                  <a:latin typeface="Arial"/>
                  <a:ea typeface="Arial"/>
                  <a:cs typeface="Arial"/>
                  <a:sym typeface="Arial"/>
                </a:rPr>
                <a:t>データベースの復旧</a:t>
              </a:r>
              <a:endParaRPr b="1" sz="1600">
                <a:solidFill>
                  <a:schemeClr val="dk1"/>
                </a:solidFill>
                <a:latin typeface="Arial"/>
                <a:ea typeface="Arial"/>
                <a:cs typeface="Arial"/>
                <a:sym typeface="Arial"/>
              </a:endParaRPr>
            </a:p>
          </p:txBody>
        </p:sp>
        <p:sp>
          <p:nvSpPr>
            <p:cNvPr id="1473" name="Google Shape;1473;p28"/>
            <p:cNvSpPr/>
            <p:nvPr/>
          </p:nvSpPr>
          <p:spPr>
            <a:xfrm flipH="1" rot="5400000">
              <a:off x="4356000" y="1872000"/>
              <a:ext cx="576000" cy="360000"/>
            </a:xfrm>
            <a:prstGeom prst="upArrow">
              <a:avLst>
                <a:gd fmla="val 50000" name="adj1"/>
                <a:gd fmla="val 50000" name="adj2"/>
              </a:avLst>
            </a:prstGeom>
            <a:solidFill>
              <a:srgbClr val="C9C9C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600">
                <a:solidFill>
                  <a:schemeClr val="lt1"/>
                </a:solidFill>
                <a:latin typeface="Arial"/>
                <a:ea typeface="Arial"/>
                <a:cs typeface="Arial"/>
                <a:sym typeface="Arial"/>
              </a:endParaRPr>
            </a:p>
          </p:txBody>
        </p:sp>
        <p:sp>
          <p:nvSpPr>
            <p:cNvPr id="1474" name="Google Shape;1474;p28"/>
            <p:cNvSpPr txBox="1"/>
            <p:nvPr/>
          </p:nvSpPr>
          <p:spPr>
            <a:xfrm>
              <a:off x="5040000" y="1728000"/>
              <a:ext cx="3096000" cy="864000"/>
            </a:xfrm>
            <a:prstGeom prst="rect">
              <a:avLst/>
            </a:prstGeom>
            <a:noFill/>
            <a:ln>
              <a:noFill/>
            </a:ln>
          </p:spPr>
          <p:txBody>
            <a:bodyPr anchorCtr="0" anchor="t" bIns="72000" lIns="36000" spcFirstLastPara="1" rIns="36000" wrap="square" tIns="72000">
              <a:noAutofit/>
            </a:bodyPr>
            <a:lstStyle/>
            <a:p>
              <a:pPr indent="0" lvl="0" marL="0" marR="0" rtl="0" algn="l">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データベースをバックアップを実行した時点まで戻します。</a:t>
              </a:r>
              <a:endParaRPr sz="1400">
                <a:solidFill>
                  <a:schemeClr val="dk1"/>
                </a:solidFill>
                <a:latin typeface="Arial"/>
                <a:ea typeface="Arial"/>
                <a:cs typeface="Arial"/>
                <a:sym typeface="Arial"/>
              </a:endParaRPr>
            </a:p>
            <a:p>
              <a:pPr indent="0" lvl="0" marL="0" marR="0" rtl="0" algn="l">
                <a:lnSpc>
                  <a:spcPct val="120000"/>
                </a:lnSpc>
                <a:spcBef>
                  <a:spcPts val="0"/>
                </a:spcBef>
                <a:spcAft>
                  <a:spcPts val="0"/>
                </a:spcAft>
                <a:buClr>
                  <a:schemeClr val="dk1"/>
                </a:buClr>
                <a:buSzPts val="1400"/>
                <a:buFont typeface="Arial"/>
                <a:buNone/>
              </a:pPr>
              <a:r>
                <a:t/>
              </a:r>
              <a:endParaRPr sz="1400">
                <a:solidFill>
                  <a:schemeClr val="dk1"/>
                </a:solidFill>
                <a:latin typeface="Arial"/>
                <a:ea typeface="Arial"/>
                <a:cs typeface="Arial"/>
                <a:sym typeface="Arial"/>
              </a:endParaRPr>
            </a:p>
          </p:txBody>
        </p:sp>
        <p:sp>
          <p:nvSpPr>
            <p:cNvPr id="1475" name="Google Shape;1475;p28"/>
            <p:cNvSpPr txBox="1"/>
            <p:nvPr/>
          </p:nvSpPr>
          <p:spPr>
            <a:xfrm>
              <a:off x="1224000" y="3024000"/>
              <a:ext cx="3096000" cy="864000"/>
            </a:xfrm>
            <a:prstGeom prst="rect">
              <a:avLst/>
            </a:prstGeom>
            <a:noFill/>
            <a:ln>
              <a:noFill/>
            </a:ln>
          </p:spPr>
          <p:txBody>
            <a:bodyPr anchorCtr="0" anchor="t" bIns="72000" lIns="36000" spcFirstLastPara="1" rIns="36000" wrap="square" tIns="72000">
              <a:noAutofit/>
            </a:bodyPr>
            <a:lstStyle/>
            <a:p>
              <a:pPr indent="0" lvl="0" marL="0" marR="0" rtl="0" algn="l">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データベースバックアップ時点から障害発生までに実行されたSQLをSQL実行ログを元に手動にて再実行します。</a:t>
              </a:r>
              <a:endParaRPr sz="1400">
                <a:solidFill>
                  <a:schemeClr val="dk1"/>
                </a:solidFill>
                <a:latin typeface="Arial"/>
                <a:ea typeface="Arial"/>
                <a:cs typeface="Arial"/>
                <a:sym typeface="Arial"/>
              </a:endParaRPr>
            </a:p>
            <a:p>
              <a:pPr indent="0" lvl="0" marL="0" marR="0" rtl="0" algn="l">
                <a:lnSpc>
                  <a:spcPct val="120000"/>
                </a:lnSpc>
                <a:spcBef>
                  <a:spcPts val="0"/>
                </a:spcBef>
                <a:spcAft>
                  <a:spcPts val="0"/>
                </a:spcAft>
                <a:buClr>
                  <a:schemeClr val="dk1"/>
                </a:buClr>
                <a:buSzPts val="1400"/>
                <a:buFont typeface="Arial"/>
                <a:buNone/>
              </a:pPr>
              <a:r>
                <a:t/>
              </a:r>
              <a:endParaRPr sz="1400">
                <a:solidFill>
                  <a:schemeClr val="dk1"/>
                </a:solidFill>
                <a:latin typeface="Arial"/>
                <a:ea typeface="Arial"/>
                <a:cs typeface="Arial"/>
                <a:sym typeface="Arial"/>
              </a:endParaRPr>
            </a:p>
          </p:txBody>
        </p:sp>
        <p:sp>
          <p:nvSpPr>
            <p:cNvPr id="1476" name="Google Shape;1476;p28"/>
            <p:cNvSpPr/>
            <p:nvPr/>
          </p:nvSpPr>
          <p:spPr>
            <a:xfrm rot="10800000">
              <a:off x="648000" y="2736001"/>
              <a:ext cx="3816000" cy="288000"/>
            </a:xfrm>
            <a:prstGeom prst="parallelogram">
              <a:avLst>
                <a:gd fmla="val 75391" name="adj"/>
              </a:avLst>
            </a:prstGeom>
            <a:solidFill>
              <a:srgbClr val="FBE4D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77" name="Google Shape;1477;p28"/>
            <p:cNvSpPr/>
            <p:nvPr/>
          </p:nvSpPr>
          <p:spPr>
            <a:xfrm rot="10800000">
              <a:off x="648000" y="2736001"/>
              <a:ext cx="576000" cy="288000"/>
            </a:xfrm>
            <a:prstGeom prst="parallelogram">
              <a:avLst>
                <a:gd fmla="val 75391"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78" name="Google Shape;1478;p28"/>
            <p:cNvSpPr txBox="1"/>
            <p:nvPr/>
          </p:nvSpPr>
          <p:spPr>
            <a:xfrm>
              <a:off x="1224000" y="2736000"/>
              <a:ext cx="3096000" cy="288000"/>
            </a:xfrm>
            <a:prstGeom prst="rect">
              <a:avLst/>
            </a:prstGeom>
            <a:noFill/>
            <a:ln>
              <a:noFill/>
            </a:ln>
          </p:spPr>
          <p:txBody>
            <a:bodyPr anchorCtr="0" anchor="ctr" bIns="72000" lIns="36000" spcFirstLastPara="1" rIns="36000" wrap="square" tIns="72000">
              <a:noAutofit/>
            </a:bodyPr>
            <a:lstStyle/>
            <a:p>
              <a:pPr indent="0" lvl="0" marL="0" marR="0" rtl="0" algn="l">
                <a:spcBef>
                  <a:spcPts val="0"/>
                </a:spcBef>
                <a:spcAft>
                  <a:spcPts val="0"/>
                </a:spcAft>
                <a:buNone/>
              </a:pPr>
              <a:r>
                <a:rPr b="1" lang="ja-JP" sz="1600">
                  <a:solidFill>
                    <a:schemeClr val="dk1"/>
                  </a:solidFill>
                  <a:latin typeface="Arial"/>
                  <a:ea typeface="Arial"/>
                  <a:cs typeface="Arial"/>
                  <a:sym typeface="Arial"/>
                </a:rPr>
                <a:t>SQL実行ログからデータを復旧</a:t>
              </a:r>
              <a:endParaRPr b="1" sz="1600">
                <a:solidFill>
                  <a:schemeClr val="dk1"/>
                </a:solidFill>
                <a:latin typeface="Arial"/>
                <a:ea typeface="Arial"/>
                <a:cs typeface="Arial"/>
                <a:sym typeface="Arial"/>
              </a:endParaRPr>
            </a:p>
          </p:txBody>
        </p:sp>
        <p:sp>
          <p:nvSpPr>
            <p:cNvPr id="1479" name="Google Shape;1479;p28"/>
            <p:cNvSpPr/>
            <p:nvPr/>
          </p:nvSpPr>
          <p:spPr>
            <a:xfrm>
              <a:off x="396000" y="2916000"/>
              <a:ext cx="216000" cy="216000"/>
            </a:xfrm>
            <a:prstGeom prst="ellipse">
              <a:avLst/>
            </a:prstGeom>
            <a:solidFill>
              <a:srgbClr val="9CC2E5"/>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80" name="Google Shape;1480;p28"/>
            <p:cNvSpPr/>
            <p:nvPr/>
          </p:nvSpPr>
          <p:spPr>
            <a:xfrm flipH="1" rot="5400000">
              <a:off x="4356000" y="3168000"/>
              <a:ext cx="576000" cy="360000"/>
            </a:xfrm>
            <a:prstGeom prst="upArrow">
              <a:avLst>
                <a:gd fmla="val 50000" name="adj1"/>
                <a:gd fmla="val 50000" name="adj2"/>
              </a:avLst>
            </a:prstGeom>
            <a:solidFill>
              <a:srgbClr val="C9C9C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600">
                <a:solidFill>
                  <a:schemeClr val="lt1"/>
                </a:solidFill>
                <a:latin typeface="Arial"/>
                <a:ea typeface="Arial"/>
                <a:cs typeface="Arial"/>
                <a:sym typeface="Arial"/>
              </a:endParaRPr>
            </a:p>
          </p:txBody>
        </p:sp>
        <p:sp>
          <p:nvSpPr>
            <p:cNvPr id="1481" name="Google Shape;1481;p28"/>
            <p:cNvSpPr txBox="1"/>
            <p:nvPr/>
          </p:nvSpPr>
          <p:spPr>
            <a:xfrm>
              <a:off x="5040000" y="3024000"/>
              <a:ext cx="3096000" cy="864000"/>
            </a:xfrm>
            <a:prstGeom prst="rect">
              <a:avLst/>
            </a:prstGeom>
            <a:noFill/>
            <a:ln>
              <a:noFill/>
            </a:ln>
          </p:spPr>
          <p:txBody>
            <a:bodyPr anchorCtr="0" anchor="t" bIns="72000" lIns="36000" spcFirstLastPara="1" rIns="36000" wrap="square" tIns="72000">
              <a:noAutofit/>
            </a:bodyPr>
            <a:lstStyle/>
            <a:p>
              <a:pPr indent="0" lvl="0" marL="0" marR="0" rtl="0" algn="l">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SQL実行ログの再実行により、データベースを障害発生時点まで戻すことが可能です。</a:t>
              </a:r>
              <a:endParaRPr sz="1400">
                <a:solidFill>
                  <a:schemeClr val="dk1"/>
                </a:solidFill>
                <a:latin typeface="Arial"/>
                <a:ea typeface="Arial"/>
                <a:cs typeface="Arial"/>
                <a:sym typeface="Arial"/>
              </a:endParaRPr>
            </a:p>
          </p:txBody>
        </p:sp>
        <p:sp>
          <p:nvSpPr>
            <p:cNvPr id="1482" name="Google Shape;1482;p28"/>
            <p:cNvSpPr/>
            <p:nvPr/>
          </p:nvSpPr>
          <p:spPr>
            <a:xfrm>
              <a:off x="396000" y="4212000"/>
              <a:ext cx="216000" cy="216000"/>
            </a:xfrm>
            <a:prstGeom prst="ellipse">
              <a:avLst/>
            </a:prstGeom>
            <a:solidFill>
              <a:srgbClr val="9CC2E5"/>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83" name="Google Shape;1483;p28"/>
            <p:cNvSpPr txBox="1"/>
            <p:nvPr/>
          </p:nvSpPr>
          <p:spPr>
            <a:xfrm>
              <a:off x="1224000" y="4320000"/>
              <a:ext cx="3096000" cy="864000"/>
            </a:xfrm>
            <a:prstGeom prst="rect">
              <a:avLst/>
            </a:prstGeom>
            <a:noFill/>
            <a:ln>
              <a:noFill/>
            </a:ln>
          </p:spPr>
          <p:txBody>
            <a:bodyPr anchorCtr="0" anchor="t" bIns="72000" lIns="36000" spcFirstLastPara="1" rIns="36000" wrap="square" tIns="72000">
              <a:noAutofit/>
            </a:bodyPr>
            <a:lstStyle/>
            <a:p>
              <a:pPr indent="0" lvl="0" marL="0" marR="0" rtl="0" algn="l">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連携データのバックアップを使用し、失敗した連携処理を手動にて再実行します。</a:t>
              </a:r>
              <a:endParaRPr sz="1400">
                <a:solidFill>
                  <a:schemeClr val="dk1"/>
                </a:solidFill>
                <a:latin typeface="Arial"/>
                <a:ea typeface="Arial"/>
                <a:cs typeface="Arial"/>
                <a:sym typeface="Arial"/>
              </a:endParaRPr>
            </a:p>
            <a:p>
              <a:pPr indent="0" lvl="0" marL="0" marR="0" rtl="0" algn="l">
                <a:lnSpc>
                  <a:spcPct val="120000"/>
                </a:lnSpc>
                <a:spcBef>
                  <a:spcPts val="0"/>
                </a:spcBef>
                <a:spcAft>
                  <a:spcPts val="0"/>
                </a:spcAft>
                <a:buClr>
                  <a:schemeClr val="dk1"/>
                </a:buClr>
                <a:buSzPts val="1400"/>
                <a:buFont typeface="Arial"/>
                <a:buNone/>
              </a:pPr>
              <a:r>
                <a:t/>
              </a:r>
              <a:endParaRPr sz="1400">
                <a:solidFill>
                  <a:schemeClr val="dk1"/>
                </a:solidFill>
                <a:latin typeface="Arial"/>
                <a:ea typeface="Arial"/>
                <a:cs typeface="Arial"/>
                <a:sym typeface="Arial"/>
              </a:endParaRPr>
            </a:p>
          </p:txBody>
        </p:sp>
        <p:sp>
          <p:nvSpPr>
            <p:cNvPr id="1484" name="Google Shape;1484;p28"/>
            <p:cNvSpPr/>
            <p:nvPr/>
          </p:nvSpPr>
          <p:spPr>
            <a:xfrm rot="10800000">
              <a:off x="648000" y="4032001"/>
              <a:ext cx="3816000" cy="288000"/>
            </a:xfrm>
            <a:prstGeom prst="parallelogram">
              <a:avLst>
                <a:gd fmla="val 75391" name="adj"/>
              </a:avLst>
            </a:prstGeom>
            <a:solidFill>
              <a:srgbClr val="FFF2C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85" name="Google Shape;1485;p28"/>
            <p:cNvSpPr/>
            <p:nvPr/>
          </p:nvSpPr>
          <p:spPr>
            <a:xfrm rot="10800000">
              <a:off x="648000" y="4032001"/>
              <a:ext cx="576000" cy="288000"/>
            </a:xfrm>
            <a:prstGeom prst="parallelogram">
              <a:avLst>
                <a:gd fmla="val 75391" name="adj"/>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86" name="Google Shape;1486;p28"/>
            <p:cNvSpPr txBox="1"/>
            <p:nvPr/>
          </p:nvSpPr>
          <p:spPr>
            <a:xfrm>
              <a:off x="1224000" y="4032000"/>
              <a:ext cx="3096000" cy="288000"/>
            </a:xfrm>
            <a:prstGeom prst="rect">
              <a:avLst/>
            </a:prstGeom>
            <a:noFill/>
            <a:ln>
              <a:noFill/>
            </a:ln>
          </p:spPr>
          <p:txBody>
            <a:bodyPr anchorCtr="0" anchor="ctr" bIns="72000" lIns="36000" spcFirstLastPara="1" rIns="36000" wrap="square" tIns="72000">
              <a:noAutofit/>
            </a:bodyPr>
            <a:lstStyle/>
            <a:p>
              <a:pPr indent="0" lvl="0" marL="0" marR="0" rtl="0" algn="l">
                <a:spcBef>
                  <a:spcPts val="0"/>
                </a:spcBef>
                <a:spcAft>
                  <a:spcPts val="0"/>
                </a:spcAft>
                <a:buNone/>
              </a:pPr>
              <a:r>
                <a:rPr b="1" lang="ja-JP" sz="1600">
                  <a:solidFill>
                    <a:schemeClr val="dk1"/>
                  </a:solidFill>
                  <a:latin typeface="Arial"/>
                  <a:ea typeface="Arial"/>
                  <a:cs typeface="Arial"/>
                  <a:sym typeface="Arial"/>
                </a:rPr>
                <a:t>データ連携の再実行</a:t>
              </a:r>
              <a:endParaRPr b="1" sz="1600">
                <a:solidFill>
                  <a:schemeClr val="dk1"/>
                </a:solidFill>
                <a:latin typeface="Arial"/>
                <a:ea typeface="Arial"/>
                <a:cs typeface="Arial"/>
                <a:sym typeface="Arial"/>
              </a:endParaRPr>
            </a:p>
          </p:txBody>
        </p:sp>
        <p:sp>
          <p:nvSpPr>
            <p:cNvPr id="1487" name="Google Shape;1487;p28"/>
            <p:cNvSpPr/>
            <p:nvPr/>
          </p:nvSpPr>
          <p:spPr>
            <a:xfrm flipH="1" rot="5400000">
              <a:off x="4356000" y="4464000"/>
              <a:ext cx="576000" cy="360000"/>
            </a:xfrm>
            <a:prstGeom prst="upArrow">
              <a:avLst>
                <a:gd fmla="val 50000" name="adj1"/>
                <a:gd fmla="val 50000" name="adj2"/>
              </a:avLst>
            </a:prstGeom>
            <a:solidFill>
              <a:srgbClr val="C9C9C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600">
                <a:solidFill>
                  <a:schemeClr val="lt1"/>
                </a:solidFill>
                <a:latin typeface="Arial"/>
                <a:ea typeface="Arial"/>
                <a:cs typeface="Arial"/>
                <a:sym typeface="Arial"/>
              </a:endParaRPr>
            </a:p>
          </p:txBody>
        </p:sp>
        <p:sp>
          <p:nvSpPr>
            <p:cNvPr id="1488" name="Google Shape;1488;p28"/>
            <p:cNvSpPr txBox="1"/>
            <p:nvPr/>
          </p:nvSpPr>
          <p:spPr>
            <a:xfrm>
              <a:off x="5040000" y="4320000"/>
              <a:ext cx="3096000" cy="864000"/>
            </a:xfrm>
            <a:prstGeom prst="rect">
              <a:avLst/>
            </a:prstGeom>
            <a:noFill/>
            <a:ln>
              <a:noFill/>
            </a:ln>
          </p:spPr>
          <p:txBody>
            <a:bodyPr anchorCtr="0" anchor="t" bIns="72000" lIns="36000" spcFirstLastPara="1" rIns="36000" wrap="square" tIns="72000">
              <a:noAutofit/>
            </a:bodyPr>
            <a:lstStyle/>
            <a:p>
              <a:pPr indent="0" lvl="0" marL="0" marR="0" rtl="0" algn="l">
                <a:lnSpc>
                  <a:spcPct val="12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連携処理に失敗している場合、再実行し、周辺システムとの連携を再度処理します。</a:t>
              </a:r>
              <a:endParaRPr sz="1400">
                <a:solidFill>
                  <a:schemeClr val="dk1"/>
                </a:solidFill>
                <a:latin typeface="Arial"/>
                <a:ea typeface="Arial"/>
                <a:cs typeface="Arial"/>
                <a:sym typeface="Arial"/>
              </a:endParaRPr>
            </a:p>
          </p:txBody>
        </p:sp>
      </p:grpSp>
      <p:sp>
        <p:nvSpPr>
          <p:cNvPr id="1489" name="Google Shape;1489;p28"/>
          <p:cNvSpPr txBox="1"/>
          <p:nvPr/>
        </p:nvSpPr>
        <p:spPr>
          <a:xfrm>
            <a:off x="144000" y="5652000"/>
            <a:ext cx="8856000" cy="720000"/>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上記は、一例となります。障害発生の際は、その都度、対応方法を検討いたします。</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3" name="Shape 1493"/>
        <p:cNvGrpSpPr/>
        <p:nvPr/>
      </p:nvGrpSpPr>
      <p:grpSpPr>
        <a:xfrm>
          <a:off x="0" y="0"/>
          <a:ext cx="0" cy="0"/>
          <a:chOff x="0" y="0"/>
          <a:chExt cx="0" cy="0"/>
        </a:xfrm>
      </p:grpSpPr>
      <p:sp>
        <p:nvSpPr>
          <p:cNvPr id="1494" name="Google Shape;1494;p29"/>
          <p:cNvSpPr/>
          <p:nvPr/>
        </p:nvSpPr>
        <p:spPr>
          <a:xfrm>
            <a:off x="3348000" y="3456000"/>
            <a:ext cx="2448000" cy="1260000"/>
          </a:xfrm>
          <a:prstGeom prst="roundRect">
            <a:avLst>
              <a:gd fmla="val 5040" name="adj"/>
            </a:avLst>
          </a:prstGeom>
          <a:solidFill>
            <a:srgbClr val="E1EFD8"/>
          </a:solidFill>
          <a:ln cap="flat" cmpd="sng" w="12700">
            <a:solidFill>
              <a:schemeClr val="accent3"/>
            </a:solidFill>
            <a:prstDash val="solid"/>
            <a:miter lim="800000"/>
            <a:headEnd len="sm" w="sm" type="none"/>
            <a:tailEnd len="sm" w="sm" type="none"/>
          </a:ln>
        </p:spPr>
        <p:txBody>
          <a:bodyPr anchorCtr="0" anchor="t" bIns="45700" lIns="108000" spcFirstLastPara="1" rIns="108000" wrap="square" tIns="45700">
            <a:noAutofit/>
          </a:bodyPr>
          <a:lstStyle/>
          <a:p>
            <a:pPr indent="0" lvl="0" marL="0" marR="0" rtl="0" algn="ctr">
              <a:spcBef>
                <a:spcPts val="0"/>
              </a:spcBef>
              <a:spcAft>
                <a:spcPts val="0"/>
              </a:spcAft>
              <a:buNone/>
            </a:pPr>
            <a:r>
              <a:rPr b="1" lang="ja-JP" sz="1400">
                <a:solidFill>
                  <a:schemeClr val="dk1"/>
                </a:solidFill>
                <a:latin typeface="Arial"/>
                <a:ea typeface="Arial"/>
                <a:cs typeface="Arial"/>
                <a:sym typeface="Arial"/>
              </a:rPr>
              <a:t>ストレージ</a:t>
            </a:r>
            <a:endParaRPr b="1" sz="1400">
              <a:solidFill>
                <a:schemeClr val="dk1"/>
              </a:solidFill>
              <a:latin typeface="Arial"/>
              <a:ea typeface="Arial"/>
              <a:cs typeface="Arial"/>
              <a:sym typeface="Arial"/>
            </a:endParaRPr>
          </a:p>
        </p:txBody>
      </p:sp>
      <p:sp>
        <p:nvSpPr>
          <p:cNvPr id="1495" name="Google Shape;1495;p29"/>
          <p:cNvSpPr txBox="1"/>
          <p:nvPr>
            <p:ph type="title"/>
          </p:nvPr>
        </p:nvSpPr>
        <p:spPr>
          <a:xfrm>
            <a:off x="144000" y="36000"/>
            <a:ext cx="8856000" cy="5760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3000"/>
              <a:buFont typeface="Arial"/>
              <a:buNone/>
            </a:pPr>
            <a:r>
              <a:rPr lang="ja-JP"/>
              <a:t>冗長化構成</a:t>
            </a:r>
            <a:endParaRPr/>
          </a:p>
        </p:txBody>
      </p:sp>
      <p:sp>
        <p:nvSpPr>
          <p:cNvPr id="1496" name="Google Shape;1496;p29"/>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ja-JP"/>
              <a:t>Copyright© 2020 SystemEXE,Inc. all rights reserved.</a:t>
            </a:r>
            <a:endParaRPr/>
          </a:p>
        </p:txBody>
      </p:sp>
      <p:sp>
        <p:nvSpPr>
          <p:cNvPr id="1497" name="Google Shape;1497;p29"/>
          <p:cNvSpPr txBox="1"/>
          <p:nvPr>
            <p:ph idx="12" type="sldNum"/>
          </p:nvPr>
        </p:nvSpPr>
        <p:spPr>
          <a:xfrm>
            <a:off x="4212000" y="6500068"/>
            <a:ext cx="720000" cy="288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ja-JP"/>
              <a:t>‹#›</a:t>
            </a:fld>
            <a:endParaRPr/>
          </a:p>
        </p:txBody>
      </p:sp>
      <p:sp>
        <p:nvSpPr>
          <p:cNvPr id="1498" name="Google Shape;1498;p29"/>
          <p:cNvSpPr txBox="1"/>
          <p:nvPr/>
        </p:nvSpPr>
        <p:spPr>
          <a:xfrm>
            <a:off x="144000" y="864000"/>
            <a:ext cx="8856000" cy="1440000"/>
          </a:xfrm>
          <a:prstGeom prst="rect">
            <a:avLst/>
          </a:prstGeom>
          <a:noFill/>
          <a:ln>
            <a:noFill/>
          </a:ln>
        </p:spPr>
        <p:txBody>
          <a:bodyPr anchorCtr="0" anchor="t" bIns="45700" lIns="91425" spcFirstLastPara="1" rIns="91425" wrap="square" tIns="45700">
            <a:noAutofit/>
          </a:bodyPr>
          <a:lstStyle/>
          <a:p>
            <a:pPr indent="0" lvl="0" marL="0" marR="0" rtl="0" algn="ctr">
              <a:lnSpc>
                <a:spcPct val="150000"/>
              </a:lnSpc>
              <a:spcBef>
                <a:spcPts val="0"/>
              </a:spcBef>
              <a:spcAft>
                <a:spcPts val="0"/>
              </a:spcAft>
              <a:buNone/>
            </a:pPr>
            <a:r>
              <a:rPr b="1" lang="ja-JP" sz="2000" u="sng">
                <a:solidFill>
                  <a:schemeClr val="dk1"/>
                </a:solidFill>
                <a:latin typeface="Arial"/>
                <a:ea typeface="Arial"/>
                <a:cs typeface="Arial"/>
                <a:sym typeface="Arial"/>
              </a:rPr>
              <a:t>システムの障害を監視し障害発生時に引継ぎをするHA構成</a:t>
            </a:r>
            <a:endParaRPr b="1" sz="1800" u="sng">
              <a:solidFill>
                <a:schemeClr val="dk1"/>
              </a:solidFill>
              <a:latin typeface="Arial"/>
              <a:ea typeface="Arial"/>
              <a:cs typeface="Arial"/>
              <a:sym typeface="Arial"/>
            </a:endParaRPr>
          </a:p>
          <a:p>
            <a:pPr indent="0" lvl="0" marL="0" marR="0" rtl="0" algn="ctr">
              <a:lnSpc>
                <a:spcPct val="150000"/>
              </a:lnSpc>
              <a:spcBef>
                <a:spcPts val="0"/>
              </a:spcBef>
              <a:spcAft>
                <a:spcPts val="0"/>
              </a:spcAft>
              <a:buNone/>
            </a:pPr>
            <a:r>
              <a:rPr lang="ja-JP" sz="1400">
                <a:solidFill>
                  <a:schemeClr val="dk1"/>
                </a:solidFill>
                <a:latin typeface="Arial"/>
                <a:ea typeface="Arial"/>
                <a:cs typeface="Arial"/>
                <a:sym typeface="Arial"/>
              </a:rPr>
              <a:t>障害発生時の業務影響を極力抑えるために可用性の高い構成であることが必要と考えております。</a:t>
            </a:r>
            <a:endParaRPr sz="1400">
              <a:solidFill>
                <a:schemeClr val="dk1"/>
              </a:solidFill>
              <a:latin typeface="Arial"/>
              <a:ea typeface="Arial"/>
              <a:cs typeface="Arial"/>
              <a:sym typeface="Arial"/>
            </a:endParaRPr>
          </a:p>
          <a:p>
            <a:pPr indent="0" lvl="0" marL="0" marR="0" rtl="0" algn="ctr">
              <a:lnSpc>
                <a:spcPct val="150000"/>
              </a:lnSpc>
              <a:spcBef>
                <a:spcPts val="0"/>
              </a:spcBef>
              <a:spcAft>
                <a:spcPts val="0"/>
              </a:spcAft>
              <a:buNone/>
            </a:pPr>
            <a:r>
              <a:rPr lang="ja-JP" sz="1400">
                <a:solidFill>
                  <a:schemeClr val="dk1"/>
                </a:solidFill>
                <a:latin typeface="Arial"/>
                <a:ea typeface="Arial"/>
                <a:cs typeface="Arial"/>
                <a:sym typeface="Arial"/>
              </a:rPr>
              <a:t>Oracleのエディションの制限がなくOracle RAC構成と比べて</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コストメリットの高いクラスター構成とすることをご提案させて頂きます。</a:t>
            </a:r>
            <a:endParaRPr sz="1400">
              <a:solidFill>
                <a:schemeClr val="dk1"/>
              </a:solidFill>
              <a:latin typeface="Arial"/>
              <a:ea typeface="Arial"/>
              <a:cs typeface="Arial"/>
              <a:sym typeface="Arial"/>
            </a:endParaRPr>
          </a:p>
        </p:txBody>
      </p:sp>
      <p:sp>
        <p:nvSpPr>
          <p:cNvPr id="1499" name="Google Shape;1499;p29"/>
          <p:cNvSpPr txBox="1"/>
          <p:nvPr/>
        </p:nvSpPr>
        <p:spPr>
          <a:xfrm>
            <a:off x="144000" y="5832000"/>
            <a:ext cx="8856000" cy="54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上記は現時点での弊社からのご提案となります。冗長化構成につきましては、プロジェクト開始後に貴社と協議の上、実施可否を含め詳細を決定させて頂きます。</a:t>
            </a:r>
            <a:endParaRPr sz="1400">
              <a:solidFill>
                <a:schemeClr val="dk1"/>
              </a:solidFill>
              <a:latin typeface="Arial"/>
              <a:ea typeface="Arial"/>
              <a:cs typeface="Arial"/>
              <a:sym typeface="Arial"/>
            </a:endParaRPr>
          </a:p>
        </p:txBody>
      </p:sp>
      <p:sp>
        <p:nvSpPr>
          <p:cNvPr id="1500" name="Google Shape;1500;p29"/>
          <p:cNvSpPr/>
          <p:nvPr/>
        </p:nvSpPr>
        <p:spPr>
          <a:xfrm>
            <a:off x="1188000" y="2772000"/>
            <a:ext cx="2448000" cy="1440000"/>
          </a:xfrm>
          <a:prstGeom prst="roundRect">
            <a:avLst>
              <a:gd fmla="val 4410" name="adj"/>
            </a:avLst>
          </a:prstGeom>
          <a:solidFill>
            <a:srgbClr val="DDEAF6"/>
          </a:solidFill>
          <a:ln cap="flat" cmpd="sng" w="12700">
            <a:solidFill>
              <a:schemeClr val="accent3"/>
            </a:solidFill>
            <a:prstDash val="solid"/>
            <a:miter lim="800000"/>
            <a:headEnd len="sm" w="sm" type="none"/>
            <a:tailEnd len="sm" w="sm" type="none"/>
          </a:ln>
        </p:spPr>
        <p:txBody>
          <a:bodyPr anchorCtr="0" anchor="t" bIns="45700" lIns="108000" spcFirstLastPara="1" rIns="108000" wrap="square" tIns="45700">
            <a:noAutofit/>
          </a:bodyPr>
          <a:lstStyle/>
          <a:p>
            <a:pPr indent="0" lvl="0" marL="0" marR="0" rtl="0" algn="ctr">
              <a:spcBef>
                <a:spcPts val="0"/>
              </a:spcBef>
              <a:spcAft>
                <a:spcPts val="0"/>
              </a:spcAft>
              <a:buNone/>
            </a:pPr>
            <a:r>
              <a:rPr b="1" lang="ja-JP" sz="1400">
                <a:solidFill>
                  <a:schemeClr val="dk1"/>
                </a:solidFill>
                <a:latin typeface="Arial"/>
                <a:ea typeface="Arial"/>
                <a:cs typeface="Arial"/>
                <a:sym typeface="Arial"/>
              </a:rPr>
              <a:t>DBサーバ</a:t>
            </a:r>
            <a:endParaRPr/>
          </a:p>
        </p:txBody>
      </p:sp>
      <p:pic>
        <p:nvPicPr>
          <p:cNvPr id="1501" name="Google Shape;1501;p29"/>
          <p:cNvPicPr preferRelativeResize="0"/>
          <p:nvPr/>
        </p:nvPicPr>
        <p:blipFill rotWithShape="1">
          <a:blip r:embed="rId3">
            <a:alphaModFix/>
          </a:blip>
          <a:srcRect b="0" l="0" r="0" t="0"/>
          <a:stretch/>
        </p:blipFill>
        <p:spPr>
          <a:xfrm>
            <a:off x="2124000" y="3204001"/>
            <a:ext cx="576000" cy="821721"/>
          </a:xfrm>
          <a:prstGeom prst="rect">
            <a:avLst/>
          </a:prstGeom>
          <a:noFill/>
          <a:ln>
            <a:noFill/>
          </a:ln>
        </p:spPr>
      </p:pic>
      <p:pic>
        <p:nvPicPr>
          <p:cNvPr id="1502" name="Google Shape;1502;p29"/>
          <p:cNvPicPr preferRelativeResize="0"/>
          <p:nvPr/>
        </p:nvPicPr>
        <p:blipFill rotWithShape="1">
          <a:blip r:embed="rId4">
            <a:alphaModFix/>
          </a:blip>
          <a:srcRect b="0" l="0" r="0" t="0"/>
          <a:stretch/>
        </p:blipFill>
        <p:spPr>
          <a:xfrm>
            <a:off x="1332000" y="2880000"/>
            <a:ext cx="302930" cy="548999"/>
          </a:xfrm>
          <a:prstGeom prst="rect">
            <a:avLst/>
          </a:prstGeom>
          <a:noFill/>
          <a:ln>
            <a:noFill/>
          </a:ln>
        </p:spPr>
      </p:pic>
      <p:sp>
        <p:nvSpPr>
          <p:cNvPr id="1503" name="Google Shape;1503;p29"/>
          <p:cNvSpPr/>
          <p:nvPr/>
        </p:nvSpPr>
        <p:spPr>
          <a:xfrm>
            <a:off x="5508000" y="2772000"/>
            <a:ext cx="2448000" cy="1440000"/>
          </a:xfrm>
          <a:prstGeom prst="roundRect">
            <a:avLst>
              <a:gd fmla="val 4410" name="adj"/>
            </a:avLst>
          </a:prstGeom>
          <a:solidFill>
            <a:srgbClr val="EDEDED"/>
          </a:solidFill>
          <a:ln cap="flat" cmpd="sng" w="12700">
            <a:solidFill>
              <a:schemeClr val="accent3"/>
            </a:solidFill>
            <a:prstDash val="solid"/>
            <a:miter lim="800000"/>
            <a:headEnd len="sm" w="sm" type="none"/>
            <a:tailEnd len="sm" w="sm" type="none"/>
          </a:ln>
        </p:spPr>
        <p:txBody>
          <a:bodyPr anchorCtr="0" anchor="t" bIns="45700" lIns="216000" spcFirstLastPara="1" rIns="108000" wrap="square" tIns="45700">
            <a:noAutofit/>
          </a:bodyPr>
          <a:lstStyle/>
          <a:p>
            <a:pPr indent="0" lvl="0" marL="0" marR="0" rtl="0" algn="ctr">
              <a:spcBef>
                <a:spcPts val="0"/>
              </a:spcBef>
              <a:spcAft>
                <a:spcPts val="0"/>
              </a:spcAft>
              <a:buNone/>
            </a:pPr>
            <a:r>
              <a:rPr b="1" lang="ja-JP" sz="1400">
                <a:solidFill>
                  <a:schemeClr val="dk1"/>
                </a:solidFill>
                <a:latin typeface="Arial"/>
                <a:ea typeface="Arial"/>
                <a:cs typeface="Arial"/>
                <a:sym typeface="Arial"/>
              </a:rPr>
              <a:t>DBサーバ(待機系)</a:t>
            </a:r>
            <a:endParaRPr b="1" sz="1400">
              <a:solidFill>
                <a:schemeClr val="dk1"/>
              </a:solidFill>
              <a:latin typeface="Arial"/>
              <a:ea typeface="Arial"/>
              <a:cs typeface="Arial"/>
              <a:sym typeface="Arial"/>
            </a:endParaRPr>
          </a:p>
        </p:txBody>
      </p:sp>
      <p:pic>
        <p:nvPicPr>
          <p:cNvPr id="1504" name="Google Shape;1504;p29"/>
          <p:cNvPicPr preferRelativeResize="0"/>
          <p:nvPr/>
        </p:nvPicPr>
        <p:blipFill rotWithShape="1">
          <a:blip r:embed="rId5">
            <a:alphaModFix/>
          </a:blip>
          <a:srcRect b="0" l="0" r="0" t="0"/>
          <a:stretch/>
        </p:blipFill>
        <p:spPr>
          <a:xfrm>
            <a:off x="6444000" y="3238334"/>
            <a:ext cx="576000" cy="821720"/>
          </a:xfrm>
          <a:prstGeom prst="rect">
            <a:avLst/>
          </a:prstGeom>
          <a:noFill/>
          <a:ln>
            <a:noFill/>
          </a:ln>
        </p:spPr>
      </p:pic>
      <p:pic>
        <p:nvPicPr>
          <p:cNvPr id="1505" name="Google Shape;1505;p29"/>
          <p:cNvPicPr preferRelativeResize="0"/>
          <p:nvPr/>
        </p:nvPicPr>
        <p:blipFill rotWithShape="1">
          <a:blip r:embed="rId6">
            <a:alphaModFix/>
          </a:blip>
          <a:srcRect b="0" l="0" r="0" t="0"/>
          <a:stretch/>
        </p:blipFill>
        <p:spPr>
          <a:xfrm>
            <a:off x="5652000" y="2880000"/>
            <a:ext cx="302930" cy="548999"/>
          </a:xfrm>
          <a:prstGeom prst="rect">
            <a:avLst/>
          </a:prstGeom>
          <a:noFill/>
          <a:ln>
            <a:noFill/>
          </a:ln>
        </p:spPr>
      </p:pic>
      <p:sp>
        <p:nvSpPr>
          <p:cNvPr id="1506" name="Google Shape;1506;p29"/>
          <p:cNvSpPr/>
          <p:nvPr/>
        </p:nvSpPr>
        <p:spPr>
          <a:xfrm>
            <a:off x="1332000" y="2376000"/>
            <a:ext cx="2160000" cy="288000"/>
          </a:xfrm>
          <a:prstGeom prst="roundRect">
            <a:avLst>
              <a:gd fmla="val 50000" name="adj"/>
            </a:avLst>
          </a:prstGeom>
          <a:solidFill>
            <a:schemeClr val="accent1"/>
          </a:solidFill>
          <a:ln cap="flat" cmpd="sng" w="190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Active</a:t>
            </a:r>
            <a:endParaRPr b="1" sz="1400">
              <a:solidFill>
                <a:schemeClr val="lt1"/>
              </a:solidFill>
              <a:latin typeface="Arial"/>
              <a:ea typeface="Arial"/>
              <a:cs typeface="Arial"/>
              <a:sym typeface="Arial"/>
            </a:endParaRPr>
          </a:p>
        </p:txBody>
      </p:sp>
      <p:sp>
        <p:nvSpPr>
          <p:cNvPr id="1507" name="Google Shape;1507;p29"/>
          <p:cNvSpPr/>
          <p:nvPr/>
        </p:nvSpPr>
        <p:spPr>
          <a:xfrm>
            <a:off x="5652000" y="2376000"/>
            <a:ext cx="2160000" cy="288000"/>
          </a:xfrm>
          <a:prstGeom prst="roundRect">
            <a:avLst>
              <a:gd fmla="val 50000" name="adj"/>
            </a:avLst>
          </a:prstGeom>
          <a:solidFill>
            <a:schemeClr val="accent3"/>
          </a:solidFill>
          <a:ln cap="flat" cmpd="sng" w="190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Standby</a:t>
            </a:r>
            <a:endParaRPr b="1" sz="1400">
              <a:solidFill>
                <a:schemeClr val="lt1"/>
              </a:solidFill>
              <a:latin typeface="Arial"/>
              <a:ea typeface="Arial"/>
              <a:cs typeface="Arial"/>
              <a:sym typeface="Arial"/>
            </a:endParaRPr>
          </a:p>
        </p:txBody>
      </p:sp>
      <p:pic>
        <p:nvPicPr>
          <p:cNvPr id="1508" name="Google Shape;1508;p29"/>
          <p:cNvPicPr preferRelativeResize="0"/>
          <p:nvPr/>
        </p:nvPicPr>
        <p:blipFill rotWithShape="1">
          <a:blip r:embed="rId7">
            <a:alphaModFix/>
          </a:blip>
          <a:srcRect b="0" l="0" r="0" t="0"/>
          <a:stretch/>
        </p:blipFill>
        <p:spPr>
          <a:xfrm>
            <a:off x="4284000" y="3816000"/>
            <a:ext cx="576000" cy="821720"/>
          </a:xfrm>
          <a:prstGeom prst="rect">
            <a:avLst/>
          </a:prstGeom>
          <a:noFill/>
          <a:ln>
            <a:noFill/>
          </a:ln>
        </p:spPr>
      </p:pic>
      <p:cxnSp>
        <p:nvCxnSpPr>
          <p:cNvPr id="1509" name="Google Shape;1509;p29"/>
          <p:cNvCxnSpPr>
            <a:stCxn id="1501" idx="3"/>
            <a:endCxn id="1508" idx="1"/>
          </p:cNvCxnSpPr>
          <p:nvPr/>
        </p:nvCxnSpPr>
        <p:spPr>
          <a:xfrm>
            <a:off x="2700000" y="3614861"/>
            <a:ext cx="1584000" cy="612000"/>
          </a:xfrm>
          <a:prstGeom prst="straightConnector1">
            <a:avLst/>
          </a:prstGeom>
          <a:noFill/>
          <a:ln cap="flat" cmpd="sng" w="28575">
            <a:solidFill>
              <a:schemeClr val="accent3"/>
            </a:solidFill>
            <a:prstDash val="solid"/>
            <a:miter lim="800000"/>
            <a:headEnd len="sm" w="sm" type="none"/>
            <a:tailEnd len="sm" w="sm" type="none"/>
          </a:ln>
        </p:spPr>
      </p:cxnSp>
      <p:cxnSp>
        <p:nvCxnSpPr>
          <p:cNvPr id="1510" name="Google Shape;1510;p29"/>
          <p:cNvCxnSpPr>
            <a:stCxn id="1504" idx="1"/>
            <a:endCxn id="1508" idx="3"/>
          </p:cNvCxnSpPr>
          <p:nvPr/>
        </p:nvCxnSpPr>
        <p:spPr>
          <a:xfrm flipH="1">
            <a:off x="4860000" y="3649194"/>
            <a:ext cx="1584000" cy="577800"/>
          </a:xfrm>
          <a:prstGeom prst="straightConnector1">
            <a:avLst/>
          </a:prstGeom>
          <a:noFill/>
          <a:ln cap="flat" cmpd="sng" w="28575">
            <a:solidFill>
              <a:schemeClr val="accent3"/>
            </a:solidFill>
            <a:prstDash val="dash"/>
            <a:miter lim="800000"/>
            <a:headEnd len="sm" w="sm" type="none"/>
            <a:tailEnd len="sm" w="sm" type="none"/>
          </a:ln>
        </p:spPr>
      </p:cxnSp>
      <p:sp>
        <p:nvSpPr>
          <p:cNvPr id="1511" name="Google Shape;1511;p29"/>
          <p:cNvSpPr/>
          <p:nvPr/>
        </p:nvSpPr>
        <p:spPr>
          <a:xfrm>
            <a:off x="3528000" y="2448000"/>
            <a:ext cx="2088000" cy="1080000"/>
          </a:xfrm>
          <a:prstGeom prst="rightArrow">
            <a:avLst>
              <a:gd fmla="val 70143" name="adj1"/>
              <a:gd fmla="val 50000" name="adj2"/>
            </a:avLst>
          </a:prstGeom>
          <a:solidFill>
            <a:srgbClr val="FBE4D4"/>
          </a:solidFill>
          <a:ln cap="flat" cmpd="sng" w="19050">
            <a:solidFill>
              <a:schemeClr val="lt1"/>
            </a:solidFill>
            <a:prstDash val="solid"/>
            <a:miter lim="800000"/>
            <a:headEnd len="sm" w="sm" type="none"/>
            <a:tailEnd len="sm" w="sm" type="none"/>
          </a:ln>
        </p:spPr>
        <p:txBody>
          <a:bodyPr anchorCtr="0" anchor="ctr" bIns="45700" lIns="72000" spcFirstLastPara="1" rIns="72000" wrap="square" tIns="457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障害発生時には</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待機系に自動的にフェールオーバー</a:t>
            </a:r>
            <a:endParaRPr sz="1400">
              <a:solidFill>
                <a:schemeClr val="dk1"/>
              </a:solidFill>
              <a:latin typeface="Arial"/>
              <a:ea typeface="Arial"/>
              <a:cs typeface="Arial"/>
              <a:sym typeface="Arial"/>
            </a:endParaRPr>
          </a:p>
        </p:txBody>
      </p:sp>
      <p:cxnSp>
        <p:nvCxnSpPr>
          <p:cNvPr id="1512" name="Google Shape;1512;p29"/>
          <p:cNvCxnSpPr>
            <a:stCxn id="1513" idx="1"/>
            <a:endCxn id="1514" idx="2"/>
          </p:cNvCxnSpPr>
          <p:nvPr/>
        </p:nvCxnSpPr>
        <p:spPr>
          <a:xfrm rot="10800000">
            <a:off x="2412000" y="4607887"/>
            <a:ext cx="1836000" cy="658800"/>
          </a:xfrm>
          <a:prstGeom prst="curvedConnector2">
            <a:avLst/>
          </a:prstGeom>
          <a:noFill/>
          <a:ln cap="flat" cmpd="sng" w="28575">
            <a:solidFill>
              <a:schemeClr val="accent3"/>
            </a:solidFill>
            <a:prstDash val="solid"/>
            <a:miter lim="800000"/>
            <a:headEnd len="sm" w="sm" type="none"/>
            <a:tailEnd len="lg" w="lg" type="triangle"/>
          </a:ln>
        </p:spPr>
      </p:cxnSp>
      <p:cxnSp>
        <p:nvCxnSpPr>
          <p:cNvPr id="1515" name="Google Shape;1515;p29"/>
          <p:cNvCxnSpPr>
            <a:stCxn id="1513" idx="3"/>
            <a:endCxn id="1516" idx="2"/>
          </p:cNvCxnSpPr>
          <p:nvPr/>
        </p:nvCxnSpPr>
        <p:spPr>
          <a:xfrm flipH="1" rot="10800000">
            <a:off x="4938821" y="4607887"/>
            <a:ext cx="1793100" cy="658800"/>
          </a:xfrm>
          <a:prstGeom prst="curvedConnector2">
            <a:avLst/>
          </a:prstGeom>
          <a:noFill/>
          <a:ln cap="flat" cmpd="sng" w="28575">
            <a:solidFill>
              <a:schemeClr val="accent3"/>
            </a:solidFill>
            <a:prstDash val="dash"/>
            <a:miter lim="800000"/>
            <a:headEnd len="sm" w="sm" type="none"/>
            <a:tailEnd len="lg" w="lg" type="triangle"/>
          </a:ln>
        </p:spPr>
      </p:cxnSp>
      <p:sp>
        <p:nvSpPr>
          <p:cNvPr id="1514" name="Google Shape;1514;p29"/>
          <p:cNvSpPr/>
          <p:nvPr/>
        </p:nvSpPr>
        <p:spPr>
          <a:xfrm>
            <a:off x="1908000" y="4320000"/>
            <a:ext cx="1008000" cy="288000"/>
          </a:xfrm>
          <a:prstGeom prst="roundRect">
            <a:avLst>
              <a:gd fmla="val 50000" name="adj"/>
            </a:avLst>
          </a:prstGeom>
          <a:solidFill>
            <a:schemeClr val="lt1"/>
          </a:solidFill>
          <a:ln cap="flat" cmpd="sng" w="28575">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400">
                <a:solidFill>
                  <a:schemeClr val="dk1"/>
                </a:solidFill>
                <a:latin typeface="Arial"/>
                <a:ea typeface="Arial"/>
                <a:cs typeface="Arial"/>
                <a:sym typeface="Arial"/>
              </a:rPr>
              <a:t>VIP</a:t>
            </a:r>
            <a:endParaRPr b="1" sz="1400">
              <a:solidFill>
                <a:schemeClr val="dk1"/>
              </a:solidFill>
              <a:latin typeface="Arial"/>
              <a:ea typeface="Arial"/>
              <a:cs typeface="Arial"/>
              <a:sym typeface="Arial"/>
            </a:endParaRPr>
          </a:p>
        </p:txBody>
      </p:sp>
      <p:sp>
        <p:nvSpPr>
          <p:cNvPr id="1516" name="Google Shape;1516;p29"/>
          <p:cNvSpPr/>
          <p:nvPr/>
        </p:nvSpPr>
        <p:spPr>
          <a:xfrm>
            <a:off x="6228000" y="4320000"/>
            <a:ext cx="1008000" cy="288000"/>
          </a:xfrm>
          <a:prstGeom prst="roundRect">
            <a:avLst>
              <a:gd fmla="val 50000" name="adj"/>
            </a:avLst>
          </a:prstGeom>
          <a:solidFill>
            <a:schemeClr val="lt1"/>
          </a:solidFill>
          <a:ln cap="flat" cmpd="sng" w="28575">
            <a:solidFill>
              <a:schemeClr val="accent3"/>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400">
                <a:solidFill>
                  <a:schemeClr val="dk1"/>
                </a:solidFill>
                <a:latin typeface="Arial"/>
                <a:ea typeface="Arial"/>
                <a:cs typeface="Arial"/>
                <a:sym typeface="Arial"/>
              </a:rPr>
              <a:t>VIP</a:t>
            </a:r>
            <a:endParaRPr b="1" sz="1400">
              <a:solidFill>
                <a:schemeClr val="dk1"/>
              </a:solidFill>
              <a:latin typeface="Arial"/>
              <a:ea typeface="Arial"/>
              <a:cs typeface="Arial"/>
              <a:sym typeface="Arial"/>
            </a:endParaRPr>
          </a:p>
        </p:txBody>
      </p:sp>
      <p:sp>
        <p:nvSpPr>
          <p:cNvPr id="1517" name="Google Shape;1517;p29"/>
          <p:cNvSpPr/>
          <p:nvPr/>
        </p:nvSpPr>
        <p:spPr>
          <a:xfrm>
            <a:off x="5796000" y="4824000"/>
            <a:ext cx="1872000" cy="432000"/>
          </a:xfrm>
          <a:prstGeom prst="roundRect">
            <a:avLst>
              <a:gd fmla="val 14699" name="adj"/>
            </a:avLst>
          </a:prstGeom>
          <a:solidFill>
            <a:schemeClr val="accent3"/>
          </a:solidFill>
          <a:ln cap="flat" cmpd="sng" w="190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参照・更新可能</a:t>
            </a:r>
            <a:endParaRPr/>
          </a:p>
        </p:txBody>
      </p:sp>
      <p:sp>
        <p:nvSpPr>
          <p:cNvPr id="1518" name="Google Shape;1518;p29"/>
          <p:cNvSpPr/>
          <p:nvPr/>
        </p:nvSpPr>
        <p:spPr>
          <a:xfrm>
            <a:off x="1476000" y="4824000"/>
            <a:ext cx="1872000" cy="432000"/>
          </a:xfrm>
          <a:prstGeom prst="roundRect">
            <a:avLst>
              <a:gd fmla="val 14699" name="adj"/>
            </a:avLst>
          </a:prstGeom>
          <a:solidFill>
            <a:schemeClr val="accent1"/>
          </a:solidFill>
          <a:ln cap="flat" cmpd="sng" w="190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参照・更新可能</a:t>
            </a:r>
            <a:endParaRPr/>
          </a:p>
        </p:txBody>
      </p:sp>
      <p:pic>
        <p:nvPicPr>
          <p:cNvPr id="1513" name="Google Shape;1513;p29"/>
          <p:cNvPicPr preferRelativeResize="0"/>
          <p:nvPr/>
        </p:nvPicPr>
        <p:blipFill rotWithShape="1">
          <a:blip r:embed="rId8">
            <a:alphaModFix/>
          </a:blip>
          <a:srcRect b="0" l="0" r="0" t="0"/>
          <a:stretch/>
        </p:blipFill>
        <p:spPr>
          <a:xfrm>
            <a:off x="4248000" y="4752000"/>
            <a:ext cx="690821" cy="1029373"/>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2" name="Shape 1522"/>
        <p:cNvGrpSpPr/>
        <p:nvPr/>
      </p:nvGrpSpPr>
      <p:grpSpPr>
        <a:xfrm>
          <a:off x="0" y="0"/>
          <a:ext cx="0" cy="0"/>
          <a:chOff x="0" y="0"/>
          <a:chExt cx="0" cy="0"/>
        </a:xfrm>
      </p:grpSpPr>
      <p:sp>
        <p:nvSpPr>
          <p:cNvPr id="1523" name="Google Shape;1523;p30"/>
          <p:cNvSpPr txBox="1"/>
          <p:nvPr>
            <p:ph type="ctrTitle"/>
          </p:nvPr>
        </p:nvSpPr>
        <p:spPr>
          <a:xfrm>
            <a:off x="72000" y="2088000"/>
            <a:ext cx="9000000" cy="2520000"/>
          </a:xfrm>
          <a:prstGeom prst="rect">
            <a:avLst/>
          </a:prstGeom>
          <a:noFill/>
          <a:ln>
            <a:noFill/>
          </a:ln>
        </p:spPr>
        <p:txBody>
          <a:bodyPr anchorCtr="0" anchor="ctr" bIns="45700" lIns="91425" spcFirstLastPara="1" rIns="91425" wrap="square" tIns="45700">
            <a:normAutofit/>
          </a:bodyPr>
          <a:lstStyle/>
          <a:p>
            <a:pPr indent="0" lvl="0" marL="0" rtl="0" algn="ctr">
              <a:lnSpc>
                <a:spcPct val="120000"/>
              </a:lnSpc>
              <a:spcBef>
                <a:spcPts val="0"/>
              </a:spcBef>
              <a:spcAft>
                <a:spcPts val="0"/>
              </a:spcAft>
              <a:buClr>
                <a:schemeClr val="dk1"/>
              </a:buClr>
              <a:buSzPts val="4000"/>
              <a:buFont typeface="Arial"/>
              <a:buNone/>
            </a:pPr>
            <a:r>
              <a:rPr lang="ja-JP"/>
              <a:t>プロジェクトの進め方</a:t>
            </a:r>
            <a:endParaRPr/>
          </a:p>
        </p:txBody>
      </p:sp>
      <p:sp>
        <p:nvSpPr>
          <p:cNvPr id="1524" name="Google Shape;1524;p30"/>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ja-JP"/>
              <a:t>Copyright© 2020 SystemEXE,Inc. all rights reserved.</a:t>
            </a:r>
            <a:endParaRPr/>
          </a:p>
        </p:txBody>
      </p:sp>
      <p:sp>
        <p:nvSpPr>
          <p:cNvPr id="1525" name="Google Shape;1525;p30"/>
          <p:cNvSpPr txBox="1"/>
          <p:nvPr>
            <p:ph idx="12" type="sldNum"/>
          </p:nvPr>
        </p:nvSpPr>
        <p:spPr>
          <a:xfrm>
            <a:off x="4212000" y="6500068"/>
            <a:ext cx="720000" cy="288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ja-JP"/>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9" name="Shape 1529"/>
        <p:cNvGrpSpPr/>
        <p:nvPr/>
      </p:nvGrpSpPr>
      <p:grpSpPr>
        <a:xfrm>
          <a:off x="0" y="0"/>
          <a:ext cx="0" cy="0"/>
          <a:chOff x="0" y="0"/>
          <a:chExt cx="0" cy="0"/>
        </a:xfrm>
      </p:grpSpPr>
      <p:sp>
        <p:nvSpPr>
          <p:cNvPr id="1530" name="Google Shape;1530;p31"/>
          <p:cNvSpPr txBox="1"/>
          <p:nvPr>
            <p:ph type="title"/>
          </p:nvPr>
        </p:nvSpPr>
        <p:spPr>
          <a:xfrm>
            <a:off x="144000" y="36000"/>
            <a:ext cx="8856000" cy="5760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3000"/>
              <a:buFont typeface="Arial"/>
              <a:buNone/>
            </a:pPr>
            <a:r>
              <a:rPr lang="ja-JP"/>
              <a:t>工程と作業概要</a:t>
            </a:r>
            <a:endParaRPr/>
          </a:p>
        </p:txBody>
      </p:sp>
      <p:sp>
        <p:nvSpPr>
          <p:cNvPr id="1531" name="Google Shape;1531;p31"/>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ja-JP"/>
              <a:t>Copyright© 2020 SystemEXE,Inc. all rights reserved.</a:t>
            </a:r>
            <a:endParaRPr/>
          </a:p>
        </p:txBody>
      </p:sp>
      <p:sp>
        <p:nvSpPr>
          <p:cNvPr id="1532" name="Google Shape;1532;p31"/>
          <p:cNvSpPr txBox="1"/>
          <p:nvPr>
            <p:ph idx="12" type="sldNum"/>
          </p:nvPr>
        </p:nvSpPr>
        <p:spPr>
          <a:xfrm>
            <a:off x="4212000" y="6500068"/>
            <a:ext cx="720000" cy="288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ja-JP"/>
              <a:t>‹#›</a:t>
            </a:fld>
            <a:endParaRPr/>
          </a:p>
        </p:txBody>
      </p:sp>
      <p:graphicFrame>
        <p:nvGraphicFramePr>
          <p:cNvPr id="1533" name="Google Shape;1533;p31"/>
          <p:cNvGraphicFramePr/>
          <p:nvPr/>
        </p:nvGraphicFramePr>
        <p:xfrm>
          <a:off x="144000" y="864005"/>
          <a:ext cx="3000000" cy="3000000"/>
        </p:xfrm>
        <a:graphic>
          <a:graphicData uri="http://schemas.openxmlformats.org/drawingml/2006/table">
            <a:tbl>
              <a:tblPr firstRow="1">
                <a:noFill/>
                <a:tableStyleId>{323E3909-D12D-49F2-A0F7-1776A2868E15}</a:tableStyleId>
              </a:tblPr>
              <a:tblGrid>
                <a:gridCol w="2028825"/>
                <a:gridCol w="6827175"/>
              </a:tblGrid>
              <a:tr h="285725">
                <a:tc>
                  <a:txBody>
                    <a:bodyPr/>
                    <a:lstStyle/>
                    <a:p>
                      <a:pPr indent="0" lvl="0" marL="0" marR="0" rtl="0" algn="l">
                        <a:spcBef>
                          <a:spcPts val="0"/>
                        </a:spcBef>
                        <a:spcAft>
                          <a:spcPts val="0"/>
                        </a:spcAft>
                        <a:buNone/>
                      </a:pPr>
                      <a:r>
                        <a:rPr lang="ja-JP" sz="1400" u="none" cap="none" strike="noStrike">
                          <a:latin typeface="Arial"/>
                          <a:ea typeface="Arial"/>
                          <a:cs typeface="Arial"/>
                          <a:sym typeface="Arial"/>
                        </a:rPr>
                        <a:t>工程</a:t>
                      </a:r>
                      <a:endParaRPr/>
                    </a:p>
                  </a:txBody>
                  <a:tcPr marT="45725" marB="45725" marR="72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c>
                  <a:txBody>
                    <a:bodyPr/>
                    <a:lstStyle/>
                    <a:p>
                      <a:pPr indent="0" lvl="0" marL="0" marR="0" rtl="0" algn="l">
                        <a:spcBef>
                          <a:spcPts val="0"/>
                        </a:spcBef>
                        <a:spcAft>
                          <a:spcPts val="0"/>
                        </a:spcAft>
                        <a:buNone/>
                      </a:pPr>
                      <a:r>
                        <a:rPr lang="ja-JP" sz="1400">
                          <a:latin typeface="Arial"/>
                          <a:ea typeface="Arial"/>
                          <a:cs typeface="Arial"/>
                          <a:sym typeface="Arial"/>
                        </a:rPr>
                        <a:t>作業概要</a:t>
                      </a:r>
                      <a:endParaRPr/>
                    </a:p>
                  </a:txBody>
                  <a:tcPr marT="45725" marB="45725" marR="72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r>
              <a:tr h="593750">
                <a:tc>
                  <a:txBody>
                    <a:bodyPr/>
                    <a:lstStyle/>
                    <a:p>
                      <a:pPr indent="0" lvl="0" marL="0" marR="0" rtl="0" algn="l">
                        <a:spcBef>
                          <a:spcPts val="0"/>
                        </a:spcBef>
                        <a:spcAft>
                          <a:spcPts val="0"/>
                        </a:spcAft>
                        <a:buNone/>
                      </a:pPr>
                      <a:r>
                        <a:rPr b="0" lang="ja-JP" sz="1400">
                          <a:latin typeface="Arial"/>
                          <a:ea typeface="Arial"/>
                          <a:cs typeface="Arial"/>
                          <a:sym typeface="Arial"/>
                        </a:rPr>
                        <a:t>システム方式設計 (SA) </a:t>
                      </a:r>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2F2F2"/>
                    </a:solidFill>
                  </a:tcPr>
                </a:tc>
                <a:tc>
                  <a:txBody>
                    <a:bodyPr/>
                    <a:lstStyle/>
                    <a:p>
                      <a:pPr indent="0" lvl="0" marL="0" marR="0" rtl="0" algn="l">
                        <a:lnSpc>
                          <a:spcPct val="100000"/>
                        </a:lnSpc>
                        <a:spcBef>
                          <a:spcPts val="0"/>
                        </a:spcBef>
                        <a:spcAft>
                          <a:spcPts val="0"/>
                        </a:spcAft>
                        <a:buClr>
                          <a:schemeClr val="dk1"/>
                        </a:buClr>
                        <a:buSzPts val="1400"/>
                        <a:buFont typeface="Arial"/>
                        <a:buNone/>
                      </a:pPr>
                      <a:r>
                        <a:rPr lang="ja-JP" sz="1400">
                          <a:latin typeface="Arial"/>
                          <a:ea typeface="Arial"/>
                          <a:cs typeface="Arial"/>
                          <a:sym typeface="Arial"/>
                        </a:rPr>
                        <a:t>機能については現行踏襲を原則として要件を定義します。また、性能要件、運用要件などの非機能要件を定義します。</a:t>
                      </a:r>
                      <a:endParaRPr/>
                    </a:p>
                  </a:txBody>
                  <a:tcPr marT="45725" marB="45725" marR="72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r>
              <a:tr h="593750">
                <a:tc>
                  <a:txBody>
                    <a:bodyPr/>
                    <a:lstStyle/>
                    <a:p>
                      <a:pPr indent="0" lvl="0" marL="0" marR="0" rtl="0" algn="l">
                        <a:spcBef>
                          <a:spcPts val="0"/>
                        </a:spcBef>
                        <a:spcAft>
                          <a:spcPts val="0"/>
                        </a:spcAft>
                        <a:buNone/>
                      </a:pPr>
                      <a:r>
                        <a:rPr b="0" lang="ja-JP" sz="1400">
                          <a:latin typeface="Arial"/>
                          <a:ea typeface="Arial"/>
                          <a:cs typeface="Arial"/>
                          <a:sym typeface="Arial"/>
                        </a:rPr>
                        <a:t>ユーザインタフェース設計 (UI)</a:t>
                      </a:r>
                      <a:endParaRPr b="0" sz="1400">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2F2F2"/>
                    </a:solidFill>
                  </a:tcPr>
                </a:tc>
                <a:tc>
                  <a:txBody>
                    <a:bodyPr/>
                    <a:lstStyle/>
                    <a:p>
                      <a:pPr indent="0" lvl="0" marL="0" marR="0" rtl="0" algn="l">
                        <a:lnSpc>
                          <a:spcPct val="100000"/>
                        </a:lnSpc>
                        <a:spcBef>
                          <a:spcPts val="0"/>
                        </a:spcBef>
                        <a:spcAft>
                          <a:spcPts val="0"/>
                        </a:spcAft>
                        <a:buClr>
                          <a:schemeClr val="dk1"/>
                        </a:buClr>
                        <a:buSzPts val="1400"/>
                        <a:buFont typeface="Arial"/>
                        <a:buNone/>
                      </a:pPr>
                      <a:r>
                        <a:rPr lang="ja-JP" sz="1400">
                          <a:latin typeface="Arial"/>
                          <a:ea typeface="Arial"/>
                          <a:cs typeface="Arial"/>
                          <a:sym typeface="Arial"/>
                        </a:rPr>
                        <a:t>プロセス構造およびデータ構造の検討を行い、システム内の処理の流れを整理しプロセス機能（画面・帳票・バッチ）を決定します。</a:t>
                      </a:r>
                      <a:endParaRPr/>
                    </a:p>
                  </a:txBody>
                  <a:tcPr marT="45725" marB="45725" marR="72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r>
              <a:tr h="349250">
                <a:tc>
                  <a:txBody>
                    <a:bodyPr/>
                    <a:lstStyle/>
                    <a:p>
                      <a:pPr indent="0" lvl="0" marL="0" marR="0" rtl="0" algn="l">
                        <a:spcBef>
                          <a:spcPts val="0"/>
                        </a:spcBef>
                        <a:spcAft>
                          <a:spcPts val="0"/>
                        </a:spcAft>
                        <a:buNone/>
                      </a:pPr>
                      <a:r>
                        <a:rPr b="0" lang="ja-JP" sz="1400">
                          <a:latin typeface="Arial"/>
                          <a:ea typeface="Arial"/>
                          <a:cs typeface="Arial"/>
                          <a:sym typeface="Arial"/>
                        </a:rPr>
                        <a:t>システム構造設計 (SS)</a:t>
                      </a:r>
                      <a:endParaRPr b="0" sz="1400">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2F2F2"/>
                    </a:solidFill>
                  </a:tcPr>
                </a:tc>
                <a:tc>
                  <a:txBody>
                    <a:bodyPr/>
                    <a:lstStyle/>
                    <a:p>
                      <a:pPr indent="0" lvl="0" marL="0" marR="0" rtl="0" algn="l">
                        <a:lnSpc>
                          <a:spcPct val="100000"/>
                        </a:lnSpc>
                        <a:spcBef>
                          <a:spcPts val="0"/>
                        </a:spcBef>
                        <a:spcAft>
                          <a:spcPts val="0"/>
                        </a:spcAft>
                        <a:buClr>
                          <a:schemeClr val="dk1"/>
                        </a:buClr>
                        <a:buSzPts val="1400"/>
                        <a:buFont typeface="Arial"/>
                        <a:buNone/>
                      </a:pPr>
                      <a:r>
                        <a:rPr lang="ja-JP" sz="1400">
                          <a:latin typeface="Arial"/>
                          <a:ea typeface="Arial"/>
                          <a:cs typeface="Arial"/>
                          <a:sym typeface="Arial"/>
                        </a:rPr>
                        <a:t>プロセスを機能単位でプログラムに分割し、個々のプログラムの機能を定義します。</a:t>
                      </a:r>
                      <a:endParaRPr/>
                    </a:p>
                  </a:txBody>
                  <a:tcPr marT="45725" marB="45725" marR="72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r>
              <a:tr h="593750">
                <a:tc>
                  <a:txBody>
                    <a:bodyPr/>
                    <a:lstStyle/>
                    <a:p>
                      <a:pPr indent="0" lvl="0" marL="0" marR="0" rtl="0" algn="l">
                        <a:spcBef>
                          <a:spcPts val="0"/>
                        </a:spcBef>
                        <a:spcAft>
                          <a:spcPts val="0"/>
                        </a:spcAft>
                        <a:buNone/>
                      </a:pPr>
                      <a:r>
                        <a:rPr b="0" lang="ja-JP" sz="1400">
                          <a:latin typeface="Arial"/>
                          <a:ea typeface="Arial"/>
                          <a:cs typeface="Arial"/>
                          <a:sym typeface="Arial"/>
                        </a:rPr>
                        <a:t>プログラミング (PS/PG/PT)</a:t>
                      </a:r>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ja-JP" sz="1400">
                          <a:latin typeface="Arial"/>
                          <a:ea typeface="Arial"/>
                          <a:cs typeface="Arial"/>
                          <a:sym typeface="Arial"/>
                        </a:rPr>
                        <a:t>プログラミングを実施します。また、実装したプログラムが設計通りかを検証します。プログラム設計(PS)としてのドキュメント作成は実施いたしません。</a:t>
                      </a:r>
                      <a:endParaRPr sz="1400">
                        <a:latin typeface="Arial"/>
                        <a:ea typeface="Arial"/>
                        <a:cs typeface="Arial"/>
                        <a:sym typeface="Arial"/>
                      </a:endParaRPr>
                    </a:p>
                  </a:txBody>
                  <a:tcPr marT="45725" marB="45725" marR="72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r>
              <a:tr h="349250">
                <a:tc>
                  <a:txBody>
                    <a:bodyPr/>
                    <a:lstStyle/>
                    <a:p>
                      <a:pPr indent="0" lvl="0" marL="0" marR="0" rtl="0" algn="l">
                        <a:spcBef>
                          <a:spcPts val="0"/>
                        </a:spcBef>
                        <a:spcAft>
                          <a:spcPts val="0"/>
                        </a:spcAft>
                        <a:buNone/>
                      </a:pPr>
                      <a:r>
                        <a:rPr b="0" lang="ja-JP" sz="1400">
                          <a:latin typeface="Arial"/>
                          <a:ea typeface="Arial"/>
                          <a:cs typeface="Arial"/>
                          <a:sym typeface="Arial"/>
                        </a:rPr>
                        <a:t>結合テスト (IT)</a:t>
                      </a:r>
                      <a:endParaRPr b="0" sz="1400">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2F2F2"/>
                    </a:solidFill>
                  </a:tcPr>
                </a:tc>
                <a:tc>
                  <a:txBody>
                    <a:bodyPr/>
                    <a:lstStyle/>
                    <a:p>
                      <a:pPr indent="0" lvl="0" marL="0" marR="0" rtl="0" algn="l">
                        <a:lnSpc>
                          <a:spcPct val="100000"/>
                        </a:lnSpc>
                        <a:spcBef>
                          <a:spcPts val="0"/>
                        </a:spcBef>
                        <a:spcAft>
                          <a:spcPts val="0"/>
                        </a:spcAft>
                        <a:buClr>
                          <a:schemeClr val="dk1"/>
                        </a:buClr>
                        <a:buSzPts val="1400"/>
                        <a:buFont typeface="Arial"/>
                        <a:buNone/>
                      </a:pPr>
                      <a:r>
                        <a:rPr lang="ja-JP" sz="1400">
                          <a:latin typeface="Arial"/>
                          <a:ea typeface="Arial"/>
                          <a:cs typeface="Arial"/>
                          <a:sym typeface="Arial"/>
                        </a:rPr>
                        <a:t>弊社内の環境にて、結合テストを実施し、品質を検証します。</a:t>
                      </a:r>
                      <a:endParaRPr sz="1400">
                        <a:latin typeface="Arial"/>
                        <a:ea typeface="Arial"/>
                        <a:cs typeface="Arial"/>
                        <a:sym typeface="Arial"/>
                      </a:endParaRPr>
                    </a:p>
                  </a:txBody>
                  <a:tcPr marT="45725" marB="45725" marR="72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r>
              <a:tr h="593750">
                <a:tc>
                  <a:txBody>
                    <a:bodyPr/>
                    <a:lstStyle/>
                    <a:p>
                      <a:pPr indent="0" lvl="0" marL="0" marR="0" rtl="0" algn="l">
                        <a:spcBef>
                          <a:spcPts val="0"/>
                        </a:spcBef>
                        <a:spcAft>
                          <a:spcPts val="0"/>
                        </a:spcAft>
                        <a:buNone/>
                      </a:pPr>
                      <a:r>
                        <a:rPr b="0" lang="ja-JP" sz="1400">
                          <a:latin typeface="Arial"/>
                          <a:ea typeface="Arial"/>
                          <a:cs typeface="Arial"/>
                          <a:sym typeface="Arial"/>
                        </a:rPr>
                        <a:t>システムテスト (ST)</a:t>
                      </a:r>
                      <a:endParaRPr b="0" sz="1400">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2F2F2"/>
                    </a:solidFill>
                  </a:tcPr>
                </a:tc>
                <a:tc>
                  <a:txBody>
                    <a:bodyPr/>
                    <a:lstStyle/>
                    <a:p>
                      <a:pPr indent="0" lvl="0" marL="0" marR="0" rtl="0" algn="l">
                        <a:lnSpc>
                          <a:spcPct val="100000"/>
                        </a:lnSpc>
                        <a:spcBef>
                          <a:spcPts val="0"/>
                        </a:spcBef>
                        <a:spcAft>
                          <a:spcPts val="0"/>
                        </a:spcAft>
                        <a:buClr>
                          <a:schemeClr val="dk1"/>
                        </a:buClr>
                        <a:buSzPts val="1400"/>
                        <a:buFont typeface="Arial"/>
                        <a:buNone/>
                      </a:pPr>
                      <a:r>
                        <a:rPr lang="ja-JP" sz="1400">
                          <a:latin typeface="Arial"/>
                          <a:ea typeface="Arial"/>
                          <a:cs typeface="Arial"/>
                          <a:sym typeface="Arial"/>
                        </a:rPr>
                        <a:t>新本番環境にて、システムテストを実施し、機能、性能、信頼性、セキュリティ等の要件を充足するかを検証します。</a:t>
                      </a:r>
                      <a:endParaRPr/>
                    </a:p>
                  </a:txBody>
                  <a:tcPr marT="45725" marB="45725" marR="72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r>
              <a:tr h="593750">
                <a:tc>
                  <a:txBody>
                    <a:bodyPr/>
                    <a:lstStyle/>
                    <a:p>
                      <a:pPr indent="0" lvl="0" marL="0" marR="0" rtl="0" algn="l">
                        <a:spcBef>
                          <a:spcPts val="0"/>
                        </a:spcBef>
                        <a:spcAft>
                          <a:spcPts val="0"/>
                        </a:spcAft>
                        <a:buNone/>
                      </a:pPr>
                      <a:r>
                        <a:rPr b="0" lang="ja-JP" sz="1400">
                          <a:latin typeface="Arial"/>
                          <a:ea typeface="Arial"/>
                          <a:cs typeface="Arial"/>
                          <a:sym typeface="Arial"/>
                        </a:rPr>
                        <a:t>運用テスト (OT)</a:t>
                      </a:r>
                      <a:endParaRPr b="0" sz="1400">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2F2F2"/>
                    </a:solidFill>
                  </a:tcPr>
                </a:tc>
                <a:tc>
                  <a:txBody>
                    <a:bodyPr/>
                    <a:lstStyle/>
                    <a:p>
                      <a:pPr indent="0" lvl="0" marL="0" marR="0" rtl="0" algn="l">
                        <a:lnSpc>
                          <a:spcPct val="100000"/>
                        </a:lnSpc>
                        <a:spcBef>
                          <a:spcPts val="0"/>
                        </a:spcBef>
                        <a:spcAft>
                          <a:spcPts val="0"/>
                        </a:spcAft>
                        <a:buClr>
                          <a:schemeClr val="dk1"/>
                        </a:buClr>
                        <a:buSzPts val="1400"/>
                        <a:buFont typeface="Arial"/>
                        <a:buNone/>
                      </a:pPr>
                      <a:r>
                        <a:rPr lang="ja-JP" sz="1400">
                          <a:latin typeface="Arial"/>
                          <a:ea typeface="Arial"/>
                          <a:cs typeface="Arial"/>
                          <a:sym typeface="Arial"/>
                        </a:rPr>
                        <a:t>運用テスト環境の整備、問合せ対応等を実施します。運用テストの作業は貴社にて実施をお願いします。運用テスト環境は、貴社の新本番環境を想定します。</a:t>
                      </a:r>
                      <a:endParaRPr sz="1400">
                        <a:latin typeface="Arial"/>
                        <a:ea typeface="Arial"/>
                        <a:cs typeface="Arial"/>
                        <a:sym typeface="Arial"/>
                      </a:endParaRPr>
                    </a:p>
                  </a:txBody>
                  <a:tcPr marT="45725" marB="45725" marR="72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r>
              <a:tr h="593750">
                <a:tc>
                  <a:txBody>
                    <a:bodyPr/>
                    <a:lstStyle/>
                    <a:p>
                      <a:pPr indent="0" lvl="0" marL="0" marR="0" rtl="0" algn="l">
                        <a:lnSpc>
                          <a:spcPct val="100000"/>
                        </a:lnSpc>
                        <a:spcBef>
                          <a:spcPts val="0"/>
                        </a:spcBef>
                        <a:spcAft>
                          <a:spcPts val="0"/>
                        </a:spcAft>
                        <a:buClr>
                          <a:schemeClr val="dk1"/>
                        </a:buClr>
                        <a:buSzPts val="1400"/>
                        <a:buFont typeface="Arial"/>
                        <a:buNone/>
                      </a:pPr>
                      <a:r>
                        <a:rPr b="0" lang="ja-JP" sz="1400">
                          <a:latin typeface="Arial"/>
                          <a:ea typeface="Arial"/>
                          <a:cs typeface="Arial"/>
                          <a:sym typeface="Arial"/>
                        </a:rPr>
                        <a:t>本番移行</a:t>
                      </a:r>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2F2F2"/>
                    </a:solidFill>
                  </a:tcPr>
                </a:tc>
                <a:tc>
                  <a:txBody>
                    <a:bodyPr/>
                    <a:lstStyle/>
                    <a:p>
                      <a:pPr indent="0" lvl="0" marL="0" marR="0" rtl="0" algn="l">
                        <a:lnSpc>
                          <a:spcPct val="100000"/>
                        </a:lnSpc>
                        <a:spcBef>
                          <a:spcPts val="0"/>
                        </a:spcBef>
                        <a:spcAft>
                          <a:spcPts val="0"/>
                        </a:spcAft>
                        <a:buClr>
                          <a:schemeClr val="dk1"/>
                        </a:buClr>
                        <a:buSzPts val="1400"/>
                        <a:buFont typeface="Arial"/>
                        <a:buNone/>
                      </a:pPr>
                      <a:r>
                        <a:rPr lang="ja-JP" sz="1400">
                          <a:latin typeface="Arial"/>
                          <a:ea typeface="Arial"/>
                          <a:cs typeface="Arial"/>
                          <a:sym typeface="Arial"/>
                        </a:rPr>
                        <a:t>移行方式設計を実施し移行方式設計書を作成します。移行のリハーサルを実施し、手順に問題ないことを確認した上で、本番移行を実施します。</a:t>
                      </a:r>
                      <a:endParaRPr sz="1400">
                        <a:latin typeface="Arial"/>
                        <a:ea typeface="Arial"/>
                        <a:cs typeface="Arial"/>
                        <a:sym typeface="Arial"/>
                      </a:endParaRPr>
                    </a:p>
                  </a:txBody>
                  <a:tcPr marT="45725" marB="45725" marR="72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r>
              <a:tr h="349250">
                <a:tc>
                  <a:txBody>
                    <a:bodyPr/>
                    <a:lstStyle/>
                    <a:p>
                      <a:pPr indent="0" lvl="0" marL="0" marR="0" rtl="0" algn="l">
                        <a:lnSpc>
                          <a:spcPct val="100000"/>
                        </a:lnSpc>
                        <a:spcBef>
                          <a:spcPts val="0"/>
                        </a:spcBef>
                        <a:spcAft>
                          <a:spcPts val="0"/>
                        </a:spcAft>
                        <a:buClr>
                          <a:schemeClr val="dk1"/>
                        </a:buClr>
                        <a:buSzPts val="1400"/>
                        <a:buFont typeface="Arial"/>
                        <a:buNone/>
                      </a:pPr>
                      <a:r>
                        <a:rPr b="0" lang="ja-JP" sz="1400">
                          <a:latin typeface="Arial"/>
                          <a:ea typeface="Arial"/>
                          <a:cs typeface="Arial"/>
                          <a:sym typeface="Arial"/>
                        </a:rPr>
                        <a:t>初期流動</a:t>
                      </a:r>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2F2F2"/>
                    </a:solidFill>
                  </a:tcPr>
                </a:tc>
                <a:tc>
                  <a:txBody>
                    <a:bodyPr/>
                    <a:lstStyle/>
                    <a:p>
                      <a:pPr indent="0" lvl="0" marL="0" marR="0" rtl="0" algn="l">
                        <a:lnSpc>
                          <a:spcPct val="100000"/>
                        </a:lnSpc>
                        <a:spcBef>
                          <a:spcPts val="0"/>
                        </a:spcBef>
                        <a:spcAft>
                          <a:spcPts val="0"/>
                        </a:spcAft>
                        <a:buClr>
                          <a:schemeClr val="dk1"/>
                        </a:buClr>
                        <a:buSzPts val="1400"/>
                        <a:buFont typeface="Arial"/>
                        <a:buNone/>
                      </a:pPr>
                      <a:r>
                        <a:rPr lang="ja-JP" sz="1400">
                          <a:latin typeface="Arial"/>
                          <a:ea typeface="Arial"/>
                          <a:cs typeface="Arial"/>
                          <a:sym typeface="Arial"/>
                        </a:rPr>
                        <a:t>切替後の初期流動期間中の問合せ対応等を実施します。</a:t>
                      </a:r>
                      <a:endParaRPr sz="1400">
                        <a:latin typeface="Arial"/>
                        <a:ea typeface="Arial"/>
                        <a:cs typeface="Arial"/>
                        <a:sym typeface="Arial"/>
                      </a:endParaRPr>
                    </a:p>
                  </a:txBody>
                  <a:tcPr marT="45725" marB="45725" marR="72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r>
              <a:tr h="593750">
                <a:tc>
                  <a:txBody>
                    <a:bodyPr/>
                    <a:lstStyle/>
                    <a:p>
                      <a:pPr indent="0" lvl="0" marL="0" marR="0" rtl="0" algn="l">
                        <a:lnSpc>
                          <a:spcPct val="100000"/>
                        </a:lnSpc>
                        <a:spcBef>
                          <a:spcPts val="0"/>
                        </a:spcBef>
                        <a:spcAft>
                          <a:spcPts val="0"/>
                        </a:spcAft>
                        <a:buClr>
                          <a:schemeClr val="dk1"/>
                        </a:buClr>
                        <a:buSzPts val="1400"/>
                        <a:buFont typeface="Arial"/>
                        <a:buNone/>
                      </a:pPr>
                      <a:r>
                        <a:rPr b="0" lang="ja-JP" sz="1400">
                          <a:latin typeface="Arial"/>
                          <a:ea typeface="Arial"/>
                          <a:cs typeface="Arial"/>
                          <a:sym typeface="Arial"/>
                        </a:rPr>
                        <a:t>プロジェクト管理</a:t>
                      </a:r>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2F2F2"/>
                    </a:solidFill>
                  </a:tcPr>
                </a:tc>
                <a:tc>
                  <a:txBody>
                    <a:bodyPr/>
                    <a:lstStyle/>
                    <a:p>
                      <a:pPr indent="0" lvl="0" marL="0" marR="0" rtl="0" algn="l">
                        <a:lnSpc>
                          <a:spcPct val="100000"/>
                        </a:lnSpc>
                        <a:spcBef>
                          <a:spcPts val="0"/>
                        </a:spcBef>
                        <a:spcAft>
                          <a:spcPts val="0"/>
                        </a:spcAft>
                        <a:buClr>
                          <a:schemeClr val="dk1"/>
                        </a:buClr>
                        <a:buSzPts val="1400"/>
                        <a:buFont typeface="Arial"/>
                        <a:buNone/>
                      </a:pPr>
                      <a:r>
                        <a:rPr lang="ja-JP" sz="1400">
                          <a:latin typeface="Arial"/>
                          <a:ea typeface="Arial"/>
                          <a:cs typeface="Arial"/>
                          <a:sym typeface="Arial"/>
                        </a:rPr>
                        <a:t>進捗管理、課題管理、要員管理等を実施します。定例会議にてプロジェクト状況を報告します。</a:t>
                      </a:r>
                      <a:endParaRPr/>
                    </a:p>
                  </a:txBody>
                  <a:tcPr marT="45725" marB="45725" marR="72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8" name="Shape 1538"/>
        <p:cNvGrpSpPr/>
        <p:nvPr/>
      </p:nvGrpSpPr>
      <p:grpSpPr>
        <a:xfrm>
          <a:off x="0" y="0"/>
          <a:ext cx="0" cy="0"/>
          <a:chOff x="0" y="0"/>
          <a:chExt cx="0" cy="0"/>
        </a:xfrm>
      </p:grpSpPr>
      <p:sp>
        <p:nvSpPr>
          <p:cNvPr id="1539" name="Google Shape;1539;p32"/>
          <p:cNvSpPr txBox="1"/>
          <p:nvPr>
            <p:ph type="title"/>
          </p:nvPr>
        </p:nvSpPr>
        <p:spPr>
          <a:xfrm>
            <a:off x="144000" y="36000"/>
            <a:ext cx="8856000" cy="5760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3000"/>
              <a:buFont typeface="Arial"/>
              <a:buNone/>
            </a:pPr>
            <a:r>
              <a:rPr lang="ja-JP"/>
              <a:t>スケジュール</a:t>
            </a:r>
            <a:endParaRPr/>
          </a:p>
        </p:txBody>
      </p:sp>
      <p:sp>
        <p:nvSpPr>
          <p:cNvPr id="1540" name="Google Shape;1540;p32"/>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ja-JP"/>
              <a:t>Copyright© 2020 SystemEXE,Inc. all rights reserved.</a:t>
            </a:r>
            <a:endParaRPr/>
          </a:p>
        </p:txBody>
      </p:sp>
      <p:sp>
        <p:nvSpPr>
          <p:cNvPr id="1541" name="Google Shape;1541;p32"/>
          <p:cNvSpPr txBox="1"/>
          <p:nvPr>
            <p:ph idx="12" type="sldNum"/>
          </p:nvPr>
        </p:nvSpPr>
        <p:spPr>
          <a:xfrm>
            <a:off x="4212000" y="6500068"/>
            <a:ext cx="720000" cy="288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ja-JP"/>
              <a:t>‹#›</a:t>
            </a:fld>
            <a:endParaRPr/>
          </a:p>
        </p:txBody>
      </p:sp>
      <p:graphicFrame>
        <p:nvGraphicFramePr>
          <p:cNvPr id="1542" name="Google Shape;1542;p32"/>
          <p:cNvGraphicFramePr/>
          <p:nvPr/>
        </p:nvGraphicFramePr>
        <p:xfrm>
          <a:off x="144464" y="863586"/>
          <a:ext cx="3000000" cy="3000000"/>
        </p:xfrm>
        <a:graphic>
          <a:graphicData uri="http://schemas.openxmlformats.org/drawingml/2006/table">
            <a:tbl>
              <a:tblPr bandRow="1" firstRow="1">
                <a:noFill/>
                <a:tableStyleId>{323E3909-D12D-49F2-A0F7-1776A2868E15}</a:tableStyleId>
              </a:tblPr>
              <a:tblGrid>
                <a:gridCol w="363525"/>
                <a:gridCol w="1099025"/>
                <a:gridCol w="214175"/>
                <a:gridCol w="208275"/>
                <a:gridCol w="211225"/>
                <a:gridCol w="211225"/>
                <a:gridCol w="211225"/>
                <a:gridCol w="208275"/>
                <a:gridCol w="214175"/>
                <a:gridCol w="211225"/>
                <a:gridCol w="211225"/>
                <a:gridCol w="211225"/>
                <a:gridCol w="211225"/>
                <a:gridCol w="211225"/>
                <a:gridCol w="211225"/>
                <a:gridCol w="211225"/>
                <a:gridCol w="211225"/>
                <a:gridCol w="211225"/>
                <a:gridCol w="211225"/>
                <a:gridCol w="211225"/>
                <a:gridCol w="211225"/>
                <a:gridCol w="211225"/>
                <a:gridCol w="211225"/>
                <a:gridCol w="211225"/>
                <a:gridCol w="211225"/>
                <a:gridCol w="211225"/>
                <a:gridCol w="211225"/>
                <a:gridCol w="211225"/>
                <a:gridCol w="211225"/>
                <a:gridCol w="211225"/>
                <a:gridCol w="211225"/>
                <a:gridCol w="211225"/>
                <a:gridCol w="211225"/>
                <a:gridCol w="211225"/>
                <a:gridCol w="211225"/>
                <a:gridCol w="211225"/>
                <a:gridCol w="211225"/>
              </a:tblGrid>
              <a:tr h="161650">
                <a:tc gridSpan="2" rowSpan="2">
                  <a:txBody>
                    <a:bodyPr/>
                    <a:lstStyle/>
                    <a:p>
                      <a:pPr indent="0" lvl="0" marL="0" marR="0" rtl="0" algn="l">
                        <a:spcBef>
                          <a:spcPts val="0"/>
                        </a:spcBef>
                        <a:spcAft>
                          <a:spcPts val="0"/>
                        </a:spcAft>
                        <a:buNone/>
                      </a:pPr>
                      <a:r>
                        <a:rPr b="1" lang="ja-JP" sz="1400">
                          <a:solidFill>
                            <a:schemeClr val="lt1"/>
                          </a:solidFill>
                          <a:latin typeface="Arial"/>
                          <a:ea typeface="Arial"/>
                          <a:cs typeface="Arial"/>
                          <a:sym typeface="Arial"/>
                        </a:rPr>
                        <a:t>工程</a:t>
                      </a:r>
                      <a:endParaRPr/>
                    </a:p>
                  </a:txBody>
                  <a:tcPr marT="36000" marB="36000"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c rowSpan="2" hMerge="1"/>
                <a:tc gridSpan="4">
                  <a:txBody>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2019年度</a:t>
                      </a:r>
                      <a:endParaRPr/>
                    </a:p>
                  </a:txBody>
                  <a:tcPr marT="45725" marB="45725" marR="36000" marL="36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c hMerge="1"/>
                <a:tc hMerge="1"/>
                <a:tc hMerge="1"/>
                <a:tc gridSpan="12">
                  <a:txBody>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2020年度</a:t>
                      </a:r>
                      <a:endParaRPr/>
                    </a:p>
                  </a:txBody>
                  <a:tcPr marT="45725" marB="45725" marR="36000" marL="36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c hMerge="1"/>
                <a:tc hMerge="1"/>
                <a:tc hMerge="1"/>
                <a:tc hMerge="1"/>
                <a:tc hMerge="1"/>
                <a:tc hMerge="1"/>
                <a:tc hMerge="1"/>
                <a:tc hMerge="1"/>
                <a:tc hMerge="1"/>
                <a:tc hMerge="1"/>
                <a:tc hMerge="1"/>
                <a:tc gridSpan="12">
                  <a:txBody>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2021年度</a:t>
                      </a:r>
                      <a:endParaRPr/>
                    </a:p>
                  </a:txBody>
                  <a:tcPr marT="45725" marB="45725" marR="36000" marL="36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c hMerge="1"/>
                <a:tc hMerge="1"/>
                <a:tc hMerge="1"/>
                <a:tc hMerge="1"/>
                <a:tc hMerge="1"/>
                <a:tc hMerge="1"/>
                <a:tc hMerge="1"/>
                <a:tc hMerge="1"/>
                <a:tc hMerge="1"/>
                <a:tc hMerge="1"/>
                <a:tc hMerge="1"/>
                <a:tc gridSpan="7">
                  <a:txBody>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2022年度</a:t>
                      </a:r>
                      <a:endParaRPr/>
                    </a:p>
                  </a:txBody>
                  <a:tcPr marT="45725" marB="45725" marR="36000" marL="36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c hMerge="1"/>
                <a:tc hMerge="1"/>
                <a:tc hMerge="1"/>
                <a:tc hMerge="1"/>
                <a:tc hMerge="1"/>
                <a:tc hMerge="1"/>
              </a:tr>
              <a:tr h="177800">
                <a:tc gridSpan="2" vMerge="1"/>
                <a:tc hMerge="1" vMerge="1"/>
                <a:tc>
                  <a:txBody>
                    <a:bodyPr/>
                    <a:lstStyle/>
                    <a:p>
                      <a:pPr indent="0" lvl="0" marL="0" marR="0" rtl="0" algn="ctr">
                        <a:spcBef>
                          <a:spcPts val="0"/>
                        </a:spcBef>
                        <a:spcAft>
                          <a:spcPts val="0"/>
                        </a:spcAft>
                        <a:buNone/>
                      </a:pPr>
                      <a:r>
                        <a:t/>
                      </a:r>
                      <a:endParaRPr b="1" sz="1400">
                        <a:solidFill>
                          <a:schemeClr val="lt1"/>
                        </a:solidFill>
                        <a:latin typeface="Arial"/>
                        <a:ea typeface="Arial"/>
                        <a:cs typeface="Arial"/>
                        <a:sym typeface="Arial"/>
                      </a:endParaRPr>
                    </a:p>
                  </a:txBody>
                  <a:tcPr marT="36000" marB="36000" marR="36000" marL="36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c gridSpan="3">
                  <a:txBody>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4Q</a:t>
                      </a:r>
                      <a:endParaRPr b="1" sz="1400">
                        <a:solidFill>
                          <a:schemeClr val="lt1"/>
                        </a:solidFill>
                        <a:latin typeface="Arial"/>
                        <a:ea typeface="Arial"/>
                        <a:cs typeface="Arial"/>
                        <a:sym typeface="Arial"/>
                      </a:endParaRPr>
                    </a:p>
                  </a:txBody>
                  <a:tcPr marT="36000" marB="36000" marR="36000" marL="36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c hMerge="1"/>
                <a:tc hMerge="1"/>
                <a:tc gridSpan="3">
                  <a:txBody>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1Q</a:t>
                      </a:r>
                      <a:endParaRPr b="1" sz="1400">
                        <a:solidFill>
                          <a:schemeClr val="lt1"/>
                        </a:solidFill>
                        <a:latin typeface="Arial"/>
                        <a:ea typeface="Arial"/>
                        <a:cs typeface="Arial"/>
                        <a:sym typeface="Arial"/>
                      </a:endParaRPr>
                    </a:p>
                  </a:txBody>
                  <a:tcPr marT="36000" marB="36000" marR="36000" marL="36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c hMerge="1"/>
                <a:tc hMerge="1"/>
                <a:tc gridSpan="3">
                  <a:txBody>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2Q</a:t>
                      </a:r>
                      <a:endParaRPr b="1" sz="1400">
                        <a:solidFill>
                          <a:schemeClr val="lt1"/>
                        </a:solidFill>
                        <a:latin typeface="Arial"/>
                        <a:ea typeface="Arial"/>
                        <a:cs typeface="Arial"/>
                        <a:sym typeface="Arial"/>
                      </a:endParaRPr>
                    </a:p>
                  </a:txBody>
                  <a:tcPr marT="36000" marB="36000" marR="36000" marL="36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c hMerge="1"/>
                <a:tc hMerge="1"/>
                <a:tc gridSpan="3">
                  <a:txBody>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3Q</a:t>
                      </a:r>
                      <a:endParaRPr b="1" sz="1400">
                        <a:solidFill>
                          <a:schemeClr val="lt1"/>
                        </a:solidFill>
                        <a:latin typeface="Arial"/>
                        <a:ea typeface="Arial"/>
                        <a:cs typeface="Arial"/>
                        <a:sym typeface="Arial"/>
                      </a:endParaRPr>
                    </a:p>
                  </a:txBody>
                  <a:tcPr marT="36000" marB="36000" marR="36000" marL="36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c hMerge="1"/>
                <a:tc hMerge="1"/>
                <a:tc gridSpan="3">
                  <a:txBody>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4Q</a:t>
                      </a:r>
                      <a:endParaRPr b="1" sz="1400">
                        <a:solidFill>
                          <a:schemeClr val="lt1"/>
                        </a:solidFill>
                        <a:latin typeface="Arial"/>
                        <a:ea typeface="Arial"/>
                        <a:cs typeface="Arial"/>
                        <a:sym typeface="Arial"/>
                      </a:endParaRPr>
                    </a:p>
                  </a:txBody>
                  <a:tcPr marT="36000" marB="36000" marR="36000" marL="36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c hMerge="1"/>
                <a:tc hMerge="1"/>
                <a:tc gridSpan="3">
                  <a:txBody>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1Q</a:t>
                      </a:r>
                      <a:endParaRPr b="1" sz="1400">
                        <a:solidFill>
                          <a:schemeClr val="lt1"/>
                        </a:solidFill>
                        <a:latin typeface="Arial"/>
                        <a:ea typeface="Arial"/>
                        <a:cs typeface="Arial"/>
                        <a:sym typeface="Arial"/>
                      </a:endParaRPr>
                    </a:p>
                  </a:txBody>
                  <a:tcPr marT="36000" marB="36000" marR="36000" marL="36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c hMerge="1"/>
                <a:tc hMerge="1"/>
                <a:tc gridSpan="3">
                  <a:txBody>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2Q</a:t>
                      </a:r>
                      <a:endParaRPr b="1" sz="1400">
                        <a:solidFill>
                          <a:schemeClr val="lt1"/>
                        </a:solidFill>
                        <a:latin typeface="Arial"/>
                        <a:ea typeface="Arial"/>
                        <a:cs typeface="Arial"/>
                        <a:sym typeface="Arial"/>
                      </a:endParaRPr>
                    </a:p>
                  </a:txBody>
                  <a:tcPr marT="36000" marB="36000" marR="36000" marL="36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c hMerge="1"/>
                <a:tc hMerge="1"/>
                <a:tc gridSpan="3">
                  <a:txBody>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3Q</a:t>
                      </a:r>
                      <a:endParaRPr b="1" sz="1400">
                        <a:solidFill>
                          <a:schemeClr val="lt1"/>
                        </a:solidFill>
                        <a:latin typeface="Arial"/>
                        <a:ea typeface="Arial"/>
                        <a:cs typeface="Arial"/>
                        <a:sym typeface="Arial"/>
                      </a:endParaRPr>
                    </a:p>
                  </a:txBody>
                  <a:tcPr marT="36000" marB="36000" marR="36000" marL="36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c hMerge="1"/>
                <a:tc hMerge="1"/>
                <a:tc gridSpan="3">
                  <a:txBody>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4Q</a:t>
                      </a:r>
                      <a:endParaRPr b="1" sz="1400">
                        <a:solidFill>
                          <a:schemeClr val="lt1"/>
                        </a:solidFill>
                        <a:latin typeface="Arial"/>
                        <a:ea typeface="Arial"/>
                        <a:cs typeface="Arial"/>
                        <a:sym typeface="Arial"/>
                      </a:endParaRPr>
                    </a:p>
                  </a:txBody>
                  <a:tcPr marT="36000" marB="36000" marR="36000" marL="36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c hMerge="1"/>
                <a:tc hMerge="1"/>
                <a:tc gridSpan="3">
                  <a:txBody>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1Q</a:t>
                      </a:r>
                      <a:endParaRPr b="1" sz="1400">
                        <a:solidFill>
                          <a:schemeClr val="lt1"/>
                        </a:solidFill>
                        <a:latin typeface="Arial"/>
                        <a:ea typeface="Arial"/>
                        <a:cs typeface="Arial"/>
                        <a:sym typeface="Arial"/>
                      </a:endParaRPr>
                    </a:p>
                  </a:txBody>
                  <a:tcPr marT="36000" marB="36000" marR="36000" marL="36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c hMerge="1"/>
                <a:tc hMerge="1"/>
                <a:tc gridSpan="3">
                  <a:txBody>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2Q</a:t>
                      </a:r>
                      <a:endParaRPr b="1" sz="1400">
                        <a:solidFill>
                          <a:schemeClr val="lt1"/>
                        </a:solidFill>
                        <a:latin typeface="Arial"/>
                        <a:ea typeface="Arial"/>
                        <a:cs typeface="Arial"/>
                        <a:sym typeface="Arial"/>
                      </a:endParaRPr>
                    </a:p>
                  </a:txBody>
                  <a:tcPr marT="36000" marB="36000" marR="36000" marL="36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c hMerge="1"/>
                <a:tc hMerge="1"/>
                <a:tc>
                  <a:txBody>
                    <a:bodyPr/>
                    <a:lstStyle/>
                    <a:p>
                      <a:pPr indent="0" lvl="0" marL="0" marR="0" rtl="0" algn="ctr">
                        <a:spcBef>
                          <a:spcPts val="0"/>
                        </a:spcBef>
                        <a:spcAft>
                          <a:spcPts val="0"/>
                        </a:spcAft>
                        <a:buNone/>
                      </a:pPr>
                      <a:r>
                        <a:t/>
                      </a:r>
                      <a:endParaRPr b="1" sz="1400">
                        <a:solidFill>
                          <a:schemeClr val="lt1"/>
                        </a:solidFill>
                        <a:latin typeface="Arial"/>
                        <a:ea typeface="Arial"/>
                        <a:cs typeface="Arial"/>
                        <a:sym typeface="Arial"/>
                      </a:endParaRPr>
                    </a:p>
                  </a:txBody>
                  <a:tcPr marT="36000" marB="36000" marR="36000" marL="36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r>
              <a:tr h="1631200">
                <a:tc gridSpan="2">
                  <a:txBody>
                    <a:bodyPr/>
                    <a:lstStyle/>
                    <a:p>
                      <a:pPr indent="0" lvl="0" marL="0" marR="0" rtl="0" algn="l">
                        <a:spcBef>
                          <a:spcPts val="0"/>
                        </a:spcBef>
                        <a:spcAft>
                          <a:spcPts val="0"/>
                        </a:spcAft>
                        <a:buNone/>
                      </a:pPr>
                      <a:r>
                        <a:rPr b="0" lang="ja-JP" sz="1400">
                          <a:latin typeface="Arial"/>
                          <a:ea typeface="Arial"/>
                          <a:cs typeface="Arial"/>
                          <a:sym typeface="Arial"/>
                        </a:rPr>
                        <a:t>周辺システム更新スケジュール</a:t>
                      </a:r>
                      <a:endParaRPr b="0" sz="1400">
                        <a:latin typeface="Arial"/>
                        <a:ea typeface="Arial"/>
                        <a:cs typeface="Arial"/>
                        <a:sym typeface="Arial"/>
                      </a:endParaRPr>
                    </a:p>
                    <a:p>
                      <a:pPr indent="0" lvl="0" marL="0" marR="0" rtl="0" algn="l">
                        <a:spcBef>
                          <a:spcPts val="0"/>
                        </a:spcBef>
                        <a:spcAft>
                          <a:spcPts val="0"/>
                        </a:spcAft>
                        <a:buNone/>
                      </a:pPr>
                      <a:r>
                        <a:t/>
                      </a:r>
                      <a:endParaRPr b="0" sz="1400">
                        <a:latin typeface="Arial"/>
                        <a:ea typeface="Arial"/>
                        <a:cs typeface="Arial"/>
                        <a:sym typeface="Arial"/>
                      </a:endParaRPr>
                    </a:p>
                    <a:p>
                      <a:pPr indent="0" lvl="0" marL="0" marR="0" rtl="0" algn="l">
                        <a:spcBef>
                          <a:spcPts val="0"/>
                        </a:spcBef>
                        <a:spcAft>
                          <a:spcPts val="0"/>
                        </a:spcAft>
                        <a:buNone/>
                      </a:pPr>
                      <a:r>
                        <a:t/>
                      </a:r>
                      <a:endParaRPr b="0" sz="1400">
                        <a:latin typeface="Arial"/>
                        <a:ea typeface="Arial"/>
                        <a:cs typeface="Arial"/>
                        <a:sym typeface="Arial"/>
                      </a:endParaRPr>
                    </a:p>
                    <a:p>
                      <a:pPr indent="0" lvl="0" marL="0" marR="0" rtl="0" algn="l">
                        <a:spcBef>
                          <a:spcPts val="0"/>
                        </a:spcBef>
                        <a:spcAft>
                          <a:spcPts val="0"/>
                        </a:spcAft>
                        <a:buNone/>
                      </a:pPr>
                      <a:r>
                        <a:t/>
                      </a:r>
                      <a:endParaRPr b="0" sz="1400">
                        <a:latin typeface="Arial"/>
                        <a:ea typeface="Arial"/>
                        <a:cs typeface="Arial"/>
                        <a:sym typeface="Arial"/>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EDEDED"/>
                    </a:solidFill>
                  </a:tcPr>
                </a:tc>
                <a:tc hMerge="1"/>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r>
              <a:tr h="480300">
                <a:tc gridSpan="2">
                  <a:txBody>
                    <a:bodyPr/>
                    <a:lstStyle/>
                    <a:p>
                      <a:pPr indent="0" lvl="0" marL="0" marR="0" rtl="0" algn="l">
                        <a:spcBef>
                          <a:spcPts val="0"/>
                        </a:spcBef>
                        <a:spcAft>
                          <a:spcPts val="0"/>
                        </a:spcAft>
                        <a:buNone/>
                      </a:pPr>
                      <a:r>
                        <a:rPr b="0" lang="ja-JP" sz="1400">
                          <a:latin typeface="Arial"/>
                          <a:ea typeface="Arial"/>
                          <a:cs typeface="Arial"/>
                          <a:sym typeface="Arial"/>
                        </a:rPr>
                        <a:t>現行千葉運転管理システム改修</a:t>
                      </a:r>
                      <a:endParaRPr b="0" sz="1400">
                        <a:latin typeface="Arial"/>
                        <a:ea typeface="Arial"/>
                        <a:cs typeface="Arial"/>
                        <a:sym typeface="Arial"/>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EDEDED"/>
                    </a:solidFill>
                  </a:tcPr>
                </a:tc>
                <a:tc hMerge="1"/>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r>
              <a:tr h="1172100">
                <a:tc rowSpan="3">
                  <a:txBody>
                    <a:bodyPr/>
                    <a:lstStyle/>
                    <a:p>
                      <a:pPr indent="0" lvl="0" marL="0" marR="0" rtl="0" algn="l">
                        <a:spcBef>
                          <a:spcPts val="0"/>
                        </a:spcBef>
                        <a:spcAft>
                          <a:spcPts val="0"/>
                        </a:spcAft>
                        <a:buNone/>
                      </a:pPr>
                      <a:r>
                        <a:rPr b="1" lang="ja-JP" sz="1400">
                          <a:latin typeface="Arial"/>
                          <a:ea typeface="Arial"/>
                          <a:cs typeface="Arial"/>
                          <a:sym typeface="Arial"/>
                        </a:rPr>
                        <a:t>新千葉運転管理システム</a:t>
                      </a:r>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EDEDED"/>
                    </a:solidFill>
                  </a:tcPr>
                </a:tc>
                <a:tc>
                  <a:txBody>
                    <a:bodyPr/>
                    <a:lstStyle/>
                    <a:p>
                      <a:pPr indent="0" lvl="0" marL="0" marR="0" rtl="0" algn="l">
                        <a:spcBef>
                          <a:spcPts val="0"/>
                        </a:spcBef>
                        <a:spcAft>
                          <a:spcPts val="0"/>
                        </a:spcAft>
                        <a:buNone/>
                      </a:pPr>
                      <a:r>
                        <a:rPr b="1" lang="ja-JP" sz="1400">
                          <a:latin typeface="Arial"/>
                          <a:ea typeface="Arial"/>
                          <a:cs typeface="Arial"/>
                          <a:sym typeface="Arial"/>
                        </a:rPr>
                        <a:t>アプリケーション開発</a:t>
                      </a:r>
                      <a:endParaRPr b="1" sz="1400">
                        <a:latin typeface="Arial"/>
                        <a:ea typeface="Arial"/>
                        <a:cs typeface="Arial"/>
                        <a:sym typeface="Arial"/>
                      </a:endParaRPr>
                    </a:p>
                    <a:p>
                      <a:pPr indent="0" lvl="0" marL="0" marR="0" rtl="0" algn="l">
                        <a:spcBef>
                          <a:spcPts val="0"/>
                        </a:spcBef>
                        <a:spcAft>
                          <a:spcPts val="0"/>
                        </a:spcAft>
                        <a:buNone/>
                      </a:pPr>
                      <a:r>
                        <a:t/>
                      </a:r>
                      <a:endParaRPr b="1" sz="1400">
                        <a:latin typeface="Arial"/>
                        <a:ea typeface="Arial"/>
                        <a:cs typeface="Arial"/>
                        <a:sym typeface="Arial"/>
                      </a:endParaRPr>
                    </a:p>
                    <a:p>
                      <a:pPr indent="0" lvl="0" marL="0" marR="0" rtl="0" algn="l">
                        <a:spcBef>
                          <a:spcPts val="0"/>
                        </a:spcBef>
                        <a:spcAft>
                          <a:spcPts val="0"/>
                        </a:spcAft>
                        <a:buNone/>
                      </a:pPr>
                      <a:r>
                        <a:t/>
                      </a:r>
                      <a:endParaRPr b="1" sz="1400">
                        <a:latin typeface="Arial"/>
                        <a:ea typeface="Arial"/>
                        <a:cs typeface="Arial"/>
                        <a:sym typeface="Arial"/>
                      </a:endParaRPr>
                    </a:p>
                    <a:p>
                      <a:pPr indent="0" lvl="0" marL="0" marR="0" rtl="0" algn="l">
                        <a:spcBef>
                          <a:spcPts val="0"/>
                        </a:spcBef>
                        <a:spcAft>
                          <a:spcPts val="0"/>
                        </a:spcAft>
                        <a:buNone/>
                      </a:pPr>
                      <a:r>
                        <a:t/>
                      </a:r>
                      <a:endParaRPr b="1" sz="1400">
                        <a:latin typeface="Arial"/>
                        <a:ea typeface="Arial"/>
                        <a:cs typeface="Arial"/>
                        <a:sym typeface="Arial"/>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EDEDED"/>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r>
              <a:tr h="1052950">
                <a:tc vMerge="1"/>
                <a:tc>
                  <a:txBody>
                    <a:bodyPr/>
                    <a:lstStyle/>
                    <a:p>
                      <a:pPr indent="0" lvl="0" marL="0" marR="0" rtl="0" algn="l">
                        <a:spcBef>
                          <a:spcPts val="0"/>
                        </a:spcBef>
                        <a:spcAft>
                          <a:spcPts val="0"/>
                        </a:spcAft>
                        <a:buNone/>
                      </a:pPr>
                      <a:r>
                        <a:rPr b="1" lang="ja-JP" sz="1400">
                          <a:latin typeface="Arial"/>
                          <a:ea typeface="Arial"/>
                          <a:cs typeface="Arial"/>
                          <a:sym typeface="Arial"/>
                        </a:rPr>
                        <a:t>環境構築</a:t>
                      </a:r>
                      <a:endParaRPr b="1" sz="1400">
                        <a:latin typeface="Arial"/>
                        <a:ea typeface="Arial"/>
                        <a:cs typeface="Arial"/>
                        <a:sym typeface="Arial"/>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EDEDED"/>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r>
              <a:tr h="572650">
                <a:tc vMerge="1"/>
                <a:tc>
                  <a:txBody>
                    <a:bodyPr/>
                    <a:lstStyle/>
                    <a:p>
                      <a:pPr indent="0" lvl="0" marL="0" marR="0" rtl="0" algn="l">
                        <a:spcBef>
                          <a:spcPts val="0"/>
                        </a:spcBef>
                        <a:spcAft>
                          <a:spcPts val="0"/>
                        </a:spcAft>
                        <a:buNone/>
                      </a:pPr>
                      <a:r>
                        <a:rPr b="1" lang="ja-JP" sz="1400">
                          <a:latin typeface="Arial"/>
                          <a:ea typeface="Arial"/>
                          <a:cs typeface="Arial"/>
                          <a:sym typeface="Arial"/>
                        </a:rPr>
                        <a:t>本番移行</a:t>
                      </a:r>
                      <a:endParaRPr b="1" sz="1400">
                        <a:latin typeface="Arial"/>
                        <a:ea typeface="Arial"/>
                        <a:cs typeface="Arial"/>
                        <a:sym typeface="Arial"/>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EDEDED"/>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r>
            </a:tbl>
          </a:graphicData>
        </a:graphic>
      </p:graphicFrame>
      <p:sp>
        <p:nvSpPr>
          <p:cNvPr id="1543" name="Google Shape;1543;p32"/>
          <p:cNvSpPr/>
          <p:nvPr/>
        </p:nvSpPr>
        <p:spPr>
          <a:xfrm>
            <a:off x="1654760" y="5148000"/>
            <a:ext cx="2016000" cy="1224000"/>
          </a:xfrm>
          <a:prstGeom prst="roundRect">
            <a:avLst>
              <a:gd fmla="val 5188" name="adj"/>
            </a:avLst>
          </a:prstGeom>
          <a:solidFill>
            <a:schemeClr val="lt1"/>
          </a:solidFill>
          <a:ln cap="flat" cmpd="sng" w="12700">
            <a:solidFill>
              <a:schemeClr val="accent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ja-JP" sz="1200">
                <a:solidFill>
                  <a:schemeClr val="dk1"/>
                </a:solidFill>
                <a:latin typeface="Arial"/>
                <a:ea typeface="Arial"/>
                <a:cs typeface="Arial"/>
                <a:sym typeface="Arial"/>
              </a:rPr>
              <a:t>凡例</a:t>
            </a:r>
            <a:endParaRPr sz="1200">
              <a:solidFill>
                <a:schemeClr val="dk1"/>
              </a:solidFill>
              <a:latin typeface="Arial"/>
              <a:ea typeface="Arial"/>
              <a:cs typeface="Arial"/>
              <a:sym typeface="Arial"/>
            </a:endParaRPr>
          </a:p>
          <a:p>
            <a:pPr indent="0" lvl="0" marL="0" marR="0" rtl="0" algn="l">
              <a:spcBef>
                <a:spcPts val="300"/>
              </a:spcBef>
              <a:spcAft>
                <a:spcPts val="0"/>
              </a:spcAft>
              <a:buNone/>
            </a:pPr>
            <a:r>
              <a:rPr lang="ja-JP" sz="1200">
                <a:solidFill>
                  <a:schemeClr val="dk1"/>
                </a:solidFill>
                <a:latin typeface="Arial"/>
                <a:ea typeface="Arial"/>
                <a:cs typeface="Arial"/>
                <a:sym typeface="Arial"/>
              </a:rPr>
              <a:t>　　　　周辺ｼｽﾃﾑｽｹｼﾞｭｰﾙ</a:t>
            </a:r>
            <a:endParaRPr sz="1200">
              <a:solidFill>
                <a:schemeClr val="dk1"/>
              </a:solidFill>
              <a:latin typeface="Arial"/>
              <a:ea typeface="Arial"/>
              <a:cs typeface="Arial"/>
              <a:sym typeface="Arial"/>
            </a:endParaRPr>
          </a:p>
          <a:p>
            <a:pPr indent="0" lvl="0" marL="0" marR="0" rtl="0" algn="l">
              <a:spcBef>
                <a:spcPts val="300"/>
              </a:spcBef>
              <a:spcAft>
                <a:spcPts val="0"/>
              </a:spcAft>
              <a:buNone/>
            </a:pPr>
            <a:r>
              <a:rPr lang="ja-JP" sz="1200">
                <a:solidFill>
                  <a:schemeClr val="dk1"/>
                </a:solidFill>
                <a:latin typeface="Arial"/>
                <a:ea typeface="Arial"/>
                <a:cs typeface="Arial"/>
                <a:sym typeface="Arial"/>
              </a:rPr>
              <a:t>　　　　弊社主体作業</a:t>
            </a:r>
            <a:endParaRPr sz="1200">
              <a:solidFill>
                <a:schemeClr val="dk1"/>
              </a:solidFill>
              <a:latin typeface="Arial"/>
              <a:ea typeface="Arial"/>
              <a:cs typeface="Arial"/>
              <a:sym typeface="Arial"/>
            </a:endParaRPr>
          </a:p>
          <a:p>
            <a:pPr indent="0" lvl="0" marL="0" marR="0" rtl="0" algn="l">
              <a:spcBef>
                <a:spcPts val="300"/>
              </a:spcBef>
              <a:spcAft>
                <a:spcPts val="0"/>
              </a:spcAft>
              <a:buNone/>
            </a:pPr>
            <a:r>
              <a:rPr lang="ja-JP" sz="1200">
                <a:solidFill>
                  <a:schemeClr val="dk1"/>
                </a:solidFill>
                <a:latin typeface="Arial"/>
                <a:ea typeface="Arial"/>
                <a:cs typeface="Arial"/>
                <a:sym typeface="Arial"/>
              </a:rPr>
              <a:t>　　　　貴社主体作業</a:t>
            </a:r>
            <a:endParaRPr sz="1200">
              <a:solidFill>
                <a:schemeClr val="dk1"/>
              </a:solidFill>
              <a:latin typeface="Arial"/>
              <a:ea typeface="Arial"/>
              <a:cs typeface="Arial"/>
              <a:sym typeface="Arial"/>
            </a:endParaRPr>
          </a:p>
          <a:p>
            <a:pPr indent="0" lvl="0" marL="0" marR="0" rtl="0" algn="l">
              <a:spcBef>
                <a:spcPts val="300"/>
              </a:spcBef>
              <a:spcAft>
                <a:spcPts val="0"/>
              </a:spcAft>
              <a:buNone/>
            </a:pPr>
            <a:r>
              <a:rPr lang="ja-JP" sz="1200">
                <a:solidFill>
                  <a:schemeClr val="dk1"/>
                </a:solidFill>
                <a:latin typeface="Arial"/>
                <a:ea typeface="Arial"/>
                <a:cs typeface="Arial"/>
                <a:sym typeface="Arial"/>
              </a:rPr>
              <a:t>　　　　本提案範囲</a:t>
            </a:r>
            <a:endParaRPr/>
          </a:p>
        </p:txBody>
      </p:sp>
      <p:cxnSp>
        <p:nvCxnSpPr>
          <p:cNvPr id="1544" name="Google Shape;1544;p32"/>
          <p:cNvCxnSpPr/>
          <p:nvPr/>
        </p:nvCxnSpPr>
        <p:spPr>
          <a:xfrm>
            <a:off x="1836000" y="5521752"/>
            <a:ext cx="360000" cy="0"/>
          </a:xfrm>
          <a:prstGeom prst="straightConnector1">
            <a:avLst/>
          </a:prstGeom>
          <a:noFill/>
          <a:ln cap="flat" cmpd="sng" w="38100">
            <a:solidFill>
              <a:schemeClr val="accent1"/>
            </a:solidFill>
            <a:prstDash val="solid"/>
            <a:miter lim="800000"/>
            <a:headEnd len="med" w="med" type="oval"/>
            <a:tailEnd len="med" w="med" type="oval"/>
          </a:ln>
        </p:spPr>
      </p:cxnSp>
      <p:grpSp>
        <p:nvGrpSpPr>
          <p:cNvPr id="1545" name="Google Shape;1545;p32"/>
          <p:cNvGrpSpPr/>
          <p:nvPr/>
        </p:nvGrpSpPr>
        <p:grpSpPr>
          <a:xfrm>
            <a:off x="1611788" y="1656000"/>
            <a:ext cx="828254" cy="497665"/>
            <a:chOff x="2073600" y="1584000"/>
            <a:chExt cx="828254" cy="497665"/>
          </a:xfrm>
        </p:grpSpPr>
        <p:cxnSp>
          <p:nvCxnSpPr>
            <p:cNvPr id="1546" name="Google Shape;1546;p32"/>
            <p:cNvCxnSpPr/>
            <p:nvPr/>
          </p:nvCxnSpPr>
          <p:spPr>
            <a:xfrm>
              <a:off x="2073854" y="1584000"/>
              <a:ext cx="828000" cy="0"/>
            </a:xfrm>
            <a:prstGeom prst="straightConnector1">
              <a:avLst/>
            </a:prstGeom>
            <a:noFill/>
            <a:ln cap="flat" cmpd="sng" w="38100">
              <a:solidFill>
                <a:schemeClr val="accent1"/>
              </a:solidFill>
              <a:prstDash val="solid"/>
              <a:miter lim="800000"/>
              <a:headEnd len="sm" w="sm" type="none"/>
              <a:tailEnd len="med" w="med" type="oval"/>
            </a:ln>
          </p:spPr>
        </p:cxnSp>
        <p:sp>
          <p:nvSpPr>
            <p:cNvPr id="1547" name="Google Shape;1547;p32"/>
            <p:cNvSpPr txBox="1"/>
            <p:nvPr/>
          </p:nvSpPr>
          <p:spPr>
            <a:xfrm>
              <a:off x="2073600" y="1620000"/>
              <a:ext cx="828000" cy="461665"/>
            </a:xfrm>
            <a:prstGeom prst="rect">
              <a:avLst/>
            </a:prstGeom>
            <a:noFill/>
            <a:ln>
              <a:noFill/>
            </a:ln>
          </p:spPr>
          <p:txBody>
            <a:bodyPr anchorCtr="0" anchor="t" bIns="45700" lIns="36000" spcFirstLastPara="1" rIns="0" wrap="square" tIns="45700">
              <a:noAutofit/>
            </a:bodyPr>
            <a:lstStyle/>
            <a:p>
              <a:pPr indent="0" lvl="0" marL="0" marR="0" rtl="0" algn="ctr">
                <a:spcBef>
                  <a:spcPts val="0"/>
                </a:spcBef>
                <a:spcAft>
                  <a:spcPts val="0"/>
                </a:spcAft>
                <a:buNone/>
              </a:pPr>
              <a:r>
                <a:rPr lang="ja-JP" sz="1200">
                  <a:solidFill>
                    <a:schemeClr val="dk1"/>
                  </a:solidFill>
                  <a:latin typeface="Arial"/>
                  <a:ea typeface="Arial"/>
                  <a:cs typeface="Arial"/>
                  <a:sym typeface="Arial"/>
                </a:rPr>
                <a:t>添加剤ﾛｯﾄ管理</a:t>
              </a:r>
              <a:endParaRPr sz="1200">
                <a:solidFill>
                  <a:schemeClr val="dk1"/>
                </a:solidFill>
                <a:latin typeface="Arial"/>
                <a:ea typeface="Arial"/>
                <a:cs typeface="Arial"/>
                <a:sym typeface="Arial"/>
              </a:endParaRPr>
            </a:p>
            <a:p>
              <a:pPr indent="0" lvl="0" marL="0" marR="0" rtl="0" algn="ctr">
                <a:spcBef>
                  <a:spcPts val="0"/>
                </a:spcBef>
                <a:spcAft>
                  <a:spcPts val="0"/>
                </a:spcAft>
                <a:buNone/>
              </a:pPr>
              <a:r>
                <a:rPr lang="ja-JP" sz="1200">
                  <a:solidFill>
                    <a:schemeClr val="dk1"/>
                  </a:solidFill>
                  <a:latin typeface="Arial"/>
                  <a:ea typeface="Arial"/>
                  <a:cs typeface="Arial"/>
                  <a:sym typeface="Arial"/>
                </a:rPr>
                <a:t>ｼｽﾃﾑ更新</a:t>
              </a:r>
              <a:endParaRPr/>
            </a:p>
          </p:txBody>
        </p:sp>
      </p:grpSp>
      <p:grpSp>
        <p:nvGrpSpPr>
          <p:cNvPr id="1548" name="Google Shape;1548;p32"/>
          <p:cNvGrpSpPr/>
          <p:nvPr/>
        </p:nvGrpSpPr>
        <p:grpSpPr>
          <a:xfrm>
            <a:off x="1611792" y="2376000"/>
            <a:ext cx="828000" cy="682331"/>
            <a:chOff x="2073600" y="2196000"/>
            <a:chExt cx="828000" cy="682331"/>
          </a:xfrm>
        </p:grpSpPr>
        <p:cxnSp>
          <p:nvCxnSpPr>
            <p:cNvPr id="1549" name="Google Shape;1549;p32"/>
            <p:cNvCxnSpPr/>
            <p:nvPr/>
          </p:nvCxnSpPr>
          <p:spPr>
            <a:xfrm>
              <a:off x="2073600" y="2196000"/>
              <a:ext cx="828000" cy="0"/>
            </a:xfrm>
            <a:prstGeom prst="straightConnector1">
              <a:avLst/>
            </a:prstGeom>
            <a:noFill/>
            <a:ln cap="flat" cmpd="sng" w="38100">
              <a:solidFill>
                <a:schemeClr val="accent1"/>
              </a:solidFill>
              <a:prstDash val="solid"/>
              <a:miter lim="800000"/>
              <a:headEnd len="sm" w="sm" type="none"/>
              <a:tailEnd len="med" w="med" type="oval"/>
            </a:ln>
          </p:spPr>
        </p:cxnSp>
        <p:sp>
          <p:nvSpPr>
            <p:cNvPr id="1550" name="Google Shape;1550;p32"/>
            <p:cNvSpPr txBox="1"/>
            <p:nvPr/>
          </p:nvSpPr>
          <p:spPr>
            <a:xfrm>
              <a:off x="2073600" y="2232000"/>
              <a:ext cx="828000" cy="646331"/>
            </a:xfrm>
            <a:prstGeom prst="rect">
              <a:avLst/>
            </a:prstGeom>
            <a:noFill/>
            <a:ln>
              <a:noFill/>
            </a:ln>
          </p:spPr>
          <p:txBody>
            <a:bodyPr anchorCtr="0" anchor="t" bIns="45700" lIns="36000" spcFirstLastPara="1" rIns="0" wrap="square" tIns="45700">
              <a:noAutofit/>
            </a:bodyPr>
            <a:lstStyle/>
            <a:p>
              <a:pPr indent="0" lvl="0" marL="0" marR="0" rtl="0" algn="ctr">
                <a:spcBef>
                  <a:spcPts val="0"/>
                </a:spcBef>
                <a:spcAft>
                  <a:spcPts val="0"/>
                </a:spcAft>
                <a:buNone/>
              </a:pPr>
              <a:r>
                <a:rPr lang="ja-JP" sz="1200">
                  <a:solidFill>
                    <a:schemeClr val="dk1"/>
                  </a:solidFill>
                  <a:latin typeface="Arial"/>
                  <a:ea typeface="Arial"/>
                  <a:cs typeface="Arial"/>
                  <a:sym typeface="Arial"/>
                </a:rPr>
                <a:t>運転制御</a:t>
              </a:r>
              <a:endParaRPr sz="1200">
                <a:solidFill>
                  <a:schemeClr val="dk1"/>
                </a:solidFill>
                <a:latin typeface="Arial"/>
                <a:ea typeface="Arial"/>
                <a:cs typeface="Arial"/>
                <a:sym typeface="Arial"/>
              </a:endParaRPr>
            </a:p>
            <a:p>
              <a:pPr indent="0" lvl="0" marL="0" marR="0" rtl="0" algn="ctr">
                <a:spcBef>
                  <a:spcPts val="0"/>
                </a:spcBef>
                <a:spcAft>
                  <a:spcPts val="0"/>
                </a:spcAft>
                <a:buNone/>
              </a:pPr>
              <a:r>
                <a:rPr lang="ja-JP" sz="1200">
                  <a:solidFill>
                    <a:schemeClr val="dk1"/>
                  </a:solidFill>
                  <a:latin typeface="Arial"/>
                  <a:ea typeface="Arial"/>
                  <a:cs typeface="Arial"/>
                  <a:sym typeface="Arial"/>
                </a:rPr>
                <a:t>ﾊﾞﾙﾌﾞﾊﾞｰｺｰﾄﾞ</a:t>
              </a:r>
              <a:endParaRPr sz="1200">
                <a:solidFill>
                  <a:schemeClr val="dk1"/>
                </a:solidFill>
                <a:latin typeface="Arial"/>
                <a:ea typeface="Arial"/>
                <a:cs typeface="Arial"/>
                <a:sym typeface="Arial"/>
              </a:endParaRPr>
            </a:p>
            <a:p>
              <a:pPr indent="0" lvl="0" marL="0" marR="0" rtl="0" algn="ctr">
                <a:spcBef>
                  <a:spcPts val="0"/>
                </a:spcBef>
                <a:spcAft>
                  <a:spcPts val="0"/>
                </a:spcAft>
                <a:buNone/>
              </a:pPr>
              <a:r>
                <a:rPr lang="ja-JP" sz="1200">
                  <a:solidFill>
                    <a:schemeClr val="dk1"/>
                  </a:solidFill>
                  <a:latin typeface="Arial"/>
                  <a:ea typeface="Arial"/>
                  <a:cs typeface="Arial"/>
                  <a:sym typeface="Arial"/>
                </a:rPr>
                <a:t>新規構築</a:t>
              </a:r>
              <a:endParaRPr sz="1200">
                <a:solidFill>
                  <a:schemeClr val="dk1"/>
                </a:solidFill>
                <a:latin typeface="Arial"/>
                <a:ea typeface="Arial"/>
                <a:cs typeface="Arial"/>
                <a:sym typeface="Arial"/>
              </a:endParaRPr>
            </a:p>
          </p:txBody>
        </p:sp>
      </p:grpSp>
      <p:grpSp>
        <p:nvGrpSpPr>
          <p:cNvPr id="1551" name="Google Shape;1551;p32"/>
          <p:cNvGrpSpPr/>
          <p:nvPr/>
        </p:nvGrpSpPr>
        <p:grpSpPr>
          <a:xfrm>
            <a:off x="2448000" y="1656000"/>
            <a:ext cx="2520254" cy="497665"/>
            <a:chOff x="2073600" y="1584000"/>
            <a:chExt cx="2520254" cy="497665"/>
          </a:xfrm>
        </p:grpSpPr>
        <p:cxnSp>
          <p:nvCxnSpPr>
            <p:cNvPr id="1552" name="Google Shape;1552;p32"/>
            <p:cNvCxnSpPr/>
            <p:nvPr/>
          </p:nvCxnSpPr>
          <p:spPr>
            <a:xfrm>
              <a:off x="2073854" y="1584000"/>
              <a:ext cx="2520000" cy="0"/>
            </a:xfrm>
            <a:prstGeom prst="straightConnector1">
              <a:avLst/>
            </a:prstGeom>
            <a:noFill/>
            <a:ln cap="flat" cmpd="sng" w="38100">
              <a:solidFill>
                <a:schemeClr val="accent1"/>
              </a:solidFill>
              <a:prstDash val="solid"/>
              <a:miter lim="800000"/>
              <a:headEnd len="med" w="med" type="oval"/>
              <a:tailEnd len="med" w="med" type="oval"/>
            </a:ln>
          </p:spPr>
        </p:cxnSp>
        <p:sp>
          <p:nvSpPr>
            <p:cNvPr id="1553" name="Google Shape;1553;p32"/>
            <p:cNvSpPr txBox="1"/>
            <p:nvPr/>
          </p:nvSpPr>
          <p:spPr>
            <a:xfrm>
              <a:off x="2073600" y="1620000"/>
              <a:ext cx="2520000" cy="461665"/>
            </a:xfrm>
            <a:prstGeom prst="rect">
              <a:avLst/>
            </a:prstGeom>
            <a:noFill/>
            <a:ln>
              <a:noFill/>
            </a:ln>
          </p:spPr>
          <p:txBody>
            <a:bodyPr anchorCtr="0" anchor="t" bIns="45700" lIns="36000" spcFirstLastPara="1" rIns="0" wrap="square" tIns="45700">
              <a:noAutofit/>
            </a:bodyPr>
            <a:lstStyle/>
            <a:p>
              <a:pPr indent="0" lvl="0" marL="0" marR="0" rtl="0" algn="ctr">
                <a:spcBef>
                  <a:spcPts val="0"/>
                </a:spcBef>
                <a:spcAft>
                  <a:spcPts val="0"/>
                </a:spcAft>
                <a:buNone/>
              </a:pPr>
              <a:r>
                <a:rPr lang="ja-JP" sz="1200">
                  <a:solidFill>
                    <a:schemeClr val="dk1"/>
                  </a:solidFill>
                  <a:latin typeface="Arial"/>
                  <a:ea typeface="Arial"/>
                  <a:cs typeface="Arial"/>
                  <a:sym typeface="Arial"/>
                </a:rPr>
                <a:t>ﾛｯﾄ追跡ｼｽﾃﾑ更新</a:t>
              </a:r>
              <a:endParaRPr sz="1200">
                <a:solidFill>
                  <a:schemeClr val="dk1"/>
                </a:solidFill>
                <a:latin typeface="Arial"/>
                <a:ea typeface="Arial"/>
                <a:cs typeface="Arial"/>
                <a:sym typeface="Arial"/>
              </a:endParaRPr>
            </a:p>
          </p:txBody>
        </p:sp>
      </p:grpSp>
      <p:grpSp>
        <p:nvGrpSpPr>
          <p:cNvPr id="1554" name="Google Shape;1554;p32"/>
          <p:cNvGrpSpPr/>
          <p:nvPr/>
        </p:nvGrpSpPr>
        <p:grpSpPr>
          <a:xfrm>
            <a:off x="4968000" y="1656000"/>
            <a:ext cx="1908254" cy="497665"/>
            <a:chOff x="2073600" y="1584000"/>
            <a:chExt cx="1908254" cy="497665"/>
          </a:xfrm>
        </p:grpSpPr>
        <p:cxnSp>
          <p:nvCxnSpPr>
            <p:cNvPr id="1555" name="Google Shape;1555;p32"/>
            <p:cNvCxnSpPr/>
            <p:nvPr/>
          </p:nvCxnSpPr>
          <p:spPr>
            <a:xfrm>
              <a:off x="2073854" y="1584000"/>
              <a:ext cx="1908000" cy="0"/>
            </a:xfrm>
            <a:prstGeom prst="straightConnector1">
              <a:avLst/>
            </a:prstGeom>
            <a:noFill/>
            <a:ln cap="flat" cmpd="sng" w="38100">
              <a:solidFill>
                <a:schemeClr val="accent1"/>
              </a:solidFill>
              <a:prstDash val="solid"/>
              <a:miter lim="800000"/>
              <a:headEnd len="med" w="med" type="oval"/>
              <a:tailEnd len="med" w="med" type="oval"/>
            </a:ln>
          </p:spPr>
        </p:cxnSp>
        <p:sp>
          <p:nvSpPr>
            <p:cNvPr id="1556" name="Google Shape;1556;p32"/>
            <p:cNvSpPr txBox="1"/>
            <p:nvPr/>
          </p:nvSpPr>
          <p:spPr>
            <a:xfrm>
              <a:off x="2073600" y="1620000"/>
              <a:ext cx="1908000" cy="461665"/>
            </a:xfrm>
            <a:prstGeom prst="rect">
              <a:avLst/>
            </a:prstGeom>
            <a:noFill/>
            <a:ln>
              <a:noFill/>
            </a:ln>
          </p:spPr>
          <p:txBody>
            <a:bodyPr anchorCtr="0" anchor="t" bIns="45700" lIns="36000" spcFirstLastPara="1" rIns="0" wrap="square" tIns="45700">
              <a:noAutofit/>
            </a:bodyPr>
            <a:lstStyle/>
            <a:p>
              <a:pPr indent="0" lvl="0" marL="0" marR="0" rtl="0" algn="ctr">
                <a:spcBef>
                  <a:spcPts val="0"/>
                </a:spcBef>
                <a:spcAft>
                  <a:spcPts val="0"/>
                </a:spcAft>
                <a:buNone/>
              </a:pPr>
              <a:r>
                <a:rPr lang="ja-JP" sz="1200">
                  <a:solidFill>
                    <a:schemeClr val="dk1"/>
                  </a:solidFill>
                  <a:latin typeface="Arial"/>
                  <a:ea typeface="Arial"/>
                  <a:cs typeface="Arial"/>
                  <a:sym typeface="Arial"/>
                </a:rPr>
                <a:t>運転制御ｼｽﾃﾑ(DCS)更新</a:t>
              </a:r>
              <a:endParaRPr sz="1200">
                <a:solidFill>
                  <a:schemeClr val="dk1"/>
                </a:solidFill>
                <a:latin typeface="Arial"/>
                <a:ea typeface="Arial"/>
                <a:cs typeface="Arial"/>
                <a:sym typeface="Arial"/>
              </a:endParaRPr>
            </a:p>
          </p:txBody>
        </p:sp>
      </p:grpSp>
      <p:grpSp>
        <p:nvGrpSpPr>
          <p:cNvPr id="1557" name="Google Shape;1557;p32"/>
          <p:cNvGrpSpPr/>
          <p:nvPr/>
        </p:nvGrpSpPr>
        <p:grpSpPr>
          <a:xfrm>
            <a:off x="6876000" y="1656000"/>
            <a:ext cx="2124254" cy="497665"/>
            <a:chOff x="2073600" y="1584000"/>
            <a:chExt cx="2124254" cy="497665"/>
          </a:xfrm>
        </p:grpSpPr>
        <p:cxnSp>
          <p:nvCxnSpPr>
            <p:cNvPr id="1558" name="Google Shape;1558;p32"/>
            <p:cNvCxnSpPr/>
            <p:nvPr/>
          </p:nvCxnSpPr>
          <p:spPr>
            <a:xfrm>
              <a:off x="2073854" y="1584000"/>
              <a:ext cx="2124000" cy="0"/>
            </a:xfrm>
            <a:prstGeom prst="straightConnector1">
              <a:avLst/>
            </a:prstGeom>
            <a:noFill/>
            <a:ln cap="flat" cmpd="sng" w="38100">
              <a:solidFill>
                <a:schemeClr val="accent1"/>
              </a:solidFill>
              <a:prstDash val="solid"/>
              <a:miter lim="800000"/>
              <a:headEnd len="med" w="med" type="oval"/>
              <a:tailEnd len="sm" w="sm" type="none"/>
            </a:ln>
          </p:spPr>
        </p:cxnSp>
        <p:sp>
          <p:nvSpPr>
            <p:cNvPr id="1559" name="Google Shape;1559;p32"/>
            <p:cNvSpPr txBox="1"/>
            <p:nvPr/>
          </p:nvSpPr>
          <p:spPr>
            <a:xfrm>
              <a:off x="2073600" y="1620000"/>
              <a:ext cx="2124000" cy="461665"/>
            </a:xfrm>
            <a:prstGeom prst="rect">
              <a:avLst/>
            </a:prstGeom>
            <a:noFill/>
            <a:ln>
              <a:noFill/>
            </a:ln>
          </p:spPr>
          <p:txBody>
            <a:bodyPr anchorCtr="0" anchor="t" bIns="45700" lIns="36000" spcFirstLastPara="1" rIns="0" wrap="square" tIns="45700">
              <a:noAutofit/>
            </a:bodyPr>
            <a:lstStyle/>
            <a:p>
              <a:pPr indent="0" lvl="0" marL="0" marR="0" rtl="0" algn="ctr">
                <a:spcBef>
                  <a:spcPts val="0"/>
                </a:spcBef>
                <a:spcAft>
                  <a:spcPts val="0"/>
                </a:spcAft>
                <a:buNone/>
              </a:pPr>
              <a:r>
                <a:rPr lang="ja-JP" sz="1200">
                  <a:solidFill>
                    <a:schemeClr val="dk1"/>
                  </a:solidFill>
                  <a:latin typeface="Arial"/>
                  <a:ea typeface="Arial"/>
                  <a:cs typeface="Arial"/>
                  <a:sym typeface="Arial"/>
                </a:rPr>
                <a:t>充填管理ｼｽﾃﾑ更新</a:t>
              </a:r>
              <a:endParaRPr sz="1200">
                <a:solidFill>
                  <a:schemeClr val="dk1"/>
                </a:solidFill>
                <a:latin typeface="Arial"/>
                <a:ea typeface="Arial"/>
                <a:cs typeface="Arial"/>
                <a:sym typeface="Arial"/>
              </a:endParaRPr>
            </a:p>
          </p:txBody>
        </p:sp>
      </p:grpSp>
      <p:grpSp>
        <p:nvGrpSpPr>
          <p:cNvPr id="1560" name="Google Shape;1560;p32"/>
          <p:cNvGrpSpPr/>
          <p:nvPr/>
        </p:nvGrpSpPr>
        <p:grpSpPr>
          <a:xfrm>
            <a:off x="2448000" y="2376000"/>
            <a:ext cx="1260000" cy="288000"/>
            <a:chOff x="2073600" y="2196000"/>
            <a:chExt cx="1260000" cy="288000"/>
          </a:xfrm>
        </p:grpSpPr>
        <p:cxnSp>
          <p:nvCxnSpPr>
            <p:cNvPr id="1561" name="Google Shape;1561;p32"/>
            <p:cNvCxnSpPr/>
            <p:nvPr/>
          </p:nvCxnSpPr>
          <p:spPr>
            <a:xfrm>
              <a:off x="2073600" y="2196000"/>
              <a:ext cx="1260000" cy="0"/>
            </a:xfrm>
            <a:prstGeom prst="straightConnector1">
              <a:avLst/>
            </a:prstGeom>
            <a:noFill/>
            <a:ln cap="flat" cmpd="sng" w="38100">
              <a:solidFill>
                <a:schemeClr val="accent1"/>
              </a:solidFill>
              <a:prstDash val="solid"/>
              <a:miter lim="800000"/>
              <a:headEnd len="med" w="med" type="oval"/>
              <a:tailEnd len="med" w="med" type="oval"/>
            </a:ln>
          </p:spPr>
        </p:cxnSp>
        <p:sp>
          <p:nvSpPr>
            <p:cNvPr id="1562" name="Google Shape;1562;p32"/>
            <p:cNvSpPr txBox="1"/>
            <p:nvPr/>
          </p:nvSpPr>
          <p:spPr>
            <a:xfrm>
              <a:off x="2073600" y="2232000"/>
              <a:ext cx="1260000" cy="252000"/>
            </a:xfrm>
            <a:prstGeom prst="rect">
              <a:avLst/>
            </a:prstGeom>
            <a:noFill/>
            <a:ln>
              <a:noFill/>
            </a:ln>
          </p:spPr>
          <p:txBody>
            <a:bodyPr anchorCtr="0" anchor="t" bIns="45700" lIns="36000" spcFirstLastPara="1" rIns="0" wrap="square" tIns="45700">
              <a:noAutofit/>
            </a:bodyPr>
            <a:lstStyle/>
            <a:p>
              <a:pPr indent="0" lvl="0" marL="0" marR="0" rtl="0" algn="ctr">
                <a:spcBef>
                  <a:spcPts val="0"/>
                </a:spcBef>
                <a:spcAft>
                  <a:spcPts val="0"/>
                </a:spcAft>
                <a:buNone/>
              </a:pPr>
              <a:r>
                <a:rPr lang="ja-JP" sz="1200">
                  <a:solidFill>
                    <a:schemeClr val="dk1"/>
                  </a:solidFill>
                  <a:latin typeface="Arial"/>
                  <a:ea typeface="Arial"/>
                  <a:cs typeface="Arial"/>
                  <a:sym typeface="Arial"/>
                </a:rPr>
                <a:t>ﾀﾝｸｹﾞｰｼﾞ</a:t>
              </a:r>
              <a:endParaRPr sz="1200">
                <a:solidFill>
                  <a:schemeClr val="dk1"/>
                </a:solidFill>
                <a:latin typeface="Arial"/>
                <a:ea typeface="Arial"/>
                <a:cs typeface="Arial"/>
                <a:sym typeface="Arial"/>
              </a:endParaRPr>
            </a:p>
            <a:p>
              <a:pPr indent="0" lvl="0" marL="0" marR="0" rtl="0" algn="ctr">
                <a:spcBef>
                  <a:spcPts val="0"/>
                </a:spcBef>
                <a:spcAft>
                  <a:spcPts val="0"/>
                </a:spcAft>
                <a:buNone/>
              </a:pPr>
              <a:r>
                <a:rPr lang="ja-JP" sz="1200">
                  <a:solidFill>
                    <a:schemeClr val="dk1"/>
                  </a:solidFill>
                  <a:latin typeface="Arial"/>
                  <a:ea typeface="Arial"/>
                  <a:cs typeface="Arial"/>
                  <a:sym typeface="Arial"/>
                </a:rPr>
                <a:t>老朽化更新</a:t>
              </a:r>
              <a:endParaRPr/>
            </a:p>
          </p:txBody>
        </p:sp>
      </p:grpSp>
      <p:grpSp>
        <p:nvGrpSpPr>
          <p:cNvPr id="1563" name="Google Shape;1563;p32"/>
          <p:cNvGrpSpPr/>
          <p:nvPr/>
        </p:nvGrpSpPr>
        <p:grpSpPr>
          <a:xfrm>
            <a:off x="3096000" y="2016000"/>
            <a:ext cx="3780000" cy="497665"/>
            <a:chOff x="3585600" y="1944000"/>
            <a:chExt cx="3780000" cy="497665"/>
          </a:xfrm>
        </p:grpSpPr>
        <p:cxnSp>
          <p:nvCxnSpPr>
            <p:cNvPr id="1564" name="Google Shape;1564;p32"/>
            <p:cNvCxnSpPr/>
            <p:nvPr/>
          </p:nvCxnSpPr>
          <p:spPr>
            <a:xfrm>
              <a:off x="3585854" y="1944000"/>
              <a:ext cx="1224000" cy="0"/>
            </a:xfrm>
            <a:prstGeom prst="straightConnector1">
              <a:avLst/>
            </a:prstGeom>
            <a:noFill/>
            <a:ln cap="flat" cmpd="sng" w="38100">
              <a:solidFill>
                <a:schemeClr val="accent1"/>
              </a:solidFill>
              <a:prstDash val="solid"/>
              <a:miter lim="800000"/>
              <a:headEnd len="med" w="med" type="oval"/>
              <a:tailEnd len="sm" w="sm" type="none"/>
            </a:ln>
          </p:spPr>
        </p:cxnSp>
        <p:sp>
          <p:nvSpPr>
            <p:cNvPr id="1565" name="Google Shape;1565;p32"/>
            <p:cNvSpPr txBox="1"/>
            <p:nvPr/>
          </p:nvSpPr>
          <p:spPr>
            <a:xfrm>
              <a:off x="3585600" y="1980000"/>
              <a:ext cx="3780000" cy="461665"/>
            </a:xfrm>
            <a:prstGeom prst="rect">
              <a:avLst/>
            </a:prstGeom>
            <a:noFill/>
            <a:ln>
              <a:noFill/>
            </a:ln>
          </p:spPr>
          <p:txBody>
            <a:bodyPr anchorCtr="0" anchor="t" bIns="45700" lIns="36000" spcFirstLastPara="1" rIns="0" wrap="square" tIns="45700">
              <a:noAutofit/>
            </a:bodyPr>
            <a:lstStyle/>
            <a:p>
              <a:pPr indent="0" lvl="0" marL="0" marR="0" rtl="0" algn="ctr">
                <a:spcBef>
                  <a:spcPts val="0"/>
                </a:spcBef>
                <a:spcAft>
                  <a:spcPts val="0"/>
                </a:spcAft>
                <a:buNone/>
              </a:pPr>
              <a:r>
                <a:rPr lang="ja-JP" sz="1200">
                  <a:solidFill>
                    <a:schemeClr val="dk1"/>
                  </a:solidFill>
                  <a:latin typeface="Arial"/>
                  <a:ea typeface="Arial"/>
                  <a:cs typeface="Arial"/>
                  <a:sym typeface="Arial"/>
                </a:rPr>
                <a:t>自動倉庫ｼｽﾃﾑ更新</a:t>
              </a:r>
              <a:endParaRPr sz="1200">
                <a:solidFill>
                  <a:schemeClr val="dk1"/>
                </a:solidFill>
                <a:latin typeface="Arial"/>
                <a:ea typeface="Arial"/>
                <a:cs typeface="Arial"/>
                <a:sym typeface="Arial"/>
              </a:endParaRPr>
            </a:p>
          </p:txBody>
        </p:sp>
        <p:cxnSp>
          <p:nvCxnSpPr>
            <p:cNvPr id="1566" name="Google Shape;1566;p32"/>
            <p:cNvCxnSpPr/>
            <p:nvPr/>
          </p:nvCxnSpPr>
          <p:spPr>
            <a:xfrm>
              <a:off x="6753600" y="1944000"/>
              <a:ext cx="612000" cy="0"/>
            </a:xfrm>
            <a:prstGeom prst="straightConnector1">
              <a:avLst/>
            </a:prstGeom>
            <a:noFill/>
            <a:ln cap="flat" cmpd="sng" w="38100">
              <a:solidFill>
                <a:schemeClr val="accent1"/>
              </a:solidFill>
              <a:prstDash val="solid"/>
              <a:miter lim="800000"/>
              <a:headEnd len="sm" w="sm" type="none"/>
              <a:tailEnd len="med" w="med" type="oval"/>
            </a:ln>
          </p:spPr>
        </p:cxnSp>
        <p:cxnSp>
          <p:nvCxnSpPr>
            <p:cNvPr id="1567" name="Google Shape;1567;p32"/>
            <p:cNvCxnSpPr/>
            <p:nvPr/>
          </p:nvCxnSpPr>
          <p:spPr>
            <a:xfrm>
              <a:off x="4809600" y="1944000"/>
              <a:ext cx="1908000" cy="0"/>
            </a:xfrm>
            <a:prstGeom prst="straightConnector1">
              <a:avLst/>
            </a:prstGeom>
            <a:noFill/>
            <a:ln cap="flat" cmpd="sng" w="38100">
              <a:solidFill>
                <a:schemeClr val="accent1"/>
              </a:solidFill>
              <a:prstDash val="dash"/>
              <a:miter lim="800000"/>
              <a:headEnd len="sm" w="sm" type="none"/>
              <a:tailEnd len="sm" w="sm" type="none"/>
            </a:ln>
          </p:spPr>
        </p:cxnSp>
      </p:grpSp>
      <p:sp>
        <p:nvSpPr>
          <p:cNvPr id="1568" name="Google Shape;1568;p32"/>
          <p:cNvSpPr/>
          <p:nvPr/>
        </p:nvSpPr>
        <p:spPr>
          <a:xfrm>
            <a:off x="8150113" y="3888000"/>
            <a:ext cx="955714" cy="792000"/>
          </a:xfrm>
          <a:prstGeom prst="homePlate">
            <a:avLst>
              <a:gd fmla="val 6201" name="adj"/>
            </a:avLst>
          </a:prstGeom>
          <a:solidFill>
            <a:srgbClr val="FBE4D4"/>
          </a:solidFill>
          <a:ln cap="flat" cmpd="sng" w="12700">
            <a:solidFill>
              <a:schemeClr val="accent2"/>
            </a:solidFill>
            <a:prstDash val="solid"/>
            <a:miter lim="800000"/>
            <a:headEnd len="sm" w="sm" type="none"/>
            <a:tailEnd len="sm" w="sm" type="none"/>
          </a:ln>
        </p:spPr>
        <p:txBody>
          <a:bodyPr anchorCtr="0" anchor="ctr" bIns="45700" lIns="46800" spcFirstLastPara="1" rIns="91425" wrap="square" tIns="45700">
            <a:noAutofit/>
          </a:bodyPr>
          <a:lstStyle/>
          <a:p>
            <a:pPr indent="0" lvl="0" marL="0" marR="0" rtl="0" algn="ctr">
              <a:spcBef>
                <a:spcPts val="0"/>
              </a:spcBef>
              <a:spcAft>
                <a:spcPts val="0"/>
              </a:spcAft>
              <a:buNone/>
            </a:pPr>
            <a:r>
              <a:rPr lang="ja-JP" sz="1200">
                <a:solidFill>
                  <a:schemeClr val="dk1"/>
                </a:solidFill>
                <a:latin typeface="Arial"/>
                <a:ea typeface="Arial"/>
                <a:cs typeface="Arial"/>
                <a:sym typeface="Arial"/>
              </a:rPr>
              <a:t>保守</a:t>
            </a:r>
            <a:endParaRPr sz="1200">
              <a:solidFill>
                <a:schemeClr val="dk1"/>
              </a:solidFill>
              <a:latin typeface="Arial"/>
              <a:ea typeface="Arial"/>
              <a:cs typeface="Arial"/>
              <a:sym typeface="Arial"/>
            </a:endParaRPr>
          </a:p>
          <a:p>
            <a:pPr indent="0" lvl="0" marL="0" marR="0" rtl="0" algn="ctr">
              <a:spcBef>
                <a:spcPts val="0"/>
              </a:spcBef>
              <a:spcAft>
                <a:spcPts val="0"/>
              </a:spcAft>
              <a:buNone/>
            </a:pPr>
            <a:r>
              <a:t/>
            </a:r>
            <a:endParaRPr sz="1200">
              <a:solidFill>
                <a:schemeClr val="dk1"/>
              </a:solidFill>
              <a:latin typeface="Arial"/>
              <a:ea typeface="Arial"/>
              <a:cs typeface="Arial"/>
              <a:sym typeface="Arial"/>
            </a:endParaRPr>
          </a:p>
          <a:p>
            <a:pPr indent="0" lvl="0" marL="0" marR="0" rtl="0" algn="ctr">
              <a:spcBef>
                <a:spcPts val="0"/>
              </a:spcBef>
              <a:spcAft>
                <a:spcPts val="0"/>
              </a:spcAft>
              <a:buNone/>
            </a:pPr>
            <a:r>
              <a:t/>
            </a:r>
            <a:endParaRPr sz="1200">
              <a:solidFill>
                <a:schemeClr val="dk1"/>
              </a:solidFill>
              <a:latin typeface="Arial"/>
              <a:ea typeface="Arial"/>
              <a:cs typeface="Arial"/>
              <a:sym typeface="Arial"/>
            </a:endParaRPr>
          </a:p>
          <a:p>
            <a:pPr indent="0" lvl="0" marL="0" marR="0" rtl="0" algn="ctr">
              <a:spcBef>
                <a:spcPts val="0"/>
              </a:spcBef>
              <a:spcAft>
                <a:spcPts val="0"/>
              </a:spcAft>
              <a:buNone/>
            </a:pPr>
            <a:r>
              <a:t/>
            </a:r>
            <a:endParaRPr sz="1200">
              <a:solidFill>
                <a:schemeClr val="dk1"/>
              </a:solidFill>
              <a:latin typeface="Arial"/>
              <a:ea typeface="Arial"/>
              <a:cs typeface="Arial"/>
              <a:sym typeface="Arial"/>
            </a:endParaRPr>
          </a:p>
        </p:txBody>
      </p:sp>
      <p:sp>
        <p:nvSpPr>
          <p:cNvPr id="1569" name="Google Shape;1569;p32"/>
          <p:cNvSpPr txBox="1"/>
          <p:nvPr/>
        </p:nvSpPr>
        <p:spPr>
          <a:xfrm>
            <a:off x="2277781" y="3096000"/>
            <a:ext cx="2262158" cy="276999"/>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lang="ja-JP" sz="1200">
                <a:solidFill>
                  <a:schemeClr val="dk1"/>
                </a:solidFill>
                <a:latin typeface="Arial"/>
                <a:ea typeface="Arial"/>
                <a:cs typeface="Arial"/>
                <a:sym typeface="Arial"/>
              </a:rPr>
              <a:t>★添加剤ﾛｯﾄ管理ｼｽﾃﾑ更新対応</a:t>
            </a:r>
            <a:endParaRPr sz="1200">
              <a:solidFill>
                <a:schemeClr val="dk1"/>
              </a:solidFill>
              <a:latin typeface="Arial"/>
              <a:ea typeface="Arial"/>
              <a:cs typeface="Arial"/>
              <a:sym typeface="Arial"/>
            </a:endParaRPr>
          </a:p>
        </p:txBody>
      </p:sp>
      <p:sp>
        <p:nvSpPr>
          <p:cNvPr id="1570" name="Google Shape;1570;p32"/>
          <p:cNvSpPr txBox="1"/>
          <p:nvPr/>
        </p:nvSpPr>
        <p:spPr>
          <a:xfrm>
            <a:off x="3552141" y="3312000"/>
            <a:ext cx="2031325" cy="276999"/>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lang="ja-JP" sz="1200">
                <a:solidFill>
                  <a:schemeClr val="dk1"/>
                </a:solidFill>
                <a:latin typeface="Arial"/>
                <a:ea typeface="Arial"/>
                <a:cs typeface="Arial"/>
                <a:sym typeface="Arial"/>
              </a:rPr>
              <a:t>★ﾀﾝｸｹﾞｰｼﾞ老朽化更新対応</a:t>
            </a:r>
            <a:endParaRPr sz="1200">
              <a:solidFill>
                <a:schemeClr val="dk1"/>
              </a:solidFill>
              <a:latin typeface="Arial"/>
              <a:ea typeface="Arial"/>
              <a:cs typeface="Arial"/>
              <a:sym typeface="Arial"/>
            </a:endParaRPr>
          </a:p>
        </p:txBody>
      </p:sp>
      <p:sp>
        <p:nvSpPr>
          <p:cNvPr id="1571" name="Google Shape;1571;p32"/>
          <p:cNvSpPr txBox="1"/>
          <p:nvPr/>
        </p:nvSpPr>
        <p:spPr>
          <a:xfrm>
            <a:off x="4816511" y="3096000"/>
            <a:ext cx="1800493" cy="276999"/>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lang="ja-JP" sz="1200">
                <a:solidFill>
                  <a:schemeClr val="dk1"/>
                </a:solidFill>
                <a:latin typeface="Arial"/>
                <a:ea typeface="Arial"/>
                <a:cs typeface="Arial"/>
                <a:sym typeface="Arial"/>
              </a:rPr>
              <a:t>★ﾛｯﾄ追跡ｼｽﾃﾑ更新対応</a:t>
            </a:r>
            <a:endParaRPr sz="1200">
              <a:solidFill>
                <a:schemeClr val="dk1"/>
              </a:solidFill>
              <a:latin typeface="Arial"/>
              <a:ea typeface="Arial"/>
              <a:cs typeface="Arial"/>
              <a:sym typeface="Arial"/>
            </a:endParaRPr>
          </a:p>
        </p:txBody>
      </p:sp>
      <p:sp>
        <p:nvSpPr>
          <p:cNvPr id="1572" name="Google Shape;1572;p32"/>
          <p:cNvSpPr txBox="1"/>
          <p:nvPr/>
        </p:nvSpPr>
        <p:spPr>
          <a:xfrm>
            <a:off x="6723708" y="3096000"/>
            <a:ext cx="2311851" cy="276999"/>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lang="ja-JP" sz="1200">
                <a:solidFill>
                  <a:schemeClr val="dk1"/>
                </a:solidFill>
                <a:latin typeface="Arial"/>
                <a:ea typeface="Arial"/>
                <a:cs typeface="Arial"/>
                <a:sym typeface="Arial"/>
              </a:rPr>
              <a:t>★運転制御ｼｽﾃﾑ(DCS)更新対応</a:t>
            </a:r>
            <a:endParaRPr sz="1200">
              <a:solidFill>
                <a:schemeClr val="dk1"/>
              </a:solidFill>
              <a:latin typeface="Arial"/>
              <a:ea typeface="Arial"/>
              <a:cs typeface="Arial"/>
              <a:sym typeface="Arial"/>
            </a:endParaRPr>
          </a:p>
        </p:txBody>
      </p:sp>
      <p:sp>
        <p:nvSpPr>
          <p:cNvPr id="1573" name="Google Shape;1573;p32"/>
          <p:cNvSpPr txBox="1"/>
          <p:nvPr/>
        </p:nvSpPr>
        <p:spPr>
          <a:xfrm>
            <a:off x="6723708" y="3312000"/>
            <a:ext cx="1877437" cy="276999"/>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lang="ja-JP" sz="1200">
                <a:solidFill>
                  <a:schemeClr val="dk1"/>
                </a:solidFill>
                <a:latin typeface="Arial"/>
                <a:ea typeface="Arial"/>
                <a:cs typeface="Arial"/>
                <a:sym typeface="Arial"/>
              </a:rPr>
              <a:t>★自動倉庫ｼｽﾃﾑ更新対応</a:t>
            </a:r>
            <a:endParaRPr sz="1200">
              <a:solidFill>
                <a:schemeClr val="dk1"/>
              </a:solidFill>
              <a:latin typeface="Arial"/>
              <a:ea typeface="Arial"/>
              <a:cs typeface="Arial"/>
              <a:sym typeface="Arial"/>
            </a:endParaRPr>
          </a:p>
        </p:txBody>
      </p:sp>
      <p:sp>
        <p:nvSpPr>
          <p:cNvPr id="1574" name="Google Shape;1574;p32"/>
          <p:cNvSpPr txBox="1"/>
          <p:nvPr/>
        </p:nvSpPr>
        <p:spPr>
          <a:xfrm>
            <a:off x="6930000" y="3636000"/>
            <a:ext cx="2262158" cy="276999"/>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lang="ja-JP" sz="1200">
                <a:solidFill>
                  <a:schemeClr val="dk1"/>
                </a:solidFill>
                <a:latin typeface="Arial"/>
                <a:ea typeface="Arial"/>
                <a:cs typeface="Arial"/>
                <a:sym typeface="Arial"/>
              </a:rPr>
              <a:t>★現行ｼｽﾃﾑ最新ｿｰｽ取得・ﾏｰｼﾞ</a:t>
            </a:r>
            <a:endParaRPr sz="1200">
              <a:solidFill>
                <a:schemeClr val="dk1"/>
              </a:solidFill>
              <a:latin typeface="Arial"/>
              <a:ea typeface="Arial"/>
              <a:cs typeface="Arial"/>
              <a:sym typeface="Arial"/>
            </a:endParaRPr>
          </a:p>
        </p:txBody>
      </p:sp>
      <p:sp>
        <p:nvSpPr>
          <p:cNvPr id="1575" name="Google Shape;1575;p32"/>
          <p:cNvSpPr txBox="1"/>
          <p:nvPr/>
        </p:nvSpPr>
        <p:spPr>
          <a:xfrm>
            <a:off x="4500000" y="3636000"/>
            <a:ext cx="1800493" cy="276999"/>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lang="ja-JP" sz="1200">
                <a:solidFill>
                  <a:schemeClr val="dk1"/>
                </a:solidFill>
                <a:latin typeface="Arial"/>
                <a:ea typeface="Arial"/>
                <a:cs typeface="Arial"/>
                <a:sym typeface="Arial"/>
              </a:rPr>
              <a:t>★現行ｼｽﾃﾑ最新ｿｰｽ取得</a:t>
            </a:r>
            <a:endParaRPr sz="1200">
              <a:solidFill>
                <a:schemeClr val="dk1"/>
              </a:solidFill>
              <a:latin typeface="Arial"/>
              <a:ea typeface="Arial"/>
              <a:cs typeface="Arial"/>
              <a:sym typeface="Arial"/>
            </a:endParaRPr>
          </a:p>
        </p:txBody>
      </p:sp>
      <p:sp>
        <p:nvSpPr>
          <p:cNvPr id="1576" name="Google Shape;1576;p32"/>
          <p:cNvSpPr/>
          <p:nvPr/>
        </p:nvSpPr>
        <p:spPr>
          <a:xfrm>
            <a:off x="6036362" y="4860000"/>
            <a:ext cx="414000" cy="396000"/>
          </a:xfrm>
          <a:prstGeom prst="homePlate">
            <a:avLst>
              <a:gd fmla="val 13525" name="adj"/>
            </a:avLst>
          </a:prstGeom>
          <a:solidFill>
            <a:srgbClr val="DDEAF6"/>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200">
                <a:solidFill>
                  <a:schemeClr val="dk1"/>
                </a:solidFill>
                <a:latin typeface="Arial"/>
                <a:ea typeface="Arial"/>
                <a:cs typeface="Arial"/>
                <a:sym typeface="Arial"/>
              </a:rPr>
              <a:t>本番環境</a:t>
            </a:r>
            <a:endParaRPr sz="1200">
              <a:solidFill>
                <a:schemeClr val="dk1"/>
              </a:solidFill>
              <a:latin typeface="Arial"/>
              <a:ea typeface="Arial"/>
              <a:cs typeface="Arial"/>
              <a:sym typeface="Arial"/>
            </a:endParaRPr>
          </a:p>
          <a:p>
            <a:pPr indent="0" lvl="0" marL="0" marR="0" rtl="0" algn="ctr">
              <a:spcBef>
                <a:spcPts val="0"/>
              </a:spcBef>
              <a:spcAft>
                <a:spcPts val="0"/>
              </a:spcAft>
              <a:buNone/>
            </a:pPr>
            <a:r>
              <a:rPr lang="ja-JP" sz="1200">
                <a:solidFill>
                  <a:schemeClr val="dk1"/>
                </a:solidFill>
                <a:latin typeface="Arial"/>
                <a:ea typeface="Arial"/>
                <a:cs typeface="Arial"/>
                <a:sym typeface="Arial"/>
              </a:rPr>
              <a:t>ｲﾝﾌﾗ構築</a:t>
            </a:r>
            <a:endParaRPr sz="1200">
              <a:solidFill>
                <a:schemeClr val="dk1"/>
              </a:solidFill>
              <a:latin typeface="Arial"/>
              <a:ea typeface="Arial"/>
              <a:cs typeface="Arial"/>
              <a:sym typeface="Arial"/>
            </a:endParaRPr>
          </a:p>
        </p:txBody>
      </p:sp>
      <p:sp>
        <p:nvSpPr>
          <p:cNvPr id="1577" name="Google Shape;1577;p32"/>
          <p:cNvSpPr/>
          <p:nvPr/>
        </p:nvSpPr>
        <p:spPr>
          <a:xfrm>
            <a:off x="6445608" y="5328000"/>
            <a:ext cx="414000" cy="396000"/>
          </a:xfrm>
          <a:prstGeom prst="homePlate">
            <a:avLst>
              <a:gd fmla="val 12395" name="adj"/>
            </a:avLst>
          </a:prstGeom>
          <a:solidFill>
            <a:srgbClr val="FBE4D4"/>
          </a:solidFill>
          <a:ln cap="flat" cmpd="sng" w="127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200">
                <a:solidFill>
                  <a:schemeClr val="dk1"/>
                </a:solidFill>
                <a:latin typeface="Arial"/>
                <a:ea typeface="Arial"/>
                <a:cs typeface="Arial"/>
                <a:sym typeface="Arial"/>
              </a:rPr>
              <a:t>本番環境</a:t>
            </a:r>
            <a:endParaRPr sz="1200">
              <a:solidFill>
                <a:schemeClr val="dk1"/>
              </a:solidFill>
              <a:latin typeface="Arial"/>
              <a:ea typeface="Arial"/>
              <a:cs typeface="Arial"/>
              <a:sym typeface="Arial"/>
            </a:endParaRPr>
          </a:p>
          <a:p>
            <a:pPr indent="0" lvl="0" marL="0" marR="0" rtl="0" algn="ctr">
              <a:spcBef>
                <a:spcPts val="0"/>
              </a:spcBef>
              <a:spcAft>
                <a:spcPts val="0"/>
              </a:spcAft>
              <a:buNone/>
            </a:pPr>
            <a:r>
              <a:rPr lang="ja-JP" sz="1200">
                <a:solidFill>
                  <a:schemeClr val="dk1"/>
                </a:solidFill>
                <a:latin typeface="Arial"/>
                <a:ea typeface="Arial"/>
                <a:cs typeface="Arial"/>
                <a:sym typeface="Arial"/>
              </a:rPr>
              <a:t>ｾｯﾄｱｯﾌﾟ</a:t>
            </a:r>
            <a:endParaRPr sz="1200">
              <a:solidFill>
                <a:schemeClr val="dk1"/>
              </a:solidFill>
              <a:latin typeface="Arial"/>
              <a:ea typeface="Arial"/>
              <a:cs typeface="Arial"/>
              <a:sym typeface="Arial"/>
            </a:endParaRPr>
          </a:p>
        </p:txBody>
      </p:sp>
      <p:sp>
        <p:nvSpPr>
          <p:cNvPr id="1578" name="Google Shape;1578;p32"/>
          <p:cNvSpPr/>
          <p:nvPr/>
        </p:nvSpPr>
        <p:spPr>
          <a:xfrm>
            <a:off x="4136126" y="5328000"/>
            <a:ext cx="630000" cy="396000"/>
          </a:xfrm>
          <a:prstGeom prst="homePlate">
            <a:avLst>
              <a:gd fmla="val 12395" name="adj"/>
            </a:avLst>
          </a:prstGeom>
          <a:solidFill>
            <a:srgbClr val="FBE4D4"/>
          </a:solidFill>
          <a:ln cap="flat" cmpd="sng" w="127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200">
                <a:solidFill>
                  <a:schemeClr val="dk1"/>
                </a:solidFill>
                <a:latin typeface="Arial"/>
                <a:ea typeface="Arial"/>
                <a:cs typeface="Arial"/>
                <a:sym typeface="Arial"/>
              </a:rPr>
              <a:t>開発環境構築</a:t>
            </a:r>
            <a:endParaRPr sz="1200">
              <a:solidFill>
                <a:schemeClr val="dk1"/>
              </a:solidFill>
              <a:latin typeface="Arial"/>
              <a:ea typeface="Arial"/>
              <a:cs typeface="Arial"/>
              <a:sym typeface="Arial"/>
            </a:endParaRPr>
          </a:p>
          <a:p>
            <a:pPr indent="0" lvl="0" marL="0" marR="0" rtl="0" algn="ctr">
              <a:spcBef>
                <a:spcPts val="0"/>
              </a:spcBef>
              <a:spcAft>
                <a:spcPts val="0"/>
              </a:spcAft>
              <a:buNone/>
            </a:pPr>
            <a:r>
              <a:rPr lang="ja-JP" sz="1200">
                <a:solidFill>
                  <a:schemeClr val="dk1"/>
                </a:solidFill>
                <a:latin typeface="Arial"/>
                <a:ea typeface="Arial"/>
                <a:cs typeface="Arial"/>
                <a:sym typeface="Arial"/>
              </a:rPr>
              <a:t>(弊社内)</a:t>
            </a:r>
            <a:endParaRPr sz="1200">
              <a:solidFill>
                <a:schemeClr val="dk1"/>
              </a:solidFill>
              <a:latin typeface="Arial"/>
              <a:ea typeface="Arial"/>
              <a:cs typeface="Arial"/>
              <a:sym typeface="Arial"/>
            </a:endParaRPr>
          </a:p>
        </p:txBody>
      </p:sp>
      <p:sp>
        <p:nvSpPr>
          <p:cNvPr id="1579" name="Google Shape;1579;p32"/>
          <p:cNvSpPr/>
          <p:nvPr/>
        </p:nvSpPr>
        <p:spPr>
          <a:xfrm>
            <a:off x="3717235" y="4860000"/>
            <a:ext cx="612000" cy="396000"/>
          </a:xfrm>
          <a:prstGeom prst="homePlate">
            <a:avLst>
              <a:gd fmla="val 12396" name="adj"/>
            </a:avLst>
          </a:prstGeom>
          <a:solidFill>
            <a:srgbClr val="FBE4D4"/>
          </a:solidFill>
          <a:ln cap="flat" cmpd="sng" w="127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200">
                <a:solidFill>
                  <a:schemeClr val="dk1"/>
                </a:solidFill>
                <a:latin typeface="Arial"/>
                <a:ea typeface="Arial"/>
                <a:cs typeface="Arial"/>
                <a:sym typeface="Arial"/>
              </a:rPr>
              <a:t>必要資源</a:t>
            </a:r>
            <a:endParaRPr sz="1200">
              <a:solidFill>
                <a:schemeClr val="dk1"/>
              </a:solidFill>
              <a:latin typeface="Arial"/>
              <a:ea typeface="Arial"/>
              <a:cs typeface="Arial"/>
              <a:sym typeface="Arial"/>
            </a:endParaRPr>
          </a:p>
          <a:p>
            <a:pPr indent="0" lvl="0" marL="0" marR="0" rtl="0" algn="ctr">
              <a:spcBef>
                <a:spcPts val="0"/>
              </a:spcBef>
              <a:spcAft>
                <a:spcPts val="0"/>
              </a:spcAft>
              <a:buNone/>
            </a:pPr>
            <a:r>
              <a:rPr lang="ja-JP" sz="1200">
                <a:solidFill>
                  <a:schemeClr val="dk1"/>
                </a:solidFill>
                <a:latin typeface="Arial"/>
                <a:ea typeface="Arial"/>
                <a:cs typeface="Arial"/>
                <a:sym typeface="Arial"/>
              </a:rPr>
              <a:t>調達</a:t>
            </a:r>
            <a:endParaRPr sz="1200">
              <a:solidFill>
                <a:schemeClr val="dk1"/>
              </a:solidFill>
              <a:latin typeface="Arial"/>
              <a:ea typeface="Arial"/>
              <a:cs typeface="Arial"/>
              <a:sym typeface="Arial"/>
            </a:endParaRPr>
          </a:p>
        </p:txBody>
      </p:sp>
      <p:sp>
        <p:nvSpPr>
          <p:cNvPr id="1580" name="Google Shape;1580;p32"/>
          <p:cNvSpPr/>
          <p:nvPr/>
        </p:nvSpPr>
        <p:spPr>
          <a:xfrm>
            <a:off x="7651592" y="5904000"/>
            <a:ext cx="288000" cy="396000"/>
          </a:xfrm>
          <a:prstGeom prst="homePlate">
            <a:avLst>
              <a:gd fmla="val 16536" name="adj"/>
            </a:avLst>
          </a:prstGeom>
          <a:solidFill>
            <a:srgbClr val="FBE4D4"/>
          </a:solidFill>
          <a:ln cap="flat" cmpd="sng" w="127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200">
                <a:solidFill>
                  <a:schemeClr val="dk1"/>
                </a:solidFill>
                <a:latin typeface="Arial"/>
                <a:ea typeface="Arial"/>
                <a:cs typeface="Arial"/>
                <a:sym typeface="Arial"/>
              </a:rPr>
              <a:t>本番</a:t>
            </a:r>
            <a:endParaRPr sz="1200">
              <a:solidFill>
                <a:schemeClr val="dk1"/>
              </a:solidFill>
              <a:latin typeface="Arial"/>
              <a:ea typeface="Arial"/>
              <a:cs typeface="Arial"/>
              <a:sym typeface="Arial"/>
            </a:endParaRPr>
          </a:p>
          <a:p>
            <a:pPr indent="0" lvl="0" marL="0" marR="0" rtl="0" algn="ctr">
              <a:spcBef>
                <a:spcPts val="0"/>
              </a:spcBef>
              <a:spcAft>
                <a:spcPts val="0"/>
              </a:spcAft>
              <a:buNone/>
            </a:pPr>
            <a:r>
              <a:rPr lang="ja-JP" sz="1200">
                <a:solidFill>
                  <a:schemeClr val="dk1"/>
                </a:solidFill>
                <a:latin typeface="Arial"/>
                <a:ea typeface="Arial"/>
                <a:cs typeface="Arial"/>
                <a:sym typeface="Arial"/>
              </a:rPr>
              <a:t>移行</a:t>
            </a:r>
            <a:endParaRPr sz="1200">
              <a:solidFill>
                <a:schemeClr val="dk1"/>
              </a:solidFill>
              <a:latin typeface="Arial"/>
              <a:ea typeface="Arial"/>
              <a:cs typeface="Arial"/>
              <a:sym typeface="Arial"/>
            </a:endParaRPr>
          </a:p>
        </p:txBody>
      </p:sp>
      <p:sp>
        <p:nvSpPr>
          <p:cNvPr id="1581" name="Google Shape;1581;p32"/>
          <p:cNvSpPr/>
          <p:nvPr/>
        </p:nvSpPr>
        <p:spPr>
          <a:xfrm>
            <a:off x="7287886" y="5904000"/>
            <a:ext cx="216000" cy="396000"/>
          </a:xfrm>
          <a:prstGeom prst="homePlate">
            <a:avLst>
              <a:gd fmla="val 23219" name="adj"/>
            </a:avLst>
          </a:prstGeom>
          <a:solidFill>
            <a:srgbClr val="FBE4D4"/>
          </a:solidFill>
          <a:ln cap="flat" cmpd="sng" w="127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200">
                <a:solidFill>
                  <a:schemeClr val="dk1"/>
                </a:solidFill>
                <a:latin typeface="Arial"/>
                <a:ea typeface="Arial"/>
                <a:cs typeface="Arial"/>
                <a:sym typeface="Arial"/>
              </a:rPr>
              <a:t>移行</a:t>
            </a:r>
            <a:endParaRPr sz="1200">
              <a:solidFill>
                <a:schemeClr val="dk1"/>
              </a:solidFill>
              <a:latin typeface="Arial"/>
              <a:ea typeface="Arial"/>
              <a:cs typeface="Arial"/>
              <a:sym typeface="Arial"/>
            </a:endParaRPr>
          </a:p>
          <a:p>
            <a:pPr indent="0" lvl="0" marL="0" marR="0" rtl="0" algn="ctr">
              <a:spcBef>
                <a:spcPts val="0"/>
              </a:spcBef>
              <a:spcAft>
                <a:spcPts val="0"/>
              </a:spcAft>
              <a:buNone/>
            </a:pPr>
            <a:r>
              <a:rPr lang="ja-JP" sz="1200">
                <a:solidFill>
                  <a:schemeClr val="dk1"/>
                </a:solidFill>
                <a:latin typeface="Arial"/>
                <a:ea typeface="Arial"/>
                <a:cs typeface="Arial"/>
                <a:sym typeface="Arial"/>
              </a:rPr>
              <a:t>リハ3</a:t>
            </a:r>
            <a:endParaRPr sz="1200">
              <a:solidFill>
                <a:schemeClr val="dk1"/>
              </a:solidFill>
              <a:latin typeface="Arial"/>
              <a:ea typeface="Arial"/>
              <a:cs typeface="Arial"/>
              <a:sym typeface="Arial"/>
            </a:endParaRPr>
          </a:p>
        </p:txBody>
      </p:sp>
      <p:sp>
        <p:nvSpPr>
          <p:cNvPr id="1582" name="Google Shape;1582;p32"/>
          <p:cNvSpPr/>
          <p:nvPr/>
        </p:nvSpPr>
        <p:spPr>
          <a:xfrm>
            <a:off x="6895251" y="5904000"/>
            <a:ext cx="216000" cy="396000"/>
          </a:xfrm>
          <a:prstGeom prst="homePlate">
            <a:avLst>
              <a:gd fmla="val 23219" name="adj"/>
            </a:avLst>
          </a:prstGeom>
          <a:solidFill>
            <a:srgbClr val="FBE4D4"/>
          </a:solidFill>
          <a:ln cap="flat" cmpd="sng" w="127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200">
                <a:solidFill>
                  <a:schemeClr val="dk1"/>
                </a:solidFill>
                <a:latin typeface="Arial"/>
                <a:ea typeface="Arial"/>
                <a:cs typeface="Arial"/>
                <a:sym typeface="Arial"/>
              </a:rPr>
              <a:t>移行</a:t>
            </a:r>
            <a:endParaRPr sz="1200">
              <a:solidFill>
                <a:schemeClr val="dk1"/>
              </a:solidFill>
              <a:latin typeface="Arial"/>
              <a:ea typeface="Arial"/>
              <a:cs typeface="Arial"/>
              <a:sym typeface="Arial"/>
            </a:endParaRPr>
          </a:p>
          <a:p>
            <a:pPr indent="0" lvl="0" marL="0" marR="0" rtl="0" algn="ctr">
              <a:spcBef>
                <a:spcPts val="0"/>
              </a:spcBef>
              <a:spcAft>
                <a:spcPts val="0"/>
              </a:spcAft>
              <a:buNone/>
            </a:pPr>
            <a:r>
              <a:rPr lang="ja-JP" sz="1200">
                <a:solidFill>
                  <a:schemeClr val="dk1"/>
                </a:solidFill>
                <a:latin typeface="Arial"/>
                <a:ea typeface="Arial"/>
                <a:cs typeface="Arial"/>
                <a:sym typeface="Arial"/>
              </a:rPr>
              <a:t>リハ2</a:t>
            </a:r>
            <a:endParaRPr sz="1200">
              <a:solidFill>
                <a:schemeClr val="dk1"/>
              </a:solidFill>
              <a:latin typeface="Arial"/>
              <a:ea typeface="Arial"/>
              <a:cs typeface="Arial"/>
              <a:sym typeface="Arial"/>
            </a:endParaRPr>
          </a:p>
        </p:txBody>
      </p:sp>
      <p:sp>
        <p:nvSpPr>
          <p:cNvPr id="1583" name="Google Shape;1583;p32"/>
          <p:cNvSpPr/>
          <p:nvPr/>
        </p:nvSpPr>
        <p:spPr>
          <a:xfrm>
            <a:off x="6464642" y="5904000"/>
            <a:ext cx="216000" cy="396000"/>
          </a:xfrm>
          <a:prstGeom prst="homePlate">
            <a:avLst>
              <a:gd fmla="val 23219" name="adj"/>
            </a:avLst>
          </a:prstGeom>
          <a:solidFill>
            <a:srgbClr val="FBE4D4"/>
          </a:solidFill>
          <a:ln cap="flat" cmpd="sng" w="127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200">
                <a:solidFill>
                  <a:schemeClr val="dk1"/>
                </a:solidFill>
                <a:latin typeface="Arial"/>
                <a:ea typeface="Arial"/>
                <a:cs typeface="Arial"/>
                <a:sym typeface="Arial"/>
              </a:rPr>
              <a:t>移行</a:t>
            </a:r>
            <a:endParaRPr sz="1200">
              <a:solidFill>
                <a:schemeClr val="dk1"/>
              </a:solidFill>
              <a:latin typeface="Arial"/>
              <a:ea typeface="Arial"/>
              <a:cs typeface="Arial"/>
              <a:sym typeface="Arial"/>
            </a:endParaRPr>
          </a:p>
          <a:p>
            <a:pPr indent="0" lvl="0" marL="0" marR="0" rtl="0" algn="ctr">
              <a:spcBef>
                <a:spcPts val="0"/>
              </a:spcBef>
              <a:spcAft>
                <a:spcPts val="0"/>
              </a:spcAft>
              <a:buNone/>
            </a:pPr>
            <a:r>
              <a:rPr lang="ja-JP" sz="1200">
                <a:solidFill>
                  <a:schemeClr val="dk1"/>
                </a:solidFill>
                <a:latin typeface="Arial"/>
                <a:ea typeface="Arial"/>
                <a:cs typeface="Arial"/>
                <a:sym typeface="Arial"/>
              </a:rPr>
              <a:t>リハ1</a:t>
            </a:r>
            <a:endParaRPr sz="1200">
              <a:solidFill>
                <a:schemeClr val="dk1"/>
              </a:solidFill>
              <a:latin typeface="Arial"/>
              <a:ea typeface="Arial"/>
              <a:cs typeface="Arial"/>
              <a:sym typeface="Arial"/>
            </a:endParaRPr>
          </a:p>
        </p:txBody>
      </p:sp>
      <p:sp>
        <p:nvSpPr>
          <p:cNvPr id="1584" name="Google Shape;1584;p32"/>
          <p:cNvSpPr/>
          <p:nvPr/>
        </p:nvSpPr>
        <p:spPr>
          <a:xfrm>
            <a:off x="4136126" y="5904000"/>
            <a:ext cx="630000" cy="396000"/>
          </a:xfrm>
          <a:prstGeom prst="homePlate">
            <a:avLst>
              <a:gd fmla="val 13598" name="adj"/>
            </a:avLst>
          </a:prstGeom>
          <a:solidFill>
            <a:srgbClr val="FBE4D4"/>
          </a:solidFill>
          <a:ln cap="flat" cmpd="sng" w="127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200">
                <a:solidFill>
                  <a:schemeClr val="dk1"/>
                </a:solidFill>
                <a:latin typeface="Arial"/>
                <a:ea typeface="Arial"/>
                <a:cs typeface="Arial"/>
                <a:sym typeface="Arial"/>
              </a:rPr>
              <a:t>移行計画</a:t>
            </a:r>
            <a:endParaRPr sz="1200">
              <a:solidFill>
                <a:schemeClr val="dk1"/>
              </a:solidFill>
              <a:latin typeface="Arial"/>
              <a:ea typeface="Arial"/>
              <a:cs typeface="Arial"/>
              <a:sym typeface="Arial"/>
            </a:endParaRPr>
          </a:p>
          <a:p>
            <a:pPr indent="0" lvl="0" marL="0" marR="0" rtl="0" algn="ctr">
              <a:spcBef>
                <a:spcPts val="0"/>
              </a:spcBef>
              <a:spcAft>
                <a:spcPts val="0"/>
              </a:spcAft>
              <a:buNone/>
            </a:pPr>
            <a:r>
              <a:rPr lang="ja-JP" sz="1200">
                <a:solidFill>
                  <a:schemeClr val="dk1"/>
                </a:solidFill>
                <a:latin typeface="Arial"/>
                <a:ea typeface="Arial"/>
                <a:cs typeface="Arial"/>
                <a:sym typeface="Arial"/>
              </a:rPr>
              <a:t>作成</a:t>
            </a:r>
            <a:endParaRPr sz="1200">
              <a:solidFill>
                <a:schemeClr val="dk1"/>
              </a:solidFill>
              <a:latin typeface="Arial"/>
              <a:ea typeface="Arial"/>
              <a:cs typeface="Arial"/>
              <a:sym typeface="Arial"/>
            </a:endParaRPr>
          </a:p>
        </p:txBody>
      </p:sp>
      <p:sp>
        <p:nvSpPr>
          <p:cNvPr id="1585" name="Google Shape;1585;p32"/>
          <p:cNvSpPr/>
          <p:nvPr/>
        </p:nvSpPr>
        <p:spPr>
          <a:xfrm>
            <a:off x="5405908" y="5904000"/>
            <a:ext cx="846000" cy="396000"/>
          </a:xfrm>
          <a:prstGeom prst="homePlate">
            <a:avLst>
              <a:gd fmla="val 13598" name="adj"/>
            </a:avLst>
          </a:prstGeom>
          <a:solidFill>
            <a:srgbClr val="FBE4D4"/>
          </a:solidFill>
          <a:ln cap="flat" cmpd="sng" w="127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200">
                <a:solidFill>
                  <a:schemeClr val="dk1"/>
                </a:solidFill>
                <a:latin typeface="Arial"/>
                <a:ea typeface="Arial"/>
                <a:cs typeface="Arial"/>
                <a:sym typeface="Arial"/>
              </a:rPr>
              <a:t>移行PG</a:t>
            </a:r>
            <a:endParaRPr/>
          </a:p>
          <a:p>
            <a:pPr indent="0" lvl="0" marL="0" marR="0" rtl="0" algn="ctr">
              <a:spcBef>
                <a:spcPts val="0"/>
              </a:spcBef>
              <a:spcAft>
                <a:spcPts val="0"/>
              </a:spcAft>
              <a:buNone/>
            </a:pPr>
            <a:r>
              <a:rPr lang="ja-JP" sz="1200">
                <a:solidFill>
                  <a:schemeClr val="dk1"/>
                </a:solidFill>
                <a:latin typeface="Arial"/>
                <a:ea typeface="Arial"/>
                <a:cs typeface="Arial"/>
                <a:sym typeface="Arial"/>
              </a:rPr>
              <a:t>作成</a:t>
            </a:r>
            <a:endParaRPr sz="1200">
              <a:solidFill>
                <a:schemeClr val="dk1"/>
              </a:solidFill>
              <a:latin typeface="Arial"/>
              <a:ea typeface="Arial"/>
              <a:cs typeface="Arial"/>
              <a:sym typeface="Arial"/>
            </a:endParaRPr>
          </a:p>
        </p:txBody>
      </p:sp>
      <p:sp>
        <p:nvSpPr>
          <p:cNvPr id="1586" name="Google Shape;1586;p32"/>
          <p:cNvSpPr/>
          <p:nvPr/>
        </p:nvSpPr>
        <p:spPr>
          <a:xfrm>
            <a:off x="1800000" y="5647752"/>
            <a:ext cx="432000" cy="180000"/>
          </a:xfrm>
          <a:prstGeom prst="homePlate">
            <a:avLst>
              <a:gd fmla="val 23219" name="adj"/>
            </a:avLst>
          </a:prstGeom>
          <a:solidFill>
            <a:srgbClr val="FBE4D4"/>
          </a:solidFill>
          <a:ln cap="flat" cmpd="sng" w="127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dk1"/>
              </a:solidFill>
              <a:latin typeface="Arial"/>
              <a:ea typeface="Arial"/>
              <a:cs typeface="Arial"/>
              <a:sym typeface="Arial"/>
            </a:endParaRPr>
          </a:p>
        </p:txBody>
      </p:sp>
      <p:sp>
        <p:nvSpPr>
          <p:cNvPr id="1587" name="Google Shape;1587;p32"/>
          <p:cNvSpPr/>
          <p:nvPr/>
        </p:nvSpPr>
        <p:spPr>
          <a:xfrm>
            <a:off x="1800000" y="5881620"/>
            <a:ext cx="432000" cy="180000"/>
          </a:xfrm>
          <a:prstGeom prst="homePlate">
            <a:avLst>
              <a:gd fmla="val 23219" name="adj"/>
            </a:avLst>
          </a:prstGeom>
          <a:solidFill>
            <a:srgbClr val="DDEAF6"/>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dk1"/>
              </a:solidFill>
              <a:latin typeface="Arial"/>
              <a:ea typeface="Arial"/>
              <a:cs typeface="Arial"/>
              <a:sym typeface="Arial"/>
            </a:endParaRPr>
          </a:p>
        </p:txBody>
      </p:sp>
      <p:sp>
        <p:nvSpPr>
          <p:cNvPr id="1588" name="Google Shape;1588;p32"/>
          <p:cNvSpPr/>
          <p:nvPr/>
        </p:nvSpPr>
        <p:spPr>
          <a:xfrm>
            <a:off x="108000" y="3564000"/>
            <a:ext cx="8928000" cy="2880000"/>
          </a:xfrm>
          <a:prstGeom prst="rect">
            <a:avLst/>
          </a:prstGeom>
          <a:noFill/>
          <a:ln cap="flat" cmpd="sng" w="38100">
            <a:solidFill>
              <a:srgbClr val="FF0000"/>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600">
              <a:solidFill>
                <a:schemeClr val="lt1"/>
              </a:solidFill>
              <a:latin typeface="Arial"/>
              <a:ea typeface="Arial"/>
              <a:cs typeface="Arial"/>
              <a:sym typeface="Arial"/>
            </a:endParaRPr>
          </a:p>
        </p:txBody>
      </p:sp>
      <p:sp>
        <p:nvSpPr>
          <p:cNvPr id="1589" name="Google Shape;1589;p32"/>
          <p:cNvSpPr/>
          <p:nvPr/>
        </p:nvSpPr>
        <p:spPr>
          <a:xfrm>
            <a:off x="1800000" y="6127686"/>
            <a:ext cx="432000" cy="144000"/>
          </a:xfrm>
          <a:prstGeom prst="rect">
            <a:avLst/>
          </a:prstGeom>
          <a:noFill/>
          <a:ln cap="flat" cmpd="sng" w="38100">
            <a:solidFill>
              <a:srgbClr val="FF0000"/>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600">
              <a:solidFill>
                <a:schemeClr val="lt1"/>
              </a:solidFill>
              <a:latin typeface="Arial"/>
              <a:ea typeface="Arial"/>
              <a:cs typeface="Arial"/>
              <a:sym typeface="Arial"/>
            </a:endParaRPr>
          </a:p>
        </p:txBody>
      </p:sp>
      <p:sp>
        <p:nvSpPr>
          <p:cNvPr id="1590" name="Google Shape;1590;p32"/>
          <p:cNvSpPr/>
          <p:nvPr/>
        </p:nvSpPr>
        <p:spPr>
          <a:xfrm>
            <a:off x="7850255" y="3888000"/>
            <a:ext cx="288000" cy="792000"/>
          </a:xfrm>
          <a:prstGeom prst="homePlate">
            <a:avLst>
              <a:gd fmla="val 15956" name="adj"/>
            </a:avLst>
          </a:prstGeom>
          <a:solidFill>
            <a:srgbClr val="FBE4D4"/>
          </a:solidFill>
          <a:ln cap="flat" cmpd="sng" w="12700">
            <a:solidFill>
              <a:schemeClr val="accent2"/>
            </a:solidFill>
            <a:prstDash val="solid"/>
            <a:miter lim="800000"/>
            <a:headEnd len="sm" w="sm" type="none"/>
            <a:tailEnd len="sm" w="sm" type="none"/>
          </a:ln>
        </p:spPr>
        <p:txBody>
          <a:bodyPr anchorCtr="0" anchor="ctr" bIns="45700" lIns="46800" spcFirstLastPara="1" rIns="91425" wrap="square" tIns="45700">
            <a:noAutofit/>
          </a:bodyPr>
          <a:lstStyle/>
          <a:p>
            <a:pPr indent="0" lvl="0" marL="0" marR="0" rtl="0" algn="ctr">
              <a:spcBef>
                <a:spcPts val="0"/>
              </a:spcBef>
              <a:spcAft>
                <a:spcPts val="0"/>
              </a:spcAft>
              <a:buNone/>
            </a:pPr>
            <a:r>
              <a:rPr lang="ja-JP" sz="1200">
                <a:solidFill>
                  <a:schemeClr val="dk1"/>
                </a:solidFill>
                <a:latin typeface="Arial"/>
                <a:ea typeface="Arial"/>
                <a:cs typeface="Arial"/>
                <a:sym typeface="Arial"/>
              </a:rPr>
              <a:t>初</a:t>
            </a:r>
            <a:endParaRPr sz="1200">
              <a:solidFill>
                <a:schemeClr val="dk1"/>
              </a:solidFill>
              <a:latin typeface="Arial"/>
              <a:ea typeface="Arial"/>
              <a:cs typeface="Arial"/>
              <a:sym typeface="Arial"/>
            </a:endParaRPr>
          </a:p>
          <a:p>
            <a:pPr indent="0" lvl="0" marL="0" marR="0" rtl="0" algn="ctr">
              <a:spcBef>
                <a:spcPts val="0"/>
              </a:spcBef>
              <a:spcAft>
                <a:spcPts val="0"/>
              </a:spcAft>
              <a:buNone/>
            </a:pPr>
            <a:r>
              <a:rPr lang="ja-JP" sz="1200">
                <a:solidFill>
                  <a:schemeClr val="dk1"/>
                </a:solidFill>
                <a:latin typeface="Arial"/>
                <a:ea typeface="Arial"/>
                <a:cs typeface="Arial"/>
                <a:sym typeface="Arial"/>
              </a:rPr>
              <a:t>期</a:t>
            </a:r>
            <a:endParaRPr sz="1200">
              <a:solidFill>
                <a:schemeClr val="dk1"/>
              </a:solidFill>
              <a:latin typeface="Arial"/>
              <a:ea typeface="Arial"/>
              <a:cs typeface="Arial"/>
              <a:sym typeface="Arial"/>
            </a:endParaRPr>
          </a:p>
          <a:p>
            <a:pPr indent="0" lvl="0" marL="0" marR="0" rtl="0" algn="ctr">
              <a:spcBef>
                <a:spcPts val="0"/>
              </a:spcBef>
              <a:spcAft>
                <a:spcPts val="0"/>
              </a:spcAft>
              <a:buNone/>
            </a:pPr>
            <a:r>
              <a:rPr lang="ja-JP" sz="1200">
                <a:solidFill>
                  <a:schemeClr val="dk1"/>
                </a:solidFill>
                <a:latin typeface="Arial"/>
                <a:ea typeface="Arial"/>
                <a:cs typeface="Arial"/>
                <a:sym typeface="Arial"/>
              </a:rPr>
              <a:t>流</a:t>
            </a:r>
            <a:endParaRPr sz="1200">
              <a:solidFill>
                <a:schemeClr val="dk1"/>
              </a:solidFill>
              <a:latin typeface="Arial"/>
              <a:ea typeface="Arial"/>
              <a:cs typeface="Arial"/>
              <a:sym typeface="Arial"/>
            </a:endParaRPr>
          </a:p>
          <a:p>
            <a:pPr indent="0" lvl="0" marL="0" marR="0" rtl="0" algn="ctr">
              <a:spcBef>
                <a:spcPts val="0"/>
              </a:spcBef>
              <a:spcAft>
                <a:spcPts val="0"/>
              </a:spcAft>
              <a:buNone/>
            </a:pPr>
            <a:r>
              <a:rPr lang="ja-JP" sz="1200">
                <a:solidFill>
                  <a:schemeClr val="dk1"/>
                </a:solidFill>
                <a:latin typeface="Arial"/>
                <a:ea typeface="Arial"/>
                <a:cs typeface="Arial"/>
                <a:sym typeface="Arial"/>
              </a:rPr>
              <a:t>動</a:t>
            </a:r>
            <a:endParaRPr/>
          </a:p>
        </p:txBody>
      </p:sp>
      <p:sp>
        <p:nvSpPr>
          <p:cNvPr id="1591" name="Google Shape;1591;p32"/>
          <p:cNvSpPr/>
          <p:nvPr/>
        </p:nvSpPr>
        <p:spPr>
          <a:xfrm>
            <a:off x="6891690" y="3888000"/>
            <a:ext cx="630000" cy="792000"/>
          </a:xfrm>
          <a:prstGeom prst="homePlate">
            <a:avLst>
              <a:gd fmla="val 7514" name="adj"/>
            </a:avLst>
          </a:prstGeom>
          <a:solidFill>
            <a:srgbClr val="FBE4D4"/>
          </a:solidFill>
          <a:ln cap="flat" cmpd="sng" w="12700">
            <a:solidFill>
              <a:schemeClr val="accent2"/>
            </a:solidFill>
            <a:prstDash val="solid"/>
            <a:miter lim="800000"/>
            <a:headEnd len="sm" w="sm" type="none"/>
            <a:tailEnd len="sm" w="sm" type="none"/>
          </a:ln>
        </p:spPr>
        <p:txBody>
          <a:bodyPr anchorCtr="0" anchor="ctr" bIns="45700" lIns="46800" spcFirstLastPara="1" rIns="91425" wrap="square" tIns="45700">
            <a:noAutofit/>
          </a:bodyPr>
          <a:lstStyle/>
          <a:p>
            <a:pPr indent="0" lvl="0" marL="0" marR="0" rtl="0" algn="ctr">
              <a:spcBef>
                <a:spcPts val="0"/>
              </a:spcBef>
              <a:spcAft>
                <a:spcPts val="0"/>
              </a:spcAft>
              <a:buNone/>
            </a:pPr>
            <a:r>
              <a:rPr lang="ja-JP" sz="1200">
                <a:solidFill>
                  <a:schemeClr val="dk1"/>
                </a:solidFill>
                <a:latin typeface="Arial"/>
                <a:ea typeface="Arial"/>
                <a:cs typeface="Arial"/>
                <a:sym typeface="Arial"/>
              </a:rPr>
              <a:t>ｼｽﾃﾑ</a:t>
            </a:r>
            <a:endParaRPr sz="1200">
              <a:solidFill>
                <a:schemeClr val="dk1"/>
              </a:solidFill>
              <a:latin typeface="Arial"/>
              <a:ea typeface="Arial"/>
              <a:cs typeface="Arial"/>
              <a:sym typeface="Arial"/>
            </a:endParaRPr>
          </a:p>
          <a:p>
            <a:pPr indent="0" lvl="0" marL="0" marR="0" rtl="0" algn="ctr">
              <a:spcBef>
                <a:spcPts val="0"/>
              </a:spcBef>
              <a:spcAft>
                <a:spcPts val="0"/>
              </a:spcAft>
              <a:buNone/>
            </a:pPr>
            <a:r>
              <a:rPr lang="ja-JP" sz="1200">
                <a:solidFill>
                  <a:schemeClr val="dk1"/>
                </a:solidFill>
                <a:latin typeface="Arial"/>
                <a:ea typeface="Arial"/>
                <a:cs typeface="Arial"/>
                <a:sym typeface="Arial"/>
              </a:rPr>
              <a:t>ﾃｽﾄ</a:t>
            </a:r>
            <a:endParaRPr sz="1200">
              <a:solidFill>
                <a:schemeClr val="dk1"/>
              </a:solidFill>
              <a:latin typeface="Arial"/>
              <a:ea typeface="Arial"/>
              <a:cs typeface="Arial"/>
              <a:sym typeface="Arial"/>
            </a:endParaRPr>
          </a:p>
          <a:p>
            <a:pPr indent="0" lvl="0" marL="0" marR="0" rtl="0" algn="ctr">
              <a:spcBef>
                <a:spcPts val="0"/>
              </a:spcBef>
              <a:spcAft>
                <a:spcPts val="0"/>
              </a:spcAft>
              <a:buNone/>
            </a:pPr>
            <a:r>
              <a:t/>
            </a:r>
            <a:endParaRPr sz="1200">
              <a:solidFill>
                <a:schemeClr val="dk1"/>
              </a:solidFill>
              <a:latin typeface="Arial"/>
              <a:ea typeface="Arial"/>
              <a:cs typeface="Arial"/>
              <a:sym typeface="Arial"/>
            </a:endParaRPr>
          </a:p>
          <a:p>
            <a:pPr indent="0" lvl="0" marL="0" marR="0" rtl="0" algn="ctr">
              <a:spcBef>
                <a:spcPts val="0"/>
              </a:spcBef>
              <a:spcAft>
                <a:spcPts val="0"/>
              </a:spcAft>
              <a:buNone/>
            </a:pPr>
            <a:r>
              <a:rPr lang="ja-JP" sz="1200">
                <a:solidFill>
                  <a:schemeClr val="dk1"/>
                </a:solidFill>
                <a:latin typeface="Arial"/>
                <a:ea typeface="Arial"/>
                <a:cs typeface="Arial"/>
                <a:sym typeface="Arial"/>
              </a:rPr>
              <a:t>(ST)</a:t>
            </a:r>
            <a:endParaRPr sz="1200">
              <a:solidFill>
                <a:schemeClr val="dk1"/>
              </a:solidFill>
              <a:latin typeface="Arial"/>
              <a:ea typeface="Arial"/>
              <a:cs typeface="Arial"/>
              <a:sym typeface="Arial"/>
            </a:endParaRPr>
          </a:p>
        </p:txBody>
      </p:sp>
      <p:sp>
        <p:nvSpPr>
          <p:cNvPr id="1592" name="Google Shape;1592;p32"/>
          <p:cNvSpPr/>
          <p:nvPr/>
        </p:nvSpPr>
        <p:spPr>
          <a:xfrm>
            <a:off x="7526580" y="3888000"/>
            <a:ext cx="288000" cy="792000"/>
          </a:xfrm>
          <a:prstGeom prst="homePlate">
            <a:avLst>
              <a:gd fmla="val 14515" name="adj"/>
            </a:avLst>
          </a:prstGeom>
          <a:solidFill>
            <a:srgbClr val="FBE4D4"/>
          </a:solidFill>
          <a:ln cap="flat" cmpd="sng" w="12700">
            <a:solidFill>
              <a:schemeClr val="accent2"/>
            </a:solidFill>
            <a:prstDash val="solid"/>
            <a:miter lim="800000"/>
            <a:headEnd len="sm" w="sm" type="none"/>
            <a:tailEnd len="sm" w="sm" type="none"/>
          </a:ln>
        </p:spPr>
        <p:txBody>
          <a:bodyPr anchorCtr="0" anchor="ctr" bIns="45700" lIns="46800" spcFirstLastPara="1" rIns="91425" wrap="square" tIns="45700">
            <a:noAutofit/>
          </a:bodyPr>
          <a:lstStyle/>
          <a:p>
            <a:pPr indent="0" lvl="0" marL="0" marR="0" rtl="0" algn="ctr">
              <a:spcBef>
                <a:spcPts val="0"/>
              </a:spcBef>
              <a:spcAft>
                <a:spcPts val="0"/>
              </a:spcAft>
              <a:buNone/>
            </a:pPr>
            <a:r>
              <a:rPr lang="ja-JP" sz="1200">
                <a:solidFill>
                  <a:schemeClr val="dk1"/>
                </a:solidFill>
                <a:latin typeface="Arial"/>
                <a:ea typeface="Arial"/>
                <a:cs typeface="Arial"/>
                <a:sym typeface="Arial"/>
              </a:rPr>
              <a:t>運</a:t>
            </a:r>
            <a:endParaRPr sz="1200">
              <a:solidFill>
                <a:schemeClr val="dk1"/>
              </a:solidFill>
              <a:latin typeface="Arial"/>
              <a:ea typeface="Arial"/>
              <a:cs typeface="Arial"/>
              <a:sym typeface="Arial"/>
            </a:endParaRPr>
          </a:p>
          <a:p>
            <a:pPr indent="0" lvl="0" marL="0" marR="0" rtl="0" algn="ctr">
              <a:spcBef>
                <a:spcPts val="0"/>
              </a:spcBef>
              <a:spcAft>
                <a:spcPts val="0"/>
              </a:spcAft>
              <a:buNone/>
            </a:pPr>
            <a:r>
              <a:rPr lang="ja-JP" sz="1200">
                <a:solidFill>
                  <a:schemeClr val="dk1"/>
                </a:solidFill>
                <a:latin typeface="Arial"/>
                <a:ea typeface="Arial"/>
                <a:cs typeface="Arial"/>
                <a:sym typeface="Arial"/>
              </a:rPr>
              <a:t>用</a:t>
            </a:r>
            <a:endParaRPr sz="1200">
              <a:solidFill>
                <a:schemeClr val="dk1"/>
              </a:solidFill>
              <a:latin typeface="Arial"/>
              <a:ea typeface="Arial"/>
              <a:cs typeface="Arial"/>
              <a:sym typeface="Arial"/>
            </a:endParaRPr>
          </a:p>
          <a:p>
            <a:pPr indent="0" lvl="0" marL="0" marR="0" rtl="0" algn="ctr">
              <a:spcBef>
                <a:spcPts val="0"/>
              </a:spcBef>
              <a:spcAft>
                <a:spcPts val="0"/>
              </a:spcAft>
              <a:buNone/>
            </a:pPr>
            <a:r>
              <a:rPr lang="ja-JP" sz="1200">
                <a:solidFill>
                  <a:schemeClr val="dk1"/>
                </a:solidFill>
                <a:latin typeface="Arial"/>
                <a:ea typeface="Arial"/>
                <a:cs typeface="Arial"/>
                <a:sym typeface="Arial"/>
              </a:rPr>
              <a:t>ﾃｽﾄ</a:t>
            </a:r>
            <a:endParaRPr sz="1200">
              <a:solidFill>
                <a:schemeClr val="dk1"/>
              </a:solidFill>
              <a:latin typeface="Arial"/>
              <a:ea typeface="Arial"/>
              <a:cs typeface="Arial"/>
              <a:sym typeface="Arial"/>
            </a:endParaRPr>
          </a:p>
          <a:p>
            <a:pPr indent="0" lvl="0" marL="0" marR="0" rtl="0" algn="ctr">
              <a:spcBef>
                <a:spcPts val="0"/>
              </a:spcBef>
              <a:spcAft>
                <a:spcPts val="0"/>
              </a:spcAft>
              <a:buNone/>
            </a:pPr>
            <a:r>
              <a:rPr lang="ja-JP" sz="1200">
                <a:solidFill>
                  <a:schemeClr val="dk1"/>
                </a:solidFill>
                <a:latin typeface="Arial"/>
                <a:ea typeface="Arial"/>
                <a:cs typeface="Arial"/>
                <a:sym typeface="Arial"/>
              </a:rPr>
              <a:t>(OT)</a:t>
            </a:r>
            <a:endParaRPr sz="1200">
              <a:solidFill>
                <a:schemeClr val="dk1"/>
              </a:solidFill>
              <a:latin typeface="Arial"/>
              <a:ea typeface="Arial"/>
              <a:cs typeface="Arial"/>
              <a:sym typeface="Arial"/>
            </a:endParaRPr>
          </a:p>
        </p:txBody>
      </p:sp>
      <p:sp>
        <p:nvSpPr>
          <p:cNvPr id="1593" name="Google Shape;1593;p32"/>
          <p:cNvSpPr txBox="1"/>
          <p:nvPr/>
        </p:nvSpPr>
        <p:spPr>
          <a:xfrm>
            <a:off x="7626541" y="4104000"/>
            <a:ext cx="441146" cy="40011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lang="ja-JP" sz="2000">
                <a:solidFill>
                  <a:schemeClr val="accent2"/>
                </a:solidFill>
                <a:latin typeface="Arial"/>
                <a:ea typeface="Arial"/>
                <a:cs typeface="Arial"/>
                <a:sym typeface="Arial"/>
              </a:rPr>
              <a:t>★</a:t>
            </a:r>
            <a:endParaRPr sz="2000">
              <a:solidFill>
                <a:schemeClr val="accent2"/>
              </a:solidFill>
              <a:latin typeface="Arial"/>
              <a:ea typeface="Arial"/>
              <a:cs typeface="Arial"/>
              <a:sym typeface="Arial"/>
            </a:endParaRPr>
          </a:p>
        </p:txBody>
      </p:sp>
      <p:cxnSp>
        <p:nvCxnSpPr>
          <p:cNvPr id="1594" name="Google Shape;1594;p32"/>
          <p:cNvCxnSpPr/>
          <p:nvPr/>
        </p:nvCxnSpPr>
        <p:spPr>
          <a:xfrm>
            <a:off x="7833576" y="1440000"/>
            <a:ext cx="0" cy="4968000"/>
          </a:xfrm>
          <a:prstGeom prst="straightConnector1">
            <a:avLst/>
          </a:prstGeom>
          <a:noFill/>
          <a:ln cap="flat" cmpd="sng" w="28575">
            <a:solidFill>
              <a:schemeClr val="accent2"/>
            </a:solidFill>
            <a:prstDash val="solid"/>
            <a:miter lim="800000"/>
            <a:headEnd len="sm" w="sm" type="none"/>
            <a:tailEnd len="sm" w="sm" type="none"/>
          </a:ln>
        </p:spPr>
      </p:cxnSp>
      <p:sp>
        <p:nvSpPr>
          <p:cNvPr id="1595" name="Google Shape;1595;p32"/>
          <p:cNvSpPr/>
          <p:nvPr/>
        </p:nvSpPr>
        <p:spPr>
          <a:xfrm>
            <a:off x="6256799" y="3888000"/>
            <a:ext cx="630000" cy="792000"/>
          </a:xfrm>
          <a:prstGeom prst="homePlate">
            <a:avLst>
              <a:gd fmla="val 7514" name="adj"/>
            </a:avLst>
          </a:prstGeom>
          <a:solidFill>
            <a:srgbClr val="FBE4D4"/>
          </a:solidFill>
          <a:ln cap="flat" cmpd="sng" w="12700">
            <a:solidFill>
              <a:schemeClr val="accent2"/>
            </a:solidFill>
            <a:prstDash val="solid"/>
            <a:miter lim="800000"/>
            <a:headEnd len="sm" w="sm" type="none"/>
            <a:tailEnd len="sm" w="sm" type="none"/>
          </a:ln>
        </p:spPr>
        <p:txBody>
          <a:bodyPr anchorCtr="0" anchor="ctr" bIns="45700" lIns="46800" spcFirstLastPara="1" rIns="91425" wrap="square" tIns="45700">
            <a:noAutofit/>
          </a:bodyPr>
          <a:lstStyle/>
          <a:p>
            <a:pPr indent="0" lvl="0" marL="0" marR="0" rtl="0" algn="ctr">
              <a:spcBef>
                <a:spcPts val="0"/>
              </a:spcBef>
              <a:spcAft>
                <a:spcPts val="0"/>
              </a:spcAft>
              <a:buNone/>
            </a:pPr>
            <a:r>
              <a:rPr lang="ja-JP" sz="1200">
                <a:solidFill>
                  <a:schemeClr val="dk1"/>
                </a:solidFill>
                <a:latin typeface="Arial"/>
                <a:ea typeface="Arial"/>
                <a:cs typeface="Arial"/>
                <a:sym typeface="Arial"/>
              </a:rPr>
              <a:t>結合</a:t>
            </a:r>
            <a:endParaRPr sz="1200">
              <a:solidFill>
                <a:schemeClr val="dk1"/>
              </a:solidFill>
              <a:latin typeface="Arial"/>
              <a:ea typeface="Arial"/>
              <a:cs typeface="Arial"/>
              <a:sym typeface="Arial"/>
            </a:endParaRPr>
          </a:p>
          <a:p>
            <a:pPr indent="0" lvl="0" marL="0" marR="0" rtl="0" algn="ctr">
              <a:spcBef>
                <a:spcPts val="0"/>
              </a:spcBef>
              <a:spcAft>
                <a:spcPts val="0"/>
              </a:spcAft>
              <a:buNone/>
            </a:pPr>
            <a:r>
              <a:rPr lang="ja-JP" sz="1200">
                <a:solidFill>
                  <a:schemeClr val="dk1"/>
                </a:solidFill>
                <a:latin typeface="Arial"/>
                <a:ea typeface="Arial"/>
                <a:cs typeface="Arial"/>
                <a:sym typeface="Arial"/>
              </a:rPr>
              <a:t>ﾃｽﾄ</a:t>
            </a:r>
            <a:endParaRPr sz="1200">
              <a:solidFill>
                <a:schemeClr val="dk1"/>
              </a:solidFill>
              <a:latin typeface="Arial"/>
              <a:ea typeface="Arial"/>
              <a:cs typeface="Arial"/>
              <a:sym typeface="Arial"/>
            </a:endParaRPr>
          </a:p>
          <a:p>
            <a:pPr indent="0" lvl="0" marL="0" marR="0" rtl="0" algn="ctr">
              <a:spcBef>
                <a:spcPts val="0"/>
              </a:spcBef>
              <a:spcAft>
                <a:spcPts val="0"/>
              </a:spcAft>
              <a:buNone/>
            </a:pPr>
            <a:r>
              <a:t/>
            </a:r>
            <a:endParaRPr sz="1200">
              <a:solidFill>
                <a:schemeClr val="dk1"/>
              </a:solidFill>
              <a:latin typeface="Arial"/>
              <a:ea typeface="Arial"/>
              <a:cs typeface="Arial"/>
              <a:sym typeface="Arial"/>
            </a:endParaRPr>
          </a:p>
          <a:p>
            <a:pPr indent="0" lvl="0" marL="0" marR="0" rtl="0" algn="ctr">
              <a:spcBef>
                <a:spcPts val="0"/>
              </a:spcBef>
              <a:spcAft>
                <a:spcPts val="0"/>
              </a:spcAft>
              <a:buNone/>
            </a:pPr>
            <a:r>
              <a:rPr lang="ja-JP" sz="1200">
                <a:solidFill>
                  <a:schemeClr val="dk1"/>
                </a:solidFill>
                <a:latin typeface="Arial"/>
                <a:ea typeface="Arial"/>
                <a:cs typeface="Arial"/>
                <a:sym typeface="Arial"/>
              </a:rPr>
              <a:t>(IT)</a:t>
            </a:r>
            <a:endParaRPr sz="1200">
              <a:solidFill>
                <a:schemeClr val="dk1"/>
              </a:solidFill>
              <a:latin typeface="Arial"/>
              <a:ea typeface="Arial"/>
              <a:cs typeface="Arial"/>
              <a:sym typeface="Arial"/>
            </a:endParaRPr>
          </a:p>
        </p:txBody>
      </p:sp>
      <p:sp>
        <p:nvSpPr>
          <p:cNvPr id="1596" name="Google Shape;1596;p32"/>
          <p:cNvSpPr/>
          <p:nvPr/>
        </p:nvSpPr>
        <p:spPr>
          <a:xfrm>
            <a:off x="5405908" y="3888000"/>
            <a:ext cx="846000" cy="792000"/>
          </a:xfrm>
          <a:prstGeom prst="homePlate">
            <a:avLst>
              <a:gd fmla="val 6373" name="adj"/>
            </a:avLst>
          </a:prstGeom>
          <a:solidFill>
            <a:srgbClr val="FBE4D4"/>
          </a:solidFill>
          <a:ln cap="flat" cmpd="sng" w="12700">
            <a:solidFill>
              <a:schemeClr val="accent2"/>
            </a:solidFill>
            <a:prstDash val="solid"/>
            <a:miter lim="800000"/>
            <a:headEnd len="sm" w="sm" type="none"/>
            <a:tailEnd len="sm" w="sm" type="none"/>
          </a:ln>
        </p:spPr>
        <p:txBody>
          <a:bodyPr anchorCtr="0" anchor="ctr" bIns="45700" lIns="46800" spcFirstLastPara="1" rIns="91425" wrap="square" tIns="45700">
            <a:noAutofit/>
          </a:bodyPr>
          <a:lstStyle/>
          <a:p>
            <a:pPr indent="0" lvl="0" marL="0" marR="0" rtl="0" algn="ctr">
              <a:spcBef>
                <a:spcPts val="0"/>
              </a:spcBef>
              <a:spcAft>
                <a:spcPts val="0"/>
              </a:spcAft>
              <a:buNone/>
            </a:pPr>
            <a:r>
              <a:rPr lang="ja-JP" sz="1200">
                <a:solidFill>
                  <a:schemeClr val="dk1"/>
                </a:solidFill>
                <a:latin typeface="Arial"/>
                <a:ea typeface="Arial"/>
                <a:cs typeface="Arial"/>
                <a:sym typeface="Arial"/>
              </a:rPr>
              <a:t>ﾌﾟﾛｸﾞﾗﾐﾝｸﾞ</a:t>
            </a:r>
            <a:endParaRPr sz="1200">
              <a:solidFill>
                <a:schemeClr val="dk1"/>
              </a:solidFill>
              <a:latin typeface="Arial"/>
              <a:ea typeface="Arial"/>
              <a:cs typeface="Arial"/>
              <a:sym typeface="Arial"/>
            </a:endParaRPr>
          </a:p>
          <a:p>
            <a:pPr indent="0" lvl="0" marL="0" marR="0" rtl="0" algn="ctr">
              <a:spcBef>
                <a:spcPts val="0"/>
              </a:spcBef>
              <a:spcAft>
                <a:spcPts val="0"/>
              </a:spcAft>
              <a:buNone/>
            </a:pPr>
            <a:r>
              <a:t/>
            </a:r>
            <a:endParaRPr sz="1200">
              <a:solidFill>
                <a:schemeClr val="dk1"/>
              </a:solidFill>
              <a:latin typeface="Arial"/>
              <a:ea typeface="Arial"/>
              <a:cs typeface="Arial"/>
              <a:sym typeface="Arial"/>
            </a:endParaRPr>
          </a:p>
          <a:p>
            <a:pPr indent="0" lvl="0" marL="0" marR="0" rtl="0" algn="ctr">
              <a:spcBef>
                <a:spcPts val="0"/>
              </a:spcBef>
              <a:spcAft>
                <a:spcPts val="0"/>
              </a:spcAft>
              <a:buNone/>
            </a:pPr>
            <a:r>
              <a:t/>
            </a:r>
            <a:endParaRPr sz="1200">
              <a:solidFill>
                <a:schemeClr val="dk1"/>
              </a:solidFill>
              <a:latin typeface="Arial"/>
              <a:ea typeface="Arial"/>
              <a:cs typeface="Arial"/>
              <a:sym typeface="Arial"/>
            </a:endParaRPr>
          </a:p>
          <a:p>
            <a:pPr indent="0" lvl="0" marL="0" marR="0" rtl="0" algn="ctr">
              <a:spcBef>
                <a:spcPts val="0"/>
              </a:spcBef>
              <a:spcAft>
                <a:spcPts val="0"/>
              </a:spcAft>
              <a:buNone/>
            </a:pPr>
            <a:r>
              <a:rPr lang="ja-JP" sz="1200">
                <a:solidFill>
                  <a:schemeClr val="dk1"/>
                </a:solidFill>
                <a:latin typeface="Arial"/>
                <a:ea typeface="Arial"/>
                <a:cs typeface="Arial"/>
                <a:sym typeface="Arial"/>
              </a:rPr>
              <a:t>(PS/PG/PT)</a:t>
            </a:r>
            <a:endParaRPr sz="1200">
              <a:solidFill>
                <a:schemeClr val="dk1"/>
              </a:solidFill>
              <a:latin typeface="Arial"/>
              <a:ea typeface="Arial"/>
              <a:cs typeface="Arial"/>
              <a:sym typeface="Arial"/>
            </a:endParaRPr>
          </a:p>
        </p:txBody>
      </p:sp>
      <p:sp>
        <p:nvSpPr>
          <p:cNvPr id="1597" name="Google Shape;1597;p32"/>
          <p:cNvSpPr/>
          <p:nvPr/>
        </p:nvSpPr>
        <p:spPr>
          <a:xfrm>
            <a:off x="4771017" y="3888000"/>
            <a:ext cx="630000" cy="792000"/>
          </a:xfrm>
          <a:prstGeom prst="homePlate">
            <a:avLst>
              <a:gd fmla="val 7514" name="adj"/>
            </a:avLst>
          </a:prstGeom>
          <a:solidFill>
            <a:srgbClr val="FBE4D4"/>
          </a:solidFill>
          <a:ln cap="flat" cmpd="sng" w="12700">
            <a:solidFill>
              <a:schemeClr val="accent2"/>
            </a:solidFill>
            <a:prstDash val="solid"/>
            <a:miter lim="800000"/>
            <a:headEnd len="sm" w="sm" type="none"/>
            <a:tailEnd len="sm" w="sm" type="none"/>
          </a:ln>
        </p:spPr>
        <p:txBody>
          <a:bodyPr anchorCtr="0" anchor="ctr" bIns="45700" lIns="46800" spcFirstLastPara="1" rIns="91425" wrap="square" tIns="45700">
            <a:noAutofit/>
          </a:bodyPr>
          <a:lstStyle/>
          <a:p>
            <a:pPr indent="0" lvl="0" marL="0" marR="0" rtl="0" algn="ctr">
              <a:spcBef>
                <a:spcPts val="0"/>
              </a:spcBef>
              <a:spcAft>
                <a:spcPts val="0"/>
              </a:spcAft>
              <a:buNone/>
            </a:pPr>
            <a:r>
              <a:rPr lang="ja-JP" sz="1200">
                <a:solidFill>
                  <a:schemeClr val="dk1"/>
                </a:solidFill>
                <a:latin typeface="Arial"/>
                <a:ea typeface="Arial"/>
                <a:cs typeface="Arial"/>
                <a:sym typeface="Arial"/>
              </a:rPr>
              <a:t>ｼｽﾃﾑ</a:t>
            </a:r>
            <a:endParaRPr sz="1200">
              <a:solidFill>
                <a:schemeClr val="dk1"/>
              </a:solidFill>
              <a:latin typeface="Arial"/>
              <a:ea typeface="Arial"/>
              <a:cs typeface="Arial"/>
              <a:sym typeface="Arial"/>
            </a:endParaRPr>
          </a:p>
          <a:p>
            <a:pPr indent="0" lvl="0" marL="0" marR="0" rtl="0" algn="ctr">
              <a:spcBef>
                <a:spcPts val="0"/>
              </a:spcBef>
              <a:spcAft>
                <a:spcPts val="0"/>
              </a:spcAft>
              <a:buNone/>
            </a:pPr>
            <a:r>
              <a:rPr lang="ja-JP" sz="1200">
                <a:solidFill>
                  <a:schemeClr val="dk1"/>
                </a:solidFill>
                <a:latin typeface="Arial"/>
                <a:ea typeface="Arial"/>
                <a:cs typeface="Arial"/>
                <a:sym typeface="Arial"/>
              </a:rPr>
              <a:t>構造</a:t>
            </a:r>
            <a:endParaRPr sz="1200">
              <a:solidFill>
                <a:schemeClr val="dk1"/>
              </a:solidFill>
              <a:latin typeface="Arial"/>
              <a:ea typeface="Arial"/>
              <a:cs typeface="Arial"/>
              <a:sym typeface="Arial"/>
            </a:endParaRPr>
          </a:p>
          <a:p>
            <a:pPr indent="0" lvl="0" marL="0" marR="0" rtl="0" algn="ctr">
              <a:spcBef>
                <a:spcPts val="0"/>
              </a:spcBef>
              <a:spcAft>
                <a:spcPts val="0"/>
              </a:spcAft>
              <a:buNone/>
            </a:pPr>
            <a:r>
              <a:rPr lang="ja-JP" sz="1200">
                <a:solidFill>
                  <a:schemeClr val="dk1"/>
                </a:solidFill>
                <a:latin typeface="Arial"/>
                <a:ea typeface="Arial"/>
                <a:cs typeface="Arial"/>
                <a:sym typeface="Arial"/>
              </a:rPr>
              <a:t>設計</a:t>
            </a:r>
            <a:endParaRPr sz="1200">
              <a:solidFill>
                <a:schemeClr val="dk1"/>
              </a:solidFill>
              <a:latin typeface="Arial"/>
              <a:ea typeface="Arial"/>
              <a:cs typeface="Arial"/>
              <a:sym typeface="Arial"/>
            </a:endParaRPr>
          </a:p>
          <a:p>
            <a:pPr indent="0" lvl="0" marL="0" marR="0" rtl="0" algn="ctr">
              <a:spcBef>
                <a:spcPts val="0"/>
              </a:spcBef>
              <a:spcAft>
                <a:spcPts val="0"/>
              </a:spcAft>
              <a:buNone/>
            </a:pPr>
            <a:r>
              <a:rPr lang="ja-JP" sz="1200">
                <a:solidFill>
                  <a:schemeClr val="dk1"/>
                </a:solidFill>
                <a:latin typeface="Arial"/>
                <a:ea typeface="Arial"/>
                <a:cs typeface="Arial"/>
                <a:sym typeface="Arial"/>
              </a:rPr>
              <a:t>(SS)</a:t>
            </a:r>
            <a:endParaRPr sz="1200">
              <a:solidFill>
                <a:schemeClr val="dk1"/>
              </a:solidFill>
              <a:latin typeface="Arial"/>
              <a:ea typeface="Arial"/>
              <a:cs typeface="Arial"/>
              <a:sym typeface="Arial"/>
            </a:endParaRPr>
          </a:p>
        </p:txBody>
      </p:sp>
      <p:sp>
        <p:nvSpPr>
          <p:cNvPr id="1598" name="Google Shape;1598;p32"/>
          <p:cNvSpPr/>
          <p:nvPr/>
        </p:nvSpPr>
        <p:spPr>
          <a:xfrm>
            <a:off x="4136126" y="3888000"/>
            <a:ext cx="630000" cy="792000"/>
          </a:xfrm>
          <a:prstGeom prst="homePlate">
            <a:avLst>
              <a:gd fmla="val 8186" name="adj"/>
            </a:avLst>
          </a:prstGeom>
          <a:solidFill>
            <a:srgbClr val="FBE4D4"/>
          </a:solidFill>
          <a:ln cap="flat" cmpd="sng" w="12700">
            <a:solidFill>
              <a:schemeClr val="accent2"/>
            </a:solidFill>
            <a:prstDash val="solid"/>
            <a:miter lim="800000"/>
            <a:headEnd len="sm" w="sm" type="none"/>
            <a:tailEnd len="sm" w="sm" type="none"/>
          </a:ln>
        </p:spPr>
        <p:txBody>
          <a:bodyPr anchorCtr="0" anchor="ctr" bIns="45700" lIns="46800" spcFirstLastPara="1" rIns="91425" wrap="square" tIns="45700">
            <a:noAutofit/>
          </a:bodyPr>
          <a:lstStyle/>
          <a:p>
            <a:pPr indent="0" lvl="0" marL="0" marR="0" rtl="0" algn="ctr">
              <a:spcBef>
                <a:spcPts val="0"/>
              </a:spcBef>
              <a:spcAft>
                <a:spcPts val="0"/>
              </a:spcAft>
              <a:buNone/>
            </a:pPr>
            <a:r>
              <a:rPr lang="ja-JP" sz="1200">
                <a:solidFill>
                  <a:schemeClr val="dk1"/>
                </a:solidFill>
                <a:latin typeface="Arial"/>
                <a:ea typeface="Arial"/>
                <a:cs typeface="Arial"/>
                <a:sym typeface="Arial"/>
              </a:rPr>
              <a:t>ﾕｰｻﾞ</a:t>
            </a:r>
            <a:endParaRPr sz="1200">
              <a:solidFill>
                <a:schemeClr val="dk1"/>
              </a:solidFill>
              <a:latin typeface="Arial"/>
              <a:ea typeface="Arial"/>
              <a:cs typeface="Arial"/>
              <a:sym typeface="Arial"/>
            </a:endParaRPr>
          </a:p>
          <a:p>
            <a:pPr indent="0" lvl="0" marL="0" marR="0" rtl="0" algn="ctr">
              <a:spcBef>
                <a:spcPts val="0"/>
              </a:spcBef>
              <a:spcAft>
                <a:spcPts val="0"/>
              </a:spcAft>
              <a:buNone/>
            </a:pPr>
            <a:r>
              <a:rPr lang="ja-JP" sz="1200">
                <a:solidFill>
                  <a:schemeClr val="dk1"/>
                </a:solidFill>
                <a:latin typeface="Arial"/>
                <a:ea typeface="Arial"/>
                <a:cs typeface="Arial"/>
                <a:sym typeface="Arial"/>
              </a:rPr>
              <a:t>ｲﾝﾀﾌｪｰｽ</a:t>
            </a:r>
            <a:endParaRPr sz="1200">
              <a:solidFill>
                <a:schemeClr val="dk1"/>
              </a:solidFill>
              <a:latin typeface="Arial"/>
              <a:ea typeface="Arial"/>
              <a:cs typeface="Arial"/>
              <a:sym typeface="Arial"/>
            </a:endParaRPr>
          </a:p>
          <a:p>
            <a:pPr indent="0" lvl="0" marL="0" marR="0" rtl="0" algn="ctr">
              <a:spcBef>
                <a:spcPts val="0"/>
              </a:spcBef>
              <a:spcAft>
                <a:spcPts val="0"/>
              </a:spcAft>
              <a:buNone/>
            </a:pPr>
            <a:r>
              <a:rPr lang="ja-JP" sz="1200">
                <a:solidFill>
                  <a:schemeClr val="dk1"/>
                </a:solidFill>
                <a:latin typeface="Arial"/>
                <a:ea typeface="Arial"/>
                <a:cs typeface="Arial"/>
                <a:sym typeface="Arial"/>
              </a:rPr>
              <a:t>設計</a:t>
            </a:r>
            <a:endParaRPr sz="1200">
              <a:solidFill>
                <a:schemeClr val="dk1"/>
              </a:solidFill>
              <a:latin typeface="Arial"/>
              <a:ea typeface="Arial"/>
              <a:cs typeface="Arial"/>
              <a:sym typeface="Arial"/>
            </a:endParaRPr>
          </a:p>
          <a:p>
            <a:pPr indent="0" lvl="0" marL="0" marR="0" rtl="0" algn="ctr">
              <a:spcBef>
                <a:spcPts val="0"/>
              </a:spcBef>
              <a:spcAft>
                <a:spcPts val="0"/>
              </a:spcAft>
              <a:buNone/>
            </a:pPr>
            <a:r>
              <a:rPr lang="ja-JP" sz="1200">
                <a:solidFill>
                  <a:schemeClr val="dk1"/>
                </a:solidFill>
                <a:latin typeface="Arial"/>
                <a:ea typeface="Arial"/>
                <a:cs typeface="Arial"/>
                <a:sym typeface="Arial"/>
              </a:rPr>
              <a:t>(UI)</a:t>
            </a:r>
            <a:endParaRPr sz="1200">
              <a:solidFill>
                <a:schemeClr val="dk1"/>
              </a:solidFill>
              <a:latin typeface="Arial"/>
              <a:ea typeface="Arial"/>
              <a:cs typeface="Arial"/>
              <a:sym typeface="Arial"/>
            </a:endParaRPr>
          </a:p>
        </p:txBody>
      </p:sp>
      <p:sp>
        <p:nvSpPr>
          <p:cNvPr id="1599" name="Google Shape;1599;p32"/>
          <p:cNvSpPr/>
          <p:nvPr/>
        </p:nvSpPr>
        <p:spPr>
          <a:xfrm>
            <a:off x="3717235" y="3888000"/>
            <a:ext cx="414000" cy="792000"/>
          </a:xfrm>
          <a:prstGeom prst="homePlate">
            <a:avLst>
              <a:gd fmla="val 11546" name="adj"/>
            </a:avLst>
          </a:prstGeom>
          <a:solidFill>
            <a:srgbClr val="FBE4D4"/>
          </a:solidFill>
          <a:ln cap="flat" cmpd="sng" w="12700">
            <a:solidFill>
              <a:schemeClr val="accent2"/>
            </a:solidFill>
            <a:prstDash val="solid"/>
            <a:miter lim="800000"/>
            <a:headEnd len="sm" w="sm" type="none"/>
            <a:tailEnd len="sm" w="sm" type="none"/>
          </a:ln>
        </p:spPr>
        <p:txBody>
          <a:bodyPr anchorCtr="0" anchor="ctr" bIns="45700" lIns="46800" spcFirstLastPara="1" rIns="91425" wrap="square" tIns="45700">
            <a:noAutofit/>
          </a:bodyPr>
          <a:lstStyle/>
          <a:p>
            <a:pPr indent="0" lvl="0" marL="0" marR="0" rtl="0" algn="ctr">
              <a:spcBef>
                <a:spcPts val="0"/>
              </a:spcBef>
              <a:spcAft>
                <a:spcPts val="0"/>
              </a:spcAft>
              <a:buNone/>
            </a:pPr>
            <a:r>
              <a:rPr lang="ja-JP" sz="1200">
                <a:solidFill>
                  <a:schemeClr val="dk1"/>
                </a:solidFill>
                <a:latin typeface="Arial"/>
                <a:ea typeface="Arial"/>
                <a:cs typeface="Arial"/>
                <a:sym typeface="Arial"/>
              </a:rPr>
              <a:t>ｼｽﾃﾑ</a:t>
            </a:r>
            <a:endParaRPr sz="1200">
              <a:solidFill>
                <a:schemeClr val="dk1"/>
              </a:solidFill>
              <a:latin typeface="Arial"/>
              <a:ea typeface="Arial"/>
              <a:cs typeface="Arial"/>
              <a:sym typeface="Arial"/>
            </a:endParaRPr>
          </a:p>
          <a:p>
            <a:pPr indent="0" lvl="0" marL="0" marR="0" rtl="0" algn="ctr">
              <a:spcBef>
                <a:spcPts val="0"/>
              </a:spcBef>
              <a:spcAft>
                <a:spcPts val="0"/>
              </a:spcAft>
              <a:buNone/>
            </a:pPr>
            <a:r>
              <a:rPr lang="ja-JP" sz="1200">
                <a:solidFill>
                  <a:schemeClr val="dk1"/>
                </a:solidFill>
                <a:latin typeface="Arial"/>
                <a:ea typeface="Arial"/>
                <a:cs typeface="Arial"/>
                <a:sym typeface="Arial"/>
              </a:rPr>
              <a:t>方式</a:t>
            </a:r>
            <a:endParaRPr sz="1200">
              <a:solidFill>
                <a:schemeClr val="dk1"/>
              </a:solidFill>
              <a:latin typeface="Arial"/>
              <a:ea typeface="Arial"/>
              <a:cs typeface="Arial"/>
              <a:sym typeface="Arial"/>
            </a:endParaRPr>
          </a:p>
          <a:p>
            <a:pPr indent="0" lvl="0" marL="0" marR="0" rtl="0" algn="ctr">
              <a:spcBef>
                <a:spcPts val="0"/>
              </a:spcBef>
              <a:spcAft>
                <a:spcPts val="0"/>
              </a:spcAft>
              <a:buNone/>
            </a:pPr>
            <a:r>
              <a:rPr lang="ja-JP" sz="1200">
                <a:solidFill>
                  <a:schemeClr val="dk1"/>
                </a:solidFill>
                <a:latin typeface="Arial"/>
                <a:ea typeface="Arial"/>
                <a:cs typeface="Arial"/>
                <a:sym typeface="Arial"/>
              </a:rPr>
              <a:t>設計</a:t>
            </a:r>
            <a:endParaRPr sz="1200">
              <a:solidFill>
                <a:schemeClr val="dk1"/>
              </a:solidFill>
              <a:latin typeface="Arial"/>
              <a:ea typeface="Arial"/>
              <a:cs typeface="Arial"/>
              <a:sym typeface="Arial"/>
            </a:endParaRPr>
          </a:p>
          <a:p>
            <a:pPr indent="0" lvl="0" marL="0" marR="0" rtl="0" algn="ctr">
              <a:spcBef>
                <a:spcPts val="0"/>
              </a:spcBef>
              <a:spcAft>
                <a:spcPts val="0"/>
              </a:spcAft>
              <a:buNone/>
            </a:pPr>
            <a:r>
              <a:rPr lang="ja-JP" sz="1200">
                <a:solidFill>
                  <a:schemeClr val="dk1"/>
                </a:solidFill>
                <a:latin typeface="Arial"/>
                <a:ea typeface="Arial"/>
                <a:cs typeface="Arial"/>
                <a:sym typeface="Arial"/>
              </a:rPr>
              <a:t>(SA)</a:t>
            </a:r>
            <a:endParaRPr sz="1200">
              <a:solidFill>
                <a:schemeClr val="dk1"/>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4" name="Shape 1604"/>
        <p:cNvGrpSpPr/>
        <p:nvPr/>
      </p:nvGrpSpPr>
      <p:grpSpPr>
        <a:xfrm>
          <a:off x="0" y="0"/>
          <a:ext cx="0" cy="0"/>
          <a:chOff x="0" y="0"/>
          <a:chExt cx="0" cy="0"/>
        </a:xfrm>
      </p:grpSpPr>
      <p:graphicFrame>
        <p:nvGraphicFramePr>
          <p:cNvPr id="1605" name="Google Shape;1605;p33"/>
          <p:cNvGraphicFramePr/>
          <p:nvPr/>
        </p:nvGraphicFramePr>
        <p:xfrm>
          <a:off x="108000" y="864000"/>
          <a:ext cx="3000000" cy="3000000"/>
        </p:xfrm>
        <a:graphic>
          <a:graphicData uri="http://schemas.openxmlformats.org/drawingml/2006/table">
            <a:tbl>
              <a:tblPr bandRow="1" firstRow="1">
                <a:noFill/>
                <a:tableStyleId>{323E3909-D12D-49F2-A0F7-1776A2868E15}</a:tableStyleId>
              </a:tblPr>
              <a:tblGrid>
                <a:gridCol w="1057750"/>
                <a:gridCol w="932325"/>
                <a:gridCol w="291425"/>
                <a:gridCol w="287425"/>
                <a:gridCol w="287425"/>
                <a:gridCol w="287425"/>
                <a:gridCol w="287425"/>
                <a:gridCol w="287425"/>
                <a:gridCol w="287425"/>
                <a:gridCol w="287425"/>
                <a:gridCol w="287425"/>
                <a:gridCol w="287425"/>
                <a:gridCol w="287425"/>
                <a:gridCol w="287425"/>
                <a:gridCol w="287425"/>
                <a:gridCol w="287425"/>
                <a:gridCol w="287425"/>
                <a:gridCol w="287425"/>
                <a:gridCol w="287425"/>
                <a:gridCol w="287425"/>
                <a:gridCol w="287425"/>
                <a:gridCol w="287425"/>
                <a:gridCol w="287425"/>
                <a:gridCol w="287425"/>
                <a:gridCol w="287425"/>
                <a:gridCol w="287425"/>
              </a:tblGrid>
              <a:tr h="179700">
                <a:tc gridSpan="2" rowSpan="2">
                  <a:txBody>
                    <a:bodyPr/>
                    <a:lstStyle/>
                    <a:p>
                      <a:pPr indent="0" lvl="0" marL="0" marR="0" rtl="0" algn="l">
                        <a:spcBef>
                          <a:spcPts val="0"/>
                        </a:spcBef>
                        <a:spcAft>
                          <a:spcPts val="0"/>
                        </a:spcAft>
                        <a:buNone/>
                      </a:pPr>
                      <a:r>
                        <a:t/>
                      </a:r>
                      <a:endParaRPr b="1" sz="1400">
                        <a:solidFill>
                          <a:schemeClr val="lt1"/>
                        </a:solidFill>
                        <a:latin typeface="Arial"/>
                        <a:ea typeface="Arial"/>
                        <a:cs typeface="Arial"/>
                        <a:sym typeface="Arial"/>
                      </a:endParaRPr>
                    </a:p>
                  </a:txBody>
                  <a:tcPr marT="36000" marB="36000"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c rowSpan="2" hMerge="1"/>
                <a:tc gridSpan="6">
                  <a:txBody>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2020年度</a:t>
                      </a:r>
                      <a:endParaRPr/>
                    </a:p>
                  </a:txBody>
                  <a:tcPr marT="45725" marB="45725" marR="36000" marL="36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c hMerge="1"/>
                <a:tc hMerge="1"/>
                <a:tc hMerge="1"/>
                <a:tc hMerge="1"/>
                <a:tc hMerge="1"/>
                <a:tc gridSpan="12">
                  <a:txBody>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2021年度</a:t>
                      </a:r>
                      <a:endParaRPr/>
                    </a:p>
                  </a:txBody>
                  <a:tcPr marT="45725" marB="45725" marR="36000" marL="36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c hMerge="1"/>
                <a:tc hMerge="1"/>
                <a:tc hMerge="1"/>
                <a:tc hMerge="1"/>
                <a:tc hMerge="1"/>
                <a:tc hMerge="1"/>
                <a:tc hMerge="1"/>
                <a:tc hMerge="1"/>
                <a:tc hMerge="1"/>
                <a:tc hMerge="1"/>
                <a:tc hMerge="1"/>
                <a:tc gridSpan="6">
                  <a:txBody>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2022年度</a:t>
                      </a:r>
                      <a:endParaRPr/>
                    </a:p>
                  </a:txBody>
                  <a:tcPr marT="45725" marB="45725" marR="36000" marL="36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c hMerge="1"/>
                <a:tc hMerge="1"/>
                <a:tc hMerge="1"/>
                <a:tc hMerge="1"/>
                <a:tc hMerge="1"/>
              </a:tr>
              <a:tr h="177800">
                <a:tc gridSpan="2" vMerge="1"/>
                <a:tc hMerge="1" vMerge="1"/>
                <a:tc gridSpan="3">
                  <a:txBody>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3Q</a:t>
                      </a:r>
                      <a:endParaRPr b="1" sz="1400">
                        <a:solidFill>
                          <a:schemeClr val="lt1"/>
                        </a:solidFill>
                        <a:latin typeface="Arial"/>
                        <a:ea typeface="Arial"/>
                        <a:cs typeface="Arial"/>
                        <a:sym typeface="Arial"/>
                      </a:endParaRPr>
                    </a:p>
                  </a:txBody>
                  <a:tcPr marT="36000" marB="36000" marR="36000" marL="36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c hMerge="1"/>
                <a:tc hMerge="1"/>
                <a:tc gridSpan="3">
                  <a:txBody>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4Q</a:t>
                      </a:r>
                      <a:endParaRPr b="1" sz="1400">
                        <a:solidFill>
                          <a:schemeClr val="lt1"/>
                        </a:solidFill>
                        <a:latin typeface="Arial"/>
                        <a:ea typeface="Arial"/>
                        <a:cs typeface="Arial"/>
                        <a:sym typeface="Arial"/>
                      </a:endParaRPr>
                    </a:p>
                  </a:txBody>
                  <a:tcPr marT="36000" marB="36000" marR="36000" marL="36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c hMerge="1"/>
                <a:tc hMerge="1"/>
                <a:tc gridSpan="3">
                  <a:txBody>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1Q</a:t>
                      </a:r>
                      <a:endParaRPr b="1" sz="1400">
                        <a:solidFill>
                          <a:schemeClr val="lt1"/>
                        </a:solidFill>
                        <a:latin typeface="Arial"/>
                        <a:ea typeface="Arial"/>
                        <a:cs typeface="Arial"/>
                        <a:sym typeface="Arial"/>
                      </a:endParaRPr>
                    </a:p>
                  </a:txBody>
                  <a:tcPr marT="36000" marB="36000" marR="36000" marL="36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c hMerge="1"/>
                <a:tc hMerge="1"/>
                <a:tc gridSpan="3">
                  <a:txBody>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2Q</a:t>
                      </a:r>
                      <a:endParaRPr b="1" sz="1400">
                        <a:solidFill>
                          <a:schemeClr val="lt1"/>
                        </a:solidFill>
                        <a:latin typeface="Arial"/>
                        <a:ea typeface="Arial"/>
                        <a:cs typeface="Arial"/>
                        <a:sym typeface="Arial"/>
                      </a:endParaRPr>
                    </a:p>
                  </a:txBody>
                  <a:tcPr marT="36000" marB="36000" marR="36000" marL="36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c hMerge="1"/>
                <a:tc hMerge="1"/>
                <a:tc gridSpan="3">
                  <a:txBody>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3Q</a:t>
                      </a:r>
                      <a:endParaRPr b="1" sz="1400">
                        <a:solidFill>
                          <a:schemeClr val="lt1"/>
                        </a:solidFill>
                        <a:latin typeface="Arial"/>
                        <a:ea typeface="Arial"/>
                        <a:cs typeface="Arial"/>
                        <a:sym typeface="Arial"/>
                      </a:endParaRPr>
                    </a:p>
                  </a:txBody>
                  <a:tcPr marT="36000" marB="36000" marR="36000" marL="36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c hMerge="1"/>
                <a:tc hMerge="1"/>
                <a:tc gridSpan="3">
                  <a:txBody>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4Q</a:t>
                      </a:r>
                      <a:endParaRPr b="1" sz="1400">
                        <a:solidFill>
                          <a:schemeClr val="lt1"/>
                        </a:solidFill>
                        <a:latin typeface="Arial"/>
                        <a:ea typeface="Arial"/>
                        <a:cs typeface="Arial"/>
                        <a:sym typeface="Arial"/>
                      </a:endParaRPr>
                    </a:p>
                  </a:txBody>
                  <a:tcPr marT="36000" marB="36000" marR="36000" marL="36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c hMerge="1"/>
                <a:tc hMerge="1"/>
                <a:tc gridSpan="3">
                  <a:txBody>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1Q</a:t>
                      </a:r>
                      <a:endParaRPr b="1" sz="1400">
                        <a:solidFill>
                          <a:schemeClr val="lt1"/>
                        </a:solidFill>
                        <a:latin typeface="Arial"/>
                        <a:ea typeface="Arial"/>
                        <a:cs typeface="Arial"/>
                        <a:sym typeface="Arial"/>
                      </a:endParaRPr>
                    </a:p>
                  </a:txBody>
                  <a:tcPr marT="36000" marB="36000" marR="36000" marL="36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c hMerge="1"/>
                <a:tc hMerge="1"/>
                <a:tc gridSpan="3">
                  <a:txBody>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2Q</a:t>
                      </a:r>
                      <a:endParaRPr b="1" sz="1400">
                        <a:solidFill>
                          <a:schemeClr val="lt1"/>
                        </a:solidFill>
                        <a:latin typeface="Arial"/>
                        <a:ea typeface="Arial"/>
                        <a:cs typeface="Arial"/>
                        <a:sym typeface="Arial"/>
                      </a:endParaRPr>
                    </a:p>
                  </a:txBody>
                  <a:tcPr marT="36000" marB="36000" marR="36000" marL="36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c hMerge="1"/>
                <a:tc hMerge="1"/>
              </a:tr>
              <a:tr h="949225">
                <a:tc gridSpan="2">
                  <a:txBody>
                    <a:bodyPr/>
                    <a:lstStyle/>
                    <a:p>
                      <a:pPr indent="0" lvl="0" marL="0" marR="0" rtl="0" algn="l">
                        <a:spcBef>
                          <a:spcPts val="0"/>
                        </a:spcBef>
                        <a:spcAft>
                          <a:spcPts val="0"/>
                        </a:spcAft>
                        <a:buNone/>
                      </a:pPr>
                      <a:r>
                        <a:rPr b="0" lang="ja-JP" sz="1400">
                          <a:latin typeface="Arial"/>
                          <a:ea typeface="Arial"/>
                          <a:cs typeface="Arial"/>
                          <a:sym typeface="Arial"/>
                        </a:rPr>
                        <a:t>工程</a:t>
                      </a:r>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EDEDED"/>
                    </a:solidFill>
                  </a:tcPr>
                </a:tc>
                <a:tc hMerge="1"/>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r>
              <a:tr h="322850">
                <a:tc rowSpan="5">
                  <a:txBody>
                    <a:bodyPr/>
                    <a:lstStyle/>
                    <a:p>
                      <a:pPr indent="0" lvl="0" marL="0" marR="0" rtl="0" algn="l">
                        <a:spcBef>
                          <a:spcPts val="0"/>
                        </a:spcBef>
                        <a:spcAft>
                          <a:spcPts val="0"/>
                        </a:spcAft>
                        <a:buNone/>
                      </a:pPr>
                      <a:r>
                        <a:rPr b="0" lang="ja-JP" sz="1400">
                          <a:latin typeface="Arial"/>
                          <a:ea typeface="Arial"/>
                          <a:cs typeface="Arial"/>
                          <a:sym typeface="Arial"/>
                        </a:rPr>
                        <a:t>システム</a:t>
                      </a:r>
                      <a:endParaRPr b="0" sz="1400">
                        <a:latin typeface="Arial"/>
                        <a:ea typeface="Arial"/>
                        <a:cs typeface="Arial"/>
                        <a:sym typeface="Arial"/>
                      </a:endParaRPr>
                    </a:p>
                    <a:p>
                      <a:pPr indent="0" lvl="0" marL="0" marR="0" rtl="0" algn="l">
                        <a:spcBef>
                          <a:spcPts val="0"/>
                        </a:spcBef>
                        <a:spcAft>
                          <a:spcPts val="0"/>
                        </a:spcAft>
                        <a:buNone/>
                      </a:pPr>
                      <a:r>
                        <a:rPr b="0" lang="ja-JP" sz="1400">
                          <a:latin typeface="Arial"/>
                          <a:ea typeface="Arial"/>
                          <a:cs typeface="Arial"/>
                          <a:sym typeface="Arial"/>
                        </a:rPr>
                        <a:t>エグゼ</a:t>
                      </a:r>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EDEDED"/>
                    </a:solidFill>
                  </a:tcPr>
                </a:tc>
                <a:tc>
                  <a:txBody>
                    <a:bodyPr/>
                    <a:lstStyle/>
                    <a:p>
                      <a:pPr indent="0" lvl="0" marL="0" marR="0" rtl="0" algn="l">
                        <a:spcBef>
                          <a:spcPts val="0"/>
                        </a:spcBef>
                        <a:spcAft>
                          <a:spcPts val="0"/>
                        </a:spcAft>
                        <a:buNone/>
                      </a:pPr>
                      <a:r>
                        <a:rPr b="0" lang="ja-JP" sz="1400">
                          <a:latin typeface="Arial"/>
                          <a:ea typeface="Arial"/>
                          <a:cs typeface="Arial"/>
                          <a:sym typeface="Arial"/>
                        </a:rPr>
                        <a:t>PM</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EDEDED"/>
                    </a:solidFill>
                  </a:tcPr>
                </a:tc>
                <a:tc>
                  <a:txBody>
                    <a:bodyPr/>
                    <a:lstStyle/>
                    <a:p>
                      <a:pPr indent="0" lvl="0" marL="0" marR="0" rtl="0" algn="ctr">
                        <a:spcBef>
                          <a:spcPts val="0"/>
                        </a:spcBef>
                        <a:spcAft>
                          <a:spcPts val="0"/>
                        </a:spcAft>
                        <a:buNone/>
                      </a:pPr>
                      <a:r>
                        <a:rPr lang="ja-JP" sz="1400">
                          <a:latin typeface="Arial"/>
                          <a:ea typeface="Arial"/>
                          <a:cs typeface="Arial"/>
                          <a:sym typeface="Arial"/>
                        </a:rPr>
                        <a:t>1</a:t>
                      </a:r>
                      <a:endParaRPr sz="1400">
                        <a:latin typeface="Arial"/>
                        <a:ea typeface="Arial"/>
                        <a:cs typeface="Arial"/>
                        <a:sym typeface="Arial"/>
                      </a:endParaRPr>
                    </a:p>
                  </a:txBody>
                  <a:tcPr marT="45725" marB="45725" marR="0" marL="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spcBef>
                          <a:spcPts val="0"/>
                        </a:spcBef>
                        <a:spcAft>
                          <a:spcPts val="0"/>
                        </a:spcAft>
                        <a:buNone/>
                      </a:pPr>
                      <a:r>
                        <a:rPr lang="ja-JP" sz="1400">
                          <a:latin typeface="Arial"/>
                          <a:ea typeface="Arial"/>
                          <a:cs typeface="Arial"/>
                          <a:sym typeface="Arial"/>
                        </a:rPr>
                        <a:t>1</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spcBef>
                          <a:spcPts val="0"/>
                        </a:spcBef>
                        <a:spcAft>
                          <a:spcPts val="0"/>
                        </a:spcAft>
                        <a:buNone/>
                      </a:pPr>
                      <a:r>
                        <a:rPr lang="ja-JP" sz="1400">
                          <a:latin typeface="Arial"/>
                          <a:ea typeface="Arial"/>
                          <a:cs typeface="Arial"/>
                          <a:sym typeface="Arial"/>
                        </a:rPr>
                        <a:t>1</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spcBef>
                          <a:spcPts val="0"/>
                        </a:spcBef>
                        <a:spcAft>
                          <a:spcPts val="0"/>
                        </a:spcAft>
                        <a:buNone/>
                      </a:pPr>
                      <a:r>
                        <a:rPr lang="ja-JP" sz="1400">
                          <a:latin typeface="Arial"/>
                          <a:ea typeface="Arial"/>
                          <a:cs typeface="Arial"/>
                          <a:sym typeface="Arial"/>
                        </a:rPr>
                        <a:t>1</a:t>
                      </a:r>
                      <a:endParaRPr sz="1400">
                        <a:latin typeface="Arial"/>
                        <a:ea typeface="Arial"/>
                        <a:cs typeface="Arial"/>
                        <a:sym typeface="Arial"/>
                      </a:endParaRPr>
                    </a:p>
                  </a:txBody>
                  <a:tcPr marT="45725" marB="45725" marR="0" marL="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spcBef>
                          <a:spcPts val="0"/>
                        </a:spcBef>
                        <a:spcAft>
                          <a:spcPts val="0"/>
                        </a:spcAft>
                        <a:buNone/>
                      </a:pPr>
                      <a:r>
                        <a:rPr lang="ja-JP" sz="1400">
                          <a:latin typeface="Arial"/>
                          <a:ea typeface="Arial"/>
                          <a:cs typeface="Arial"/>
                          <a:sym typeface="Arial"/>
                        </a:rPr>
                        <a:t>1</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spcBef>
                          <a:spcPts val="0"/>
                        </a:spcBef>
                        <a:spcAft>
                          <a:spcPts val="0"/>
                        </a:spcAft>
                        <a:buNone/>
                      </a:pPr>
                      <a:r>
                        <a:rPr lang="ja-JP" sz="1400">
                          <a:latin typeface="Arial"/>
                          <a:ea typeface="Arial"/>
                          <a:cs typeface="Arial"/>
                          <a:sym typeface="Arial"/>
                        </a:rPr>
                        <a:t>1</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spcBef>
                          <a:spcPts val="0"/>
                        </a:spcBef>
                        <a:spcAft>
                          <a:spcPts val="0"/>
                        </a:spcAft>
                        <a:buNone/>
                      </a:pPr>
                      <a:r>
                        <a:rPr lang="ja-JP" sz="1400">
                          <a:latin typeface="Arial"/>
                          <a:ea typeface="Arial"/>
                          <a:cs typeface="Arial"/>
                          <a:sym typeface="Arial"/>
                        </a:rPr>
                        <a:t>1</a:t>
                      </a:r>
                      <a:endParaRPr sz="1400">
                        <a:latin typeface="Arial"/>
                        <a:ea typeface="Arial"/>
                        <a:cs typeface="Arial"/>
                        <a:sym typeface="Arial"/>
                      </a:endParaRPr>
                    </a:p>
                  </a:txBody>
                  <a:tcPr marT="45725" marB="45725" marR="0" marL="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spcBef>
                          <a:spcPts val="0"/>
                        </a:spcBef>
                        <a:spcAft>
                          <a:spcPts val="0"/>
                        </a:spcAft>
                        <a:buNone/>
                      </a:pPr>
                      <a:r>
                        <a:rPr lang="ja-JP" sz="1400">
                          <a:latin typeface="Arial"/>
                          <a:ea typeface="Arial"/>
                          <a:cs typeface="Arial"/>
                          <a:sym typeface="Arial"/>
                        </a:rPr>
                        <a:t>1</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spcBef>
                          <a:spcPts val="0"/>
                        </a:spcBef>
                        <a:spcAft>
                          <a:spcPts val="0"/>
                        </a:spcAft>
                        <a:buNone/>
                      </a:pPr>
                      <a:r>
                        <a:rPr lang="ja-JP" sz="1400">
                          <a:latin typeface="Arial"/>
                          <a:ea typeface="Arial"/>
                          <a:cs typeface="Arial"/>
                          <a:sym typeface="Arial"/>
                        </a:rPr>
                        <a:t>1</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spcBef>
                          <a:spcPts val="0"/>
                        </a:spcBef>
                        <a:spcAft>
                          <a:spcPts val="0"/>
                        </a:spcAft>
                        <a:buNone/>
                      </a:pPr>
                      <a:r>
                        <a:rPr lang="ja-JP" sz="1400">
                          <a:latin typeface="Arial"/>
                          <a:ea typeface="Arial"/>
                          <a:cs typeface="Arial"/>
                          <a:sym typeface="Arial"/>
                        </a:rPr>
                        <a:t>1</a:t>
                      </a:r>
                      <a:endParaRPr sz="1400">
                        <a:latin typeface="Arial"/>
                        <a:ea typeface="Arial"/>
                        <a:cs typeface="Arial"/>
                        <a:sym typeface="Arial"/>
                      </a:endParaRPr>
                    </a:p>
                  </a:txBody>
                  <a:tcPr marT="45725" marB="45725" marR="0" marL="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spcBef>
                          <a:spcPts val="0"/>
                        </a:spcBef>
                        <a:spcAft>
                          <a:spcPts val="0"/>
                        </a:spcAft>
                        <a:buNone/>
                      </a:pPr>
                      <a:r>
                        <a:rPr lang="ja-JP" sz="1400">
                          <a:latin typeface="Arial"/>
                          <a:ea typeface="Arial"/>
                          <a:cs typeface="Arial"/>
                          <a:sym typeface="Arial"/>
                        </a:rPr>
                        <a:t>1</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spcBef>
                          <a:spcPts val="0"/>
                        </a:spcBef>
                        <a:spcAft>
                          <a:spcPts val="0"/>
                        </a:spcAft>
                        <a:buNone/>
                      </a:pPr>
                      <a:r>
                        <a:rPr lang="ja-JP" sz="1400">
                          <a:latin typeface="Arial"/>
                          <a:ea typeface="Arial"/>
                          <a:cs typeface="Arial"/>
                          <a:sym typeface="Arial"/>
                        </a:rPr>
                        <a:t>1</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spcBef>
                          <a:spcPts val="0"/>
                        </a:spcBef>
                        <a:spcAft>
                          <a:spcPts val="0"/>
                        </a:spcAft>
                        <a:buNone/>
                      </a:pPr>
                      <a:r>
                        <a:rPr lang="ja-JP" sz="1400">
                          <a:latin typeface="Arial"/>
                          <a:ea typeface="Arial"/>
                          <a:cs typeface="Arial"/>
                          <a:sym typeface="Arial"/>
                        </a:rPr>
                        <a:t>1</a:t>
                      </a:r>
                      <a:endParaRPr sz="1400">
                        <a:latin typeface="Arial"/>
                        <a:ea typeface="Arial"/>
                        <a:cs typeface="Arial"/>
                        <a:sym typeface="Arial"/>
                      </a:endParaRPr>
                    </a:p>
                  </a:txBody>
                  <a:tcPr marT="45725" marB="45725" marR="0" marL="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spcBef>
                          <a:spcPts val="0"/>
                        </a:spcBef>
                        <a:spcAft>
                          <a:spcPts val="0"/>
                        </a:spcAft>
                        <a:buNone/>
                      </a:pPr>
                      <a:r>
                        <a:rPr lang="ja-JP" sz="1400">
                          <a:latin typeface="Arial"/>
                          <a:ea typeface="Arial"/>
                          <a:cs typeface="Arial"/>
                          <a:sym typeface="Arial"/>
                        </a:rPr>
                        <a:t>1</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spcBef>
                          <a:spcPts val="0"/>
                        </a:spcBef>
                        <a:spcAft>
                          <a:spcPts val="0"/>
                        </a:spcAft>
                        <a:buNone/>
                      </a:pPr>
                      <a:r>
                        <a:rPr lang="ja-JP" sz="1400">
                          <a:latin typeface="Arial"/>
                          <a:ea typeface="Arial"/>
                          <a:cs typeface="Arial"/>
                          <a:sym typeface="Arial"/>
                        </a:rPr>
                        <a:t>1</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spcBef>
                          <a:spcPts val="0"/>
                        </a:spcBef>
                        <a:spcAft>
                          <a:spcPts val="0"/>
                        </a:spcAft>
                        <a:buNone/>
                      </a:pPr>
                      <a:r>
                        <a:rPr lang="ja-JP" sz="1400">
                          <a:latin typeface="Arial"/>
                          <a:ea typeface="Arial"/>
                          <a:cs typeface="Arial"/>
                          <a:sym typeface="Arial"/>
                        </a:rPr>
                        <a:t>1</a:t>
                      </a:r>
                      <a:endParaRPr sz="1400">
                        <a:latin typeface="Arial"/>
                        <a:ea typeface="Arial"/>
                        <a:cs typeface="Arial"/>
                        <a:sym typeface="Arial"/>
                      </a:endParaRPr>
                    </a:p>
                  </a:txBody>
                  <a:tcPr marT="45725" marB="45725" marR="0" marL="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spcBef>
                          <a:spcPts val="0"/>
                        </a:spcBef>
                        <a:spcAft>
                          <a:spcPts val="0"/>
                        </a:spcAft>
                        <a:buNone/>
                      </a:pPr>
                      <a:r>
                        <a:rPr lang="ja-JP" sz="1400">
                          <a:latin typeface="Arial"/>
                          <a:ea typeface="Arial"/>
                          <a:cs typeface="Arial"/>
                          <a:sym typeface="Arial"/>
                        </a:rPr>
                        <a:t>1</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spcBef>
                          <a:spcPts val="0"/>
                        </a:spcBef>
                        <a:spcAft>
                          <a:spcPts val="0"/>
                        </a:spcAft>
                        <a:buNone/>
                      </a:pPr>
                      <a:r>
                        <a:rPr lang="ja-JP" sz="1400">
                          <a:latin typeface="Arial"/>
                          <a:ea typeface="Arial"/>
                          <a:cs typeface="Arial"/>
                          <a:sym typeface="Arial"/>
                        </a:rPr>
                        <a:t>1</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spcBef>
                          <a:spcPts val="0"/>
                        </a:spcBef>
                        <a:spcAft>
                          <a:spcPts val="0"/>
                        </a:spcAft>
                        <a:buNone/>
                      </a:pPr>
                      <a:r>
                        <a:rPr lang="ja-JP" sz="1400">
                          <a:latin typeface="Arial"/>
                          <a:ea typeface="Arial"/>
                          <a:cs typeface="Arial"/>
                          <a:sym typeface="Arial"/>
                        </a:rPr>
                        <a:t>1</a:t>
                      </a:r>
                      <a:endParaRPr sz="1400">
                        <a:latin typeface="Arial"/>
                        <a:ea typeface="Arial"/>
                        <a:cs typeface="Arial"/>
                        <a:sym typeface="Arial"/>
                      </a:endParaRPr>
                    </a:p>
                  </a:txBody>
                  <a:tcPr marT="45725" marB="45725" marR="0" marL="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spcBef>
                          <a:spcPts val="0"/>
                        </a:spcBef>
                        <a:spcAft>
                          <a:spcPts val="0"/>
                        </a:spcAft>
                        <a:buNone/>
                      </a:pPr>
                      <a:r>
                        <a:rPr lang="ja-JP" sz="1400">
                          <a:latin typeface="Arial"/>
                          <a:ea typeface="Arial"/>
                          <a:cs typeface="Arial"/>
                          <a:sym typeface="Arial"/>
                        </a:rPr>
                        <a:t>1</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spcBef>
                          <a:spcPts val="0"/>
                        </a:spcBef>
                        <a:spcAft>
                          <a:spcPts val="0"/>
                        </a:spcAft>
                        <a:buNone/>
                      </a:pPr>
                      <a:r>
                        <a:rPr lang="ja-JP" sz="1400">
                          <a:latin typeface="Arial"/>
                          <a:ea typeface="Arial"/>
                          <a:cs typeface="Arial"/>
                          <a:sym typeface="Arial"/>
                        </a:rPr>
                        <a:t>1</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spcBef>
                          <a:spcPts val="0"/>
                        </a:spcBef>
                        <a:spcAft>
                          <a:spcPts val="0"/>
                        </a:spcAft>
                        <a:buNone/>
                      </a:pPr>
                      <a:r>
                        <a:rPr lang="ja-JP" sz="1400">
                          <a:latin typeface="Arial"/>
                          <a:ea typeface="Arial"/>
                          <a:cs typeface="Arial"/>
                          <a:sym typeface="Arial"/>
                        </a:rPr>
                        <a:t>1</a:t>
                      </a:r>
                      <a:endParaRPr sz="1400">
                        <a:latin typeface="Arial"/>
                        <a:ea typeface="Arial"/>
                        <a:cs typeface="Arial"/>
                        <a:sym typeface="Arial"/>
                      </a:endParaRPr>
                    </a:p>
                  </a:txBody>
                  <a:tcPr marT="45725" marB="45725" marR="0" marL="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spcBef>
                          <a:spcPts val="0"/>
                        </a:spcBef>
                        <a:spcAft>
                          <a:spcPts val="0"/>
                        </a:spcAft>
                        <a:buNone/>
                      </a:pPr>
                      <a:r>
                        <a:rPr lang="ja-JP" sz="1400">
                          <a:latin typeface="Arial"/>
                          <a:ea typeface="Arial"/>
                          <a:cs typeface="Arial"/>
                          <a:sym typeface="Arial"/>
                        </a:rPr>
                        <a:t>1</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spcBef>
                          <a:spcPts val="0"/>
                        </a:spcBef>
                        <a:spcAft>
                          <a:spcPts val="0"/>
                        </a:spcAft>
                        <a:buNone/>
                      </a:pPr>
                      <a:r>
                        <a:rPr lang="ja-JP" sz="1400">
                          <a:latin typeface="Arial"/>
                          <a:ea typeface="Arial"/>
                          <a:cs typeface="Arial"/>
                          <a:sym typeface="Arial"/>
                        </a:rPr>
                        <a:t>1</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r>
              <a:tr h="322850">
                <a:tc vMerge="1"/>
                <a:tc>
                  <a:txBody>
                    <a:bodyPr/>
                    <a:lstStyle/>
                    <a:p>
                      <a:pPr indent="0" lvl="0" marL="0" marR="0" rtl="0" algn="l">
                        <a:spcBef>
                          <a:spcPts val="0"/>
                        </a:spcBef>
                        <a:spcAft>
                          <a:spcPts val="0"/>
                        </a:spcAft>
                        <a:buNone/>
                      </a:pPr>
                      <a:r>
                        <a:rPr b="0" lang="ja-JP" sz="1400">
                          <a:latin typeface="Arial"/>
                          <a:ea typeface="Arial"/>
                          <a:cs typeface="Arial"/>
                          <a:sym typeface="Arial"/>
                        </a:rPr>
                        <a:t>PMO</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EDEDED"/>
                    </a:solidFill>
                  </a:tcPr>
                </a:tc>
                <a:tc>
                  <a:txBody>
                    <a:bodyPr/>
                    <a:lstStyle/>
                    <a:p>
                      <a:pPr indent="0" lvl="0" marL="0" marR="0" rtl="0" algn="ctr">
                        <a:spcBef>
                          <a:spcPts val="0"/>
                        </a:spcBef>
                        <a:spcAft>
                          <a:spcPts val="0"/>
                        </a:spcAft>
                        <a:buNone/>
                      </a:pPr>
                      <a:r>
                        <a:rPr lang="ja-JP" sz="1400">
                          <a:latin typeface="Arial"/>
                          <a:ea typeface="Arial"/>
                          <a:cs typeface="Arial"/>
                          <a:sym typeface="Arial"/>
                        </a:rPr>
                        <a:t>2</a:t>
                      </a:r>
                      <a:endParaRPr sz="1400">
                        <a:latin typeface="Arial"/>
                        <a:ea typeface="Arial"/>
                        <a:cs typeface="Arial"/>
                        <a:sym typeface="Arial"/>
                      </a:endParaRPr>
                    </a:p>
                  </a:txBody>
                  <a:tcPr marT="45725" marB="45725" marR="0" marL="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2</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2</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2</a:t>
                      </a:r>
                      <a:endParaRPr sz="1400">
                        <a:latin typeface="Arial"/>
                        <a:ea typeface="Arial"/>
                        <a:cs typeface="Arial"/>
                        <a:sym typeface="Arial"/>
                      </a:endParaRPr>
                    </a:p>
                  </a:txBody>
                  <a:tcPr marT="45725" marB="45725" marR="0" marL="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2</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2</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2</a:t>
                      </a:r>
                      <a:endParaRPr sz="1400">
                        <a:latin typeface="Arial"/>
                        <a:ea typeface="Arial"/>
                        <a:cs typeface="Arial"/>
                        <a:sym typeface="Arial"/>
                      </a:endParaRPr>
                    </a:p>
                  </a:txBody>
                  <a:tcPr marT="45725" marB="45725" marR="0" marL="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2</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2</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2</a:t>
                      </a:r>
                      <a:endParaRPr sz="1400">
                        <a:latin typeface="Arial"/>
                        <a:ea typeface="Arial"/>
                        <a:cs typeface="Arial"/>
                        <a:sym typeface="Arial"/>
                      </a:endParaRPr>
                    </a:p>
                  </a:txBody>
                  <a:tcPr marT="45725" marB="45725" marR="0" marL="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2</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2</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2</a:t>
                      </a:r>
                      <a:endParaRPr sz="1400">
                        <a:latin typeface="Arial"/>
                        <a:ea typeface="Arial"/>
                        <a:cs typeface="Arial"/>
                        <a:sym typeface="Arial"/>
                      </a:endParaRPr>
                    </a:p>
                  </a:txBody>
                  <a:tcPr marT="45725" marB="45725" marR="0" marL="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2</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2</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2</a:t>
                      </a:r>
                      <a:endParaRPr sz="1400">
                        <a:latin typeface="Arial"/>
                        <a:ea typeface="Arial"/>
                        <a:cs typeface="Arial"/>
                        <a:sym typeface="Arial"/>
                      </a:endParaRPr>
                    </a:p>
                  </a:txBody>
                  <a:tcPr marT="45725" marB="45725" marR="0" marL="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2</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2</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2</a:t>
                      </a:r>
                      <a:endParaRPr sz="1400">
                        <a:latin typeface="Arial"/>
                        <a:ea typeface="Arial"/>
                        <a:cs typeface="Arial"/>
                        <a:sym typeface="Arial"/>
                      </a:endParaRPr>
                    </a:p>
                  </a:txBody>
                  <a:tcPr marT="45725" marB="45725" marR="0" marL="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2</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2</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sz="1400">
                        <a:latin typeface="Arial"/>
                        <a:ea typeface="Arial"/>
                        <a:cs typeface="Arial"/>
                        <a:sym typeface="Arial"/>
                      </a:endParaRPr>
                    </a:p>
                  </a:txBody>
                  <a:tcPr marT="45725" marB="45725" marR="0" marL="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r>
              <a:tr h="322850">
                <a:tc vMerge="1"/>
                <a:tc>
                  <a:txBody>
                    <a:bodyPr/>
                    <a:lstStyle/>
                    <a:p>
                      <a:pPr indent="0" lvl="0" marL="0" marR="0" rtl="0" algn="l">
                        <a:spcBef>
                          <a:spcPts val="0"/>
                        </a:spcBef>
                        <a:spcAft>
                          <a:spcPts val="0"/>
                        </a:spcAft>
                        <a:buNone/>
                      </a:pPr>
                      <a:r>
                        <a:rPr b="0" lang="ja-JP" sz="1400">
                          <a:latin typeface="Arial"/>
                          <a:ea typeface="Arial"/>
                          <a:cs typeface="Arial"/>
                          <a:sym typeface="Arial"/>
                        </a:rPr>
                        <a:t>BSE</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EDEDED"/>
                    </a:solidFill>
                  </a:tcPr>
                </a:tc>
                <a:tc>
                  <a:txBody>
                    <a:bodyPr/>
                    <a:lstStyle/>
                    <a:p>
                      <a:pPr indent="0" lvl="0" marL="0" marR="0" rtl="0" algn="ctr">
                        <a:spcBef>
                          <a:spcPts val="0"/>
                        </a:spcBef>
                        <a:spcAft>
                          <a:spcPts val="0"/>
                        </a:spcAft>
                        <a:buNone/>
                      </a:pPr>
                      <a:r>
                        <a:t/>
                      </a:r>
                      <a:endParaRPr sz="1400">
                        <a:latin typeface="Arial"/>
                        <a:ea typeface="Arial"/>
                        <a:cs typeface="Arial"/>
                        <a:sym typeface="Arial"/>
                      </a:endParaRPr>
                    </a:p>
                  </a:txBody>
                  <a:tcPr marT="45725" marB="45725" marR="0" marL="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1</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1</a:t>
                      </a:r>
                      <a:endParaRPr sz="1400">
                        <a:latin typeface="Arial"/>
                        <a:ea typeface="Arial"/>
                        <a:cs typeface="Arial"/>
                        <a:sym typeface="Arial"/>
                      </a:endParaRPr>
                    </a:p>
                  </a:txBody>
                  <a:tcPr marT="45725" marB="45725" marR="0" marL="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1</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1</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1</a:t>
                      </a:r>
                      <a:endParaRPr sz="1400">
                        <a:latin typeface="Arial"/>
                        <a:ea typeface="Arial"/>
                        <a:cs typeface="Arial"/>
                        <a:sym typeface="Arial"/>
                      </a:endParaRPr>
                    </a:p>
                  </a:txBody>
                  <a:tcPr marT="45725" marB="45725" marR="0" marL="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1</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1</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1</a:t>
                      </a:r>
                      <a:endParaRPr sz="1400">
                        <a:latin typeface="Arial"/>
                        <a:ea typeface="Arial"/>
                        <a:cs typeface="Arial"/>
                        <a:sym typeface="Arial"/>
                      </a:endParaRPr>
                    </a:p>
                  </a:txBody>
                  <a:tcPr marT="45725" marB="45725" marR="0" marL="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1</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1</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1</a:t>
                      </a:r>
                      <a:endParaRPr sz="1400">
                        <a:latin typeface="Arial"/>
                        <a:ea typeface="Arial"/>
                        <a:cs typeface="Arial"/>
                        <a:sym typeface="Arial"/>
                      </a:endParaRPr>
                    </a:p>
                  </a:txBody>
                  <a:tcPr marT="45725" marB="45725" marR="0" marL="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1</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1</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sz="1400">
                        <a:latin typeface="Arial"/>
                        <a:ea typeface="Arial"/>
                        <a:cs typeface="Arial"/>
                        <a:sym typeface="Arial"/>
                      </a:endParaRPr>
                    </a:p>
                  </a:txBody>
                  <a:tcPr marT="45725" marB="45725" marR="0" marL="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sz="1400">
                        <a:latin typeface="Arial"/>
                        <a:ea typeface="Arial"/>
                        <a:cs typeface="Arial"/>
                        <a:sym typeface="Arial"/>
                      </a:endParaRPr>
                    </a:p>
                  </a:txBody>
                  <a:tcPr marT="45725" marB="45725" marR="0" marL="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sz="1400">
                        <a:latin typeface="Arial"/>
                        <a:ea typeface="Arial"/>
                        <a:cs typeface="Arial"/>
                        <a:sym typeface="Arial"/>
                      </a:endParaRPr>
                    </a:p>
                  </a:txBody>
                  <a:tcPr marT="45725" marB="45725" marR="0" marL="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r>
              <a:tr h="322850">
                <a:tc vMerge="1"/>
                <a:tc>
                  <a:txBody>
                    <a:bodyPr/>
                    <a:lstStyle/>
                    <a:p>
                      <a:pPr indent="0" lvl="0" marL="0" marR="0" rtl="0" algn="l">
                        <a:spcBef>
                          <a:spcPts val="0"/>
                        </a:spcBef>
                        <a:spcAft>
                          <a:spcPts val="0"/>
                        </a:spcAft>
                        <a:buNone/>
                      </a:pPr>
                      <a:r>
                        <a:rPr b="0" lang="ja-JP" sz="1400">
                          <a:latin typeface="Arial"/>
                          <a:ea typeface="Arial"/>
                          <a:cs typeface="Arial"/>
                          <a:sym typeface="Arial"/>
                        </a:rPr>
                        <a:t>TL</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EDEDED"/>
                    </a:solidFill>
                  </a:tcPr>
                </a:tc>
                <a:tc>
                  <a:txBody>
                    <a:bodyPr/>
                    <a:lstStyle/>
                    <a:p>
                      <a:pPr indent="0" lvl="0" marL="0" marR="0" rtl="0" algn="ctr">
                        <a:spcBef>
                          <a:spcPts val="0"/>
                        </a:spcBef>
                        <a:spcAft>
                          <a:spcPts val="0"/>
                        </a:spcAft>
                        <a:buNone/>
                      </a:pPr>
                      <a:r>
                        <a:rPr lang="ja-JP" sz="1400">
                          <a:latin typeface="Arial"/>
                          <a:ea typeface="Arial"/>
                          <a:cs typeface="Arial"/>
                          <a:sym typeface="Arial"/>
                        </a:rPr>
                        <a:t>3</a:t>
                      </a:r>
                      <a:endParaRPr sz="1400">
                        <a:latin typeface="Arial"/>
                        <a:ea typeface="Arial"/>
                        <a:cs typeface="Arial"/>
                        <a:sym typeface="Arial"/>
                      </a:endParaRPr>
                    </a:p>
                  </a:txBody>
                  <a:tcPr marT="45725" marB="45725" marR="0" marL="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3</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3</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3</a:t>
                      </a:r>
                      <a:endParaRPr sz="1400">
                        <a:latin typeface="Arial"/>
                        <a:ea typeface="Arial"/>
                        <a:cs typeface="Arial"/>
                        <a:sym typeface="Arial"/>
                      </a:endParaRPr>
                    </a:p>
                  </a:txBody>
                  <a:tcPr marT="45725" marB="45725" marR="0" marL="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3</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3</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3</a:t>
                      </a:r>
                      <a:endParaRPr sz="1400">
                        <a:latin typeface="Arial"/>
                        <a:ea typeface="Arial"/>
                        <a:cs typeface="Arial"/>
                        <a:sym typeface="Arial"/>
                      </a:endParaRPr>
                    </a:p>
                  </a:txBody>
                  <a:tcPr marT="45725" marB="45725" marR="0" marL="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3</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3</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3</a:t>
                      </a:r>
                      <a:endParaRPr sz="1400">
                        <a:latin typeface="Arial"/>
                        <a:ea typeface="Arial"/>
                        <a:cs typeface="Arial"/>
                        <a:sym typeface="Arial"/>
                      </a:endParaRPr>
                    </a:p>
                  </a:txBody>
                  <a:tcPr marT="45725" marB="45725" marR="0" marL="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3</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3</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3</a:t>
                      </a:r>
                      <a:endParaRPr sz="1400">
                        <a:latin typeface="Arial"/>
                        <a:ea typeface="Arial"/>
                        <a:cs typeface="Arial"/>
                        <a:sym typeface="Arial"/>
                      </a:endParaRPr>
                    </a:p>
                  </a:txBody>
                  <a:tcPr marT="45725" marB="45725" marR="0" marL="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3</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3</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3</a:t>
                      </a:r>
                      <a:endParaRPr sz="1400">
                        <a:latin typeface="Arial"/>
                        <a:ea typeface="Arial"/>
                        <a:cs typeface="Arial"/>
                        <a:sym typeface="Arial"/>
                      </a:endParaRPr>
                    </a:p>
                  </a:txBody>
                  <a:tcPr marT="45725" marB="45725" marR="0" marL="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3</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3</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3</a:t>
                      </a:r>
                      <a:endParaRPr sz="1400">
                        <a:latin typeface="Arial"/>
                        <a:ea typeface="Arial"/>
                        <a:cs typeface="Arial"/>
                        <a:sym typeface="Arial"/>
                      </a:endParaRPr>
                    </a:p>
                  </a:txBody>
                  <a:tcPr marT="45725" marB="45725" marR="0" marL="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3</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2</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1</a:t>
                      </a:r>
                      <a:endParaRPr sz="1400">
                        <a:latin typeface="Arial"/>
                        <a:ea typeface="Arial"/>
                        <a:cs typeface="Arial"/>
                        <a:sym typeface="Arial"/>
                      </a:endParaRPr>
                    </a:p>
                  </a:txBody>
                  <a:tcPr marT="45725" marB="45725" marR="0" marL="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1</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1</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r>
              <a:tr h="322850">
                <a:tc vMerge="1"/>
                <a:tc>
                  <a:txBody>
                    <a:bodyPr/>
                    <a:lstStyle/>
                    <a:p>
                      <a:pPr indent="0" lvl="0" marL="0" marR="0" rtl="0" algn="l">
                        <a:spcBef>
                          <a:spcPts val="0"/>
                        </a:spcBef>
                        <a:spcAft>
                          <a:spcPts val="0"/>
                        </a:spcAft>
                        <a:buNone/>
                      </a:pPr>
                      <a:r>
                        <a:rPr b="0" lang="ja-JP" sz="1400">
                          <a:latin typeface="Arial"/>
                          <a:ea typeface="Arial"/>
                          <a:cs typeface="Arial"/>
                          <a:sym typeface="Arial"/>
                        </a:rPr>
                        <a:t>SE・PG</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EDEDED"/>
                    </a:solidFill>
                  </a:tcPr>
                </a:tc>
                <a:tc>
                  <a:txBody>
                    <a:bodyPr/>
                    <a:lstStyle/>
                    <a:p>
                      <a:pPr indent="0" lvl="0" marL="0" marR="0" rtl="0" algn="ctr">
                        <a:spcBef>
                          <a:spcPts val="0"/>
                        </a:spcBef>
                        <a:spcAft>
                          <a:spcPts val="0"/>
                        </a:spcAft>
                        <a:buNone/>
                      </a:pPr>
                      <a:r>
                        <a:rPr lang="ja-JP" sz="1400">
                          <a:latin typeface="Arial"/>
                          <a:ea typeface="Arial"/>
                          <a:cs typeface="Arial"/>
                          <a:sym typeface="Arial"/>
                        </a:rPr>
                        <a:t>5</a:t>
                      </a:r>
                      <a:endParaRPr sz="1400">
                        <a:latin typeface="Arial"/>
                        <a:ea typeface="Arial"/>
                        <a:cs typeface="Arial"/>
                        <a:sym typeface="Arial"/>
                      </a:endParaRPr>
                    </a:p>
                  </a:txBody>
                  <a:tcPr marT="45725" marB="45725" marR="0" marL="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6</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6</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6</a:t>
                      </a:r>
                      <a:endParaRPr sz="1400">
                        <a:latin typeface="Arial"/>
                        <a:ea typeface="Arial"/>
                        <a:cs typeface="Arial"/>
                        <a:sym typeface="Arial"/>
                      </a:endParaRPr>
                    </a:p>
                  </a:txBody>
                  <a:tcPr marT="45725" marB="45725" marR="0" marL="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6</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6</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6</a:t>
                      </a:r>
                      <a:endParaRPr sz="1400">
                        <a:latin typeface="Arial"/>
                        <a:ea typeface="Arial"/>
                        <a:cs typeface="Arial"/>
                        <a:sym typeface="Arial"/>
                      </a:endParaRPr>
                    </a:p>
                  </a:txBody>
                  <a:tcPr marT="45725" marB="45725" marR="0" marL="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6</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1</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1</a:t>
                      </a:r>
                      <a:endParaRPr sz="1400">
                        <a:latin typeface="Arial"/>
                        <a:ea typeface="Arial"/>
                        <a:cs typeface="Arial"/>
                        <a:sym typeface="Arial"/>
                      </a:endParaRPr>
                    </a:p>
                  </a:txBody>
                  <a:tcPr marT="45725" marB="45725" marR="0" marL="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1</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1</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3</a:t>
                      </a:r>
                      <a:endParaRPr sz="1400">
                        <a:latin typeface="Arial"/>
                        <a:ea typeface="Arial"/>
                        <a:cs typeface="Arial"/>
                        <a:sym typeface="Arial"/>
                      </a:endParaRPr>
                    </a:p>
                  </a:txBody>
                  <a:tcPr marT="45725" marB="45725" marR="0" marL="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3</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3</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7</a:t>
                      </a:r>
                      <a:endParaRPr sz="1400">
                        <a:latin typeface="Arial"/>
                        <a:ea typeface="Arial"/>
                        <a:cs typeface="Arial"/>
                        <a:sym typeface="Arial"/>
                      </a:endParaRPr>
                    </a:p>
                  </a:txBody>
                  <a:tcPr marT="45725" marB="45725" marR="0" marL="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7</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7</a:t>
                      </a:r>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6</a:t>
                      </a:r>
                      <a:endParaRPr sz="1400">
                        <a:latin typeface="Arial"/>
                        <a:ea typeface="Arial"/>
                        <a:cs typeface="Arial"/>
                        <a:sym typeface="Arial"/>
                      </a:endParaRPr>
                    </a:p>
                  </a:txBody>
                  <a:tcPr marT="45725" marB="45725" marR="0" marL="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6</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7</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2</a:t>
                      </a:r>
                      <a:endParaRPr sz="1400">
                        <a:latin typeface="Arial"/>
                        <a:ea typeface="Arial"/>
                        <a:cs typeface="Arial"/>
                        <a:sym typeface="Arial"/>
                      </a:endParaRPr>
                    </a:p>
                  </a:txBody>
                  <a:tcPr marT="45725" marB="45725" marR="0" marL="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2</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2</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r>
              <a:tr h="322850">
                <a:tc rowSpan="3">
                  <a:txBody>
                    <a:bodyPr/>
                    <a:lstStyle/>
                    <a:p>
                      <a:pPr indent="0" lvl="0" marL="0" marR="0" rtl="0" algn="l">
                        <a:spcBef>
                          <a:spcPts val="0"/>
                        </a:spcBef>
                        <a:spcAft>
                          <a:spcPts val="0"/>
                        </a:spcAft>
                        <a:buNone/>
                      </a:pPr>
                      <a:r>
                        <a:rPr b="0" lang="ja-JP" sz="1400">
                          <a:latin typeface="Arial"/>
                          <a:ea typeface="Arial"/>
                          <a:cs typeface="Arial"/>
                          <a:sym typeface="Arial"/>
                        </a:rPr>
                        <a:t>システム</a:t>
                      </a:r>
                      <a:endParaRPr b="0" sz="1400">
                        <a:latin typeface="Arial"/>
                        <a:ea typeface="Arial"/>
                        <a:cs typeface="Arial"/>
                        <a:sym typeface="Arial"/>
                      </a:endParaRPr>
                    </a:p>
                    <a:p>
                      <a:pPr indent="0" lvl="0" marL="0" marR="0" rtl="0" algn="l">
                        <a:spcBef>
                          <a:spcPts val="0"/>
                        </a:spcBef>
                        <a:spcAft>
                          <a:spcPts val="0"/>
                        </a:spcAft>
                        <a:buNone/>
                      </a:pPr>
                      <a:r>
                        <a:rPr b="0" lang="ja-JP" sz="1400">
                          <a:latin typeface="Arial"/>
                          <a:ea typeface="Arial"/>
                          <a:cs typeface="Arial"/>
                          <a:sym typeface="Arial"/>
                        </a:rPr>
                        <a:t>エグゼ</a:t>
                      </a:r>
                      <a:endParaRPr b="0" sz="1400">
                        <a:latin typeface="Arial"/>
                        <a:ea typeface="Arial"/>
                        <a:cs typeface="Arial"/>
                        <a:sym typeface="Arial"/>
                      </a:endParaRPr>
                    </a:p>
                    <a:p>
                      <a:pPr indent="0" lvl="0" marL="0" marR="0" rtl="0" algn="l">
                        <a:spcBef>
                          <a:spcPts val="0"/>
                        </a:spcBef>
                        <a:spcAft>
                          <a:spcPts val="0"/>
                        </a:spcAft>
                        <a:buNone/>
                      </a:pPr>
                      <a:r>
                        <a:rPr b="0" lang="ja-JP" sz="1400">
                          <a:latin typeface="Arial"/>
                          <a:ea typeface="Arial"/>
                          <a:cs typeface="Arial"/>
                          <a:sym typeface="Arial"/>
                        </a:rPr>
                        <a:t>ベトナム</a:t>
                      </a:r>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EDEDED"/>
                    </a:solidFill>
                  </a:tcPr>
                </a:tc>
                <a:tc>
                  <a:txBody>
                    <a:bodyPr/>
                    <a:lstStyle/>
                    <a:p>
                      <a:pPr indent="0" lvl="0" marL="0" marR="0" rtl="0" algn="l">
                        <a:spcBef>
                          <a:spcPts val="0"/>
                        </a:spcBef>
                        <a:spcAft>
                          <a:spcPts val="0"/>
                        </a:spcAft>
                        <a:buNone/>
                      </a:pPr>
                      <a:r>
                        <a:rPr b="0" lang="ja-JP" sz="1400">
                          <a:latin typeface="Arial"/>
                          <a:ea typeface="Arial"/>
                          <a:cs typeface="Arial"/>
                          <a:sym typeface="Arial"/>
                        </a:rPr>
                        <a:t>BSE</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EDEDED"/>
                    </a:solidFill>
                  </a:tcPr>
                </a:tc>
                <a:tc>
                  <a:txBody>
                    <a:bodyPr/>
                    <a:lstStyle/>
                    <a:p>
                      <a:pPr indent="0" lvl="0" marL="0" marR="0" rtl="0" algn="ctr">
                        <a:spcBef>
                          <a:spcPts val="0"/>
                        </a:spcBef>
                        <a:spcAft>
                          <a:spcPts val="0"/>
                        </a:spcAft>
                        <a:buNone/>
                      </a:pPr>
                      <a:r>
                        <a:t/>
                      </a:r>
                      <a:endParaRPr sz="1400">
                        <a:latin typeface="Arial"/>
                        <a:ea typeface="Arial"/>
                        <a:cs typeface="Arial"/>
                        <a:sym typeface="Arial"/>
                      </a:endParaRPr>
                    </a:p>
                  </a:txBody>
                  <a:tcPr marT="45725" marB="45725" marR="0" marL="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1</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1</a:t>
                      </a:r>
                      <a:endParaRPr sz="1400">
                        <a:latin typeface="Arial"/>
                        <a:ea typeface="Arial"/>
                        <a:cs typeface="Arial"/>
                        <a:sym typeface="Arial"/>
                      </a:endParaRPr>
                    </a:p>
                  </a:txBody>
                  <a:tcPr marT="45725" marB="45725" marR="0" marL="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1</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1</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1</a:t>
                      </a:r>
                      <a:endParaRPr sz="1400">
                        <a:latin typeface="Arial"/>
                        <a:ea typeface="Arial"/>
                        <a:cs typeface="Arial"/>
                        <a:sym typeface="Arial"/>
                      </a:endParaRPr>
                    </a:p>
                  </a:txBody>
                  <a:tcPr marT="45725" marB="45725" marR="0" marL="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1</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1</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1</a:t>
                      </a:r>
                      <a:endParaRPr sz="1400">
                        <a:latin typeface="Arial"/>
                        <a:ea typeface="Arial"/>
                        <a:cs typeface="Arial"/>
                        <a:sym typeface="Arial"/>
                      </a:endParaRPr>
                    </a:p>
                  </a:txBody>
                  <a:tcPr marT="45725" marB="45725" marR="0" marL="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1</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1</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1</a:t>
                      </a:r>
                      <a:endParaRPr sz="1400">
                        <a:latin typeface="Arial"/>
                        <a:ea typeface="Arial"/>
                        <a:cs typeface="Arial"/>
                        <a:sym typeface="Arial"/>
                      </a:endParaRPr>
                    </a:p>
                  </a:txBody>
                  <a:tcPr marT="45725" marB="45725" marR="0" marL="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1</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1</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sz="1400">
                        <a:latin typeface="Arial"/>
                        <a:ea typeface="Arial"/>
                        <a:cs typeface="Arial"/>
                        <a:sym typeface="Arial"/>
                      </a:endParaRPr>
                    </a:p>
                  </a:txBody>
                  <a:tcPr marT="45725" marB="45725" marR="0" marL="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sz="1400">
                        <a:latin typeface="Arial"/>
                        <a:ea typeface="Arial"/>
                        <a:cs typeface="Arial"/>
                        <a:sym typeface="Arial"/>
                      </a:endParaRPr>
                    </a:p>
                  </a:txBody>
                  <a:tcPr marT="45725" marB="45725" marR="0" marL="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sz="1400">
                        <a:latin typeface="Arial"/>
                        <a:ea typeface="Arial"/>
                        <a:cs typeface="Arial"/>
                        <a:sym typeface="Arial"/>
                      </a:endParaRPr>
                    </a:p>
                  </a:txBody>
                  <a:tcPr marT="45725" marB="45725" marR="0" marL="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r>
              <a:tr h="322850">
                <a:tc vMerge="1"/>
                <a:tc>
                  <a:txBody>
                    <a:bodyPr/>
                    <a:lstStyle/>
                    <a:p>
                      <a:pPr indent="0" lvl="0" marL="0" marR="0" rtl="0" algn="l">
                        <a:spcBef>
                          <a:spcPts val="0"/>
                        </a:spcBef>
                        <a:spcAft>
                          <a:spcPts val="0"/>
                        </a:spcAft>
                        <a:buNone/>
                      </a:pPr>
                      <a:r>
                        <a:rPr b="0" lang="ja-JP" sz="1400">
                          <a:latin typeface="Arial"/>
                          <a:ea typeface="Arial"/>
                          <a:cs typeface="Arial"/>
                          <a:sym typeface="Arial"/>
                        </a:rPr>
                        <a:t>TL</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EDEDED"/>
                    </a:solidFill>
                  </a:tcPr>
                </a:tc>
                <a:tc>
                  <a:txBody>
                    <a:bodyPr/>
                    <a:lstStyle/>
                    <a:p>
                      <a:pPr indent="0" lvl="0" marL="0" marR="0" rtl="0" algn="ctr">
                        <a:spcBef>
                          <a:spcPts val="0"/>
                        </a:spcBef>
                        <a:spcAft>
                          <a:spcPts val="0"/>
                        </a:spcAft>
                        <a:buNone/>
                      </a:pPr>
                      <a:r>
                        <a:t/>
                      </a:r>
                      <a:endParaRPr sz="1400">
                        <a:latin typeface="Arial"/>
                        <a:ea typeface="Arial"/>
                        <a:cs typeface="Arial"/>
                        <a:sym typeface="Arial"/>
                      </a:endParaRPr>
                    </a:p>
                  </a:txBody>
                  <a:tcPr marT="45725" marB="45725" marR="0" marL="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3</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3</a:t>
                      </a:r>
                      <a:endParaRPr sz="1400">
                        <a:latin typeface="Arial"/>
                        <a:ea typeface="Arial"/>
                        <a:cs typeface="Arial"/>
                        <a:sym typeface="Arial"/>
                      </a:endParaRPr>
                    </a:p>
                  </a:txBody>
                  <a:tcPr marT="45725" marB="45725" marR="0" marL="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3</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3</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3</a:t>
                      </a:r>
                      <a:endParaRPr sz="1400">
                        <a:latin typeface="Arial"/>
                        <a:ea typeface="Arial"/>
                        <a:cs typeface="Arial"/>
                        <a:sym typeface="Arial"/>
                      </a:endParaRPr>
                    </a:p>
                  </a:txBody>
                  <a:tcPr marT="45725" marB="45725" marR="0" marL="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3</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3</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3</a:t>
                      </a:r>
                      <a:endParaRPr sz="1400">
                        <a:latin typeface="Arial"/>
                        <a:ea typeface="Arial"/>
                        <a:cs typeface="Arial"/>
                        <a:sym typeface="Arial"/>
                      </a:endParaRPr>
                    </a:p>
                  </a:txBody>
                  <a:tcPr marT="45725" marB="45725" marR="0" marL="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3</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3</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3</a:t>
                      </a:r>
                      <a:endParaRPr sz="1400">
                        <a:latin typeface="Arial"/>
                        <a:ea typeface="Arial"/>
                        <a:cs typeface="Arial"/>
                        <a:sym typeface="Arial"/>
                      </a:endParaRPr>
                    </a:p>
                  </a:txBody>
                  <a:tcPr marT="45725" marB="45725" marR="0" marL="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3</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3</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sz="1400">
                        <a:latin typeface="Arial"/>
                        <a:ea typeface="Arial"/>
                        <a:cs typeface="Arial"/>
                        <a:sym typeface="Arial"/>
                      </a:endParaRPr>
                    </a:p>
                  </a:txBody>
                  <a:tcPr marT="45725" marB="45725" marR="0" marL="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sz="1400">
                        <a:latin typeface="Arial"/>
                        <a:ea typeface="Arial"/>
                        <a:cs typeface="Arial"/>
                        <a:sym typeface="Arial"/>
                      </a:endParaRPr>
                    </a:p>
                  </a:txBody>
                  <a:tcPr marT="45725" marB="45725" marR="0" marL="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sz="1400">
                        <a:latin typeface="Arial"/>
                        <a:ea typeface="Arial"/>
                        <a:cs typeface="Arial"/>
                        <a:sym typeface="Arial"/>
                      </a:endParaRPr>
                    </a:p>
                  </a:txBody>
                  <a:tcPr marT="45725" marB="45725" marR="0" marL="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r>
              <a:tr h="322850">
                <a:tc vMerge="1"/>
                <a:tc>
                  <a:txBody>
                    <a:bodyPr/>
                    <a:lstStyle/>
                    <a:p>
                      <a:pPr indent="0" lvl="0" marL="0" marR="0" rtl="0" algn="l">
                        <a:spcBef>
                          <a:spcPts val="0"/>
                        </a:spcBef>
                        <a:spcAft>
                          <a:spcPts val="0"/>
                        </a:spcAft>
                        <a:buNone/>
                      </a:pPr>
                      <a:r>
                        <a:rPr b="0" lang="ja-JP" sz="1400">
                          <a:latin typeface="Arial"/>
                          <a:ea typeface="Arial"/>
                          <a:cs typeface="Arial"/>
                          <a:sym typeface="Arial"/>
                        </a:rPr>
                        <a:t>SE・PG</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EDEDED"/>
                    </a:solidFill>
                  </a:tcPr>
                </a:tc>
                <a:tc>
                  <a:txBody>
                    <a:bodyPr/>
                    <a:lstStyle/>
                    <a:p>
                      <a:pPr indent="0" lvl="0" marL="0" marR="0" rtl="0" algn="ctr">
                        <a:spcBef>
                          <a:spcPts val="0"/>
                        </a:spcBef>
                        <a:spcAft>
                          <a:spcPts val="0"/>
                        </a:spcAft>
                        <a:buNone/>
                      </a:pPr>
                      <a:r>
                        <a:t/>
                      </a:r>
                      <a:endParaRPr sz="1400">
                        <a:latin typeface="Arial"/>
                        <a:ea typeface="Arial"/>
                        <a:cs typeface="Arial"/>
                        <a:sym typeface="Arial"/>
                      </a:endParaRPr>
                    </a:p>
                  </a:txBody>
                  <a:tcPr marT="45725" marB="45725" marR="0" marL="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sz="1400">
                        <a:latin typeface="Arial"/>
                        <a:ea typeface="Arial"/>
                        <a:cs typeface="Arial"/>
                        <a:sym typeface="Arial"/>
                      </a:endParaRPr>
                    </a:p>
                  </a:txBody>
                  <a:tcPr marT="45725" marB="45725" marR="0" marL="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sz="1400">
                        <a:latin typeface="Arial"/>
                        <a:ea typeface="Arial"/>
                        <a:cs typeface="Arial"/>
                        <a:sym typeface="Arial"/>
                      </a:endParaRPr>
                    </a:p>
                  </a:txBody>
                  <a:tcPr marT="45725" marB="45725" marR="0" marL="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2</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10</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10</a:t>
                      </a:r>
                      <a:endParaRPr sz="1400">
                        <a:latin typeface="Arial"/>
                        <a:ea typeface="Arial"/>
                        <a:cs typeface="Arial"/>
                        <a:sym typeface="Arial"/>
                      </a:endParaRPr>
                    </a:p>
                  </a:txBody>
                  <a:tcPr marT="45725" marB="45725" marR="0" marL="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10</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10</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5</a:t>
                      </a:r>
                      <a:endParaRPr sz="1400">
                        <a:latin typeface="Arial"/>
                        <a:ea typeface="Arial"/>
                        <a:cs typeface="Arial"/>
                        <a:sym typeface="Arial"/>
                      </a:endParaRPr>
                    </a:p>
                  </a:txBody>
                  <a:tcPr marT="45725" marB="45725" marR="0" marL="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5</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5</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sz="1400">
                        <a:latin typeface="Arial"/>
                        <a:ea typeface="Arial"/>
                        <a:cs typeface="Arial"/>
                        <a:sym typeface="Arial"/>
                      </a:endParaRPr>
                    </a:p>
                  </a:txBody>
                  <a:tcPr marT="45725" marB="45725" marR="0" marL="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sz="1400">
                        <a:latin typeface="Arial"/>
                        <a:ea typeface="Arial"/>
                        <a:cs typeface="Arial"/>
                        <a:sym typeface="Arial"/>
                      </a:endParaRPr>
                    </a:p>
                  </a:txBody>
                  <a:tcPr marT="45725" marB="45725" marR="0" marL="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sz="1400">
                        <a:latin typeface="Arial"/>
                        <a:ea typeface="Arial"/>
                        <a:cs typeface="Arial"/>
                        <a:sym typeface="Arial"/>
                      </a:endParaRPr>
                    </a:p>
                  </a:txBody>
                  <a:tcPr marT="45725" marB="45725" marR="0" marL="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r>
              <a:tr h="322850">
                <a:tc gridSpan="2">
                  <a:txBody>
                    <a:bodyPr/>
                    <a:lstStyle/>
                    <a:p>
                      <a:pPr indent="0" lvl="0" marL="0" marR="0" rtl="0" algn="l">
                        <a:spcBef>
                          <a:spcPts val="0"/>
                        </a:spcBef>
                        <a:spcAft>
                          <a:spcPts val="0"/>
                        </a:spcAft>
                        <a:buNone/>
                      </a:pPr>
                      <a:r>
                        <a:rPr b="1" lang="ja-JP" sz="1400">
                          <a:latin typeface="Arial"/>
                          <a:ea typeface="Arial"/>
                          <a:cs typeface="Arial"/>
                          <a:sym typeface="Arial"/>
                        </a:rPr>
                        <a:t>計</a:t>
                      </a:r>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EDEDED"/>
                    </a:solidFill>
                  </a:tcPr>
                </a:tc>
                <a:tc hMerge="1"/>
                <a:tc>
                  <a:txBody>
                    <a:bodyPr/>
                    <a:lstStyle/>
                    <a:p>
                      <a:pPr indent="0" lvl="0" marL="0" marR="0" rtl="0" algn="ctr">
                        <a:spcBef>
                          <a:spcPts val="0"/>
                        </a:spcBef>
                        <a:spcAft>
                          <a:spcPts val="0"/>
                        </a:spcAft>
                        <a:buNone/>
                      </a:pPr>
                      <a:r>
                        <a:rPr b="1" lang="ja-JP" sz="1400">
                          <a:latin typeface="Arial"/>
                          <a:ea typeface="Arial"/>
                          <a:cs typeface="Arial"/>
                          <a:sym typeface="Arial"/>
                        </a:rPr>
                        <a:t>11</a:t>
                      </a:r>
                      <a:endParaRPr b="1" sz="1400">
                        <a:latin typeface="Arial"/>
                        <a:ea typeface="Arial"/>
                        <a:cs typeface="Arial"/>
                        <a:sym typeface="Arial"/>
                      </a:endParaRPr>
                    </a:p>
                  </a:txBody>
                  <a:tcPr marT="45725" marB="45725" marR="0" marL="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ja-JP" sz="1400">
                          <a:latin typeface="Arial"/>
                          <a:ea typeface="Arial"/>
                          <a:cs typeface="Arial"/>
                          <a:sym typeface="Arial"/>
                        </a:rPr>
                        <a:t>12</a:t>
                      </a:r>
                      <a:endParaRPr b="1"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ja-JP" sz="1400">
                          <a:latin typeface="Arial"/>
                          <a:ea typeface="Arial"/>
                          <a:cs typeface="Arial"/>
                          <a:sym typeface="Arial"/>
                        </a:rPr>
                        <a:t>17</a:t>
                      </a:r>
                      <a:endParaRPr b="1"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ja-JP" sz="1400">
                          <a:latin typeface="Arial"/>
                          <a:ea typeface="Arial"/>
                          <a:cs typeface="Arial"/>
                          <a:sym typeface="Arial"/>
                        </a:rPr>
                        <a:t>17</a:t>
                      </a:r>
                      <a:endParaRPr b="1" sz="1400">
                        <a:latin typeface="Arial"/>
                        <a:ea typeface="Arial"/>
                        <a:cs typeface="Arial"/>
                        <a:sym typeface="Arial"/>
                      </a:endParaRPr>
                    </a:p>
                  </a:txBody>
                  <a:tcPr marT="45725" marB="45725" marR="0" marL="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ja-JP" sz="1400">
                          <a:latin typeface="Arial"/>
                          <a:ea typeface="Arial"/>
                          <a:cs typeface="Arial"/>
                          <a:sym typeface="Arial"/>
                        </a:rPr>
                        <a:t>17</a:t>
                      </a:r>
                      <a:endParaRPr b="1"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ja-JP" sz="1400">
                          <a:latin typeface="Arial"/>
                          <a:ea typeface="Arial"/>
                          <a:cs typeface="Arial"/>
                          <a:sym typeface="Arial"/>
                        </a:rPr>
                        <a:t>17</a:t>
                      </a:r>
                      <a:endParaRPr b="1"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ja-JP" sz="1400">
                          <a:latin typeface="Arial"/>
                          <a:ea typeface="Arial"/>
                          <a:cs typeface="Arial"/>
                          <a:sym typeface="Arial"/>
                        </a:rPr>
                        <a:t>17</a:t>
                      </a:r>
                      <a:endParaRPr b="1" sz="1400">
                        <a:latin typeface="Arial"/>
                        <a:ea typeface="Arial"/>
                        <a:cs typeface="Arial"/>
                        <a:sym typeface="Arial"/>
                      </a:endParaRPr>
                    </a:p>
                  </a:txBody>
                  <a:tcPr marT="45725" marB="45725" marR="0" marL="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ja-JP" sz="1400">
                          <a:latin typeface="Arial"/>
                          <a:ea typeface="Arial"/>
                          <a:cs typeface="Arial"/>
                          <a:sym typeface="Arial"/>
                        </a:rPr>
                        <a:t>19</a:t>
                      </a:r>
                      <a:endParaRPr b="1"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ja-JP" sz="1400">
                          <a:latin typeface="Arial"/>
                          <a:ea typeface="Arial"/>
                          <a:cs typeface="Arial"/>
                          <a:sym typeface="Arial"/>
                        </a:rPr>
                        <a:t>22</a:t>
                      </a:r>
                      <a:endParaRPr b="1"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ja-JP" sz="1400">
                          <a:latin typeface="Arial"/>
                          <a:ea typeface="Arial"/>
                          <a:cs typeface="Arial"/>
                          <a:sym typeface="Arial"/>
                        </a:rPr>
                        <a:t>22</a:t>
                      </a:r>
                      <a:endParaRPr b="1" sz="1400">
                        <a:latin typeface="Arial"/>
                        <a:ea typeface="Arial"/>
                        <a:cs typeface="Arial"/>
                        <a:sym typeface="Arial"/>
                      </a:endParaRPr>
                    </a:p>
                  </a:txBody>
                  <a:tcPr marT="45725" marB="45725" marR="0" marL="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ja-JP" sz="1400">
                          <a:latin typeface="Arial"/>
                          <a:ea typeface="Arial"/>
                          <a:cs typeface="Arial"/>
                          <a:sym typeface="Arial"/>
                        </a:rPr>
                        <a:t>22</a:t>
                      </a:r>
                      <a:endParaRPr b="1"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ja-JP" sz="1400">
                          <a:latin typeface="Arial"/>
                          <a:ea typeface="Arial"/>
                          <a:cs typeface="Arial"/>
                          <a:sym typeface="Arial"/>
                        </a:rPr>
                        <a:t>22</a:t>
                      </a:r>
                      <a:endParaRPr b="1"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ja-JP" sz="1400">
                          <a:latin typeface="Arial"/>
                          <a:ea typeface="Arial"/>
                          <a:cs typeface="Arial"/>
                          <a:sym typeface="Arial"/>
                        </a:rPr>
                        <a:t>19</a:t>
                      </a:r>
                      <a:endParaRPr b="1" sz="1400">
                        <a:latin typeface="Arial"/>
                        <a:ea typeface="Arial"/>
                        <a:cs typeface="Arial"/>
                        <a:sym typeface="Arial"/>
                      </a:endParaRPr>
                    </a:p>
                  </a:txBody>
                  <a:tcPr marT="45725" marB="45725" marR="0" marL="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ja-JP" sz="1400">
                          <a:latin typeface="Arial"/>
                          <a:ea typeface="Arial"/>
                          <a:cs typeface="Arial"/>
                          <a:sym typeface="Arial"/>
                        </a:rPr>
                        <a:t>19</a:t>
                      </a:r>
                      <a:endParaRPr b="1"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ja-JP" sz="1400">
                          <a:latin typeface="Arial"/>
                          <a:ea typeface="Arial"/>
                          <a:cs typeface="Arial"/>
                          <a:sym typeface="Arial"/>
                        </a:rPr>
                        <a:t>19</a:t>
                      </a:r>
                      <a:endParaRPr b="1"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ja-JP" sz="1400">
                          <a:latin typeface="Arial"/>
                          <a:ea typeface="Arial"/>
                          <a:cs typeface="Arial"/>
                          <a:sym typeface="Arial"/>
                        </a:rPr>
                        <a:t>13</a:t>
                      </a:r>
                      <a:endParaRPr b="1" sz="1400">
                        <a:latin typeface="Arial"/>
                        <a:ea typeface="Arial"/>
                        <a:cs typeface="Arial"/>
                        <a:sym typeface="Arial"/>
                      </a:endParaRPr>
                    </a:p>
                  </a:txBody>
                  <a:tcPr marT="45725" marB="45725" marR="0" marL="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ja-JP" sz="1400">
                          <a:latin typeface="Arial"/>
                          <a:ea typeface="Arial"/>
                          <a:cs typeface="Arial"/>
                          <a:sym typeface="Arial"/>
                        </a:rPr>
                        <a:t>13</a:t>
                      </a:r>
                      <a:endParaRPr b="1"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ja-JP" sz="1400">
                          <a:latin typeface="Arial"/>
                          <a:ea typeface="Arial"/>
                          <a:cs typeface="Arial"/>
                          <a:sym typeface="Arial"/>
                        </a:rPr>
                        <a:t>13</a:t>
                      </a:r>
                      <a:endParaRPr b="1"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ja-JP" sz="1400">
                          <a:latin typeface="Arial"/>
                          <a:ea typeface="Arial"/>
                          <a:cs typeface="Arial"/>
                          <a:sym typeface="Arial"/>
                        </a:rPr>
                        <a:t>12</a:t>
                      </a:r>
                      <a:endParaRPr b="1" sz="1400">
                        <a:latin typeface="Arial"/>
                        <a:ea typeface="Arial"/>
                        <a:cs typeface="Arial"/>
                        <a:sym typeface="Arial"/>
                      </a:endParaRPr>
                    </a:p>
                  </a:txBody>
                  <a:tcPr marT="45725" marB="45725" marR="0" marL="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ja-JP" sz="1400">
                          <a:latin typeface="Arial"/>
                          <a:ea typeface="Arial"/>
                          <a:cs typeface="Arial"/>
                          <a:sym typeface="Arial"/>
                        </a:rPr>
                        <a:t>12</a:t>
                      </a:r>
                      <a:endParaRPr b="1"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ja-JP" sz="1400">
                          <a:latin typeface="Arial"/>
                          <a:ea typeface="Arial"/>
                          <a:cs typeface="Arial"/>
                          <a:sym typeface="Arial"/>
                        </a:rPr>
                        <a:t>12</a:t>
                      </a:r>
                      <a:endParaRPr b="1"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ja-JP" sz="1400">
                          <a:latin typeface="Arial"/>
                          <a:ea typeface="Arial"/>
                          <a:cs typeface="Arial"/>
                          <a:sym typeface="Arial"/>
                        </a:rPr>
                        <a:t>4</a:t>
                      </a:r>
                      <a:endParaRPr b="1" sz="1400">
                        <a:latin typeface="Arial"/>
                        <a:ea typeface="Arial"/>
                        <a:cs typeface="Arial"/>
                        <a:sym typeface="Arial"/>
                      </a:endParaRPr>
                    </a:p>
                  </a:txBody>
                  <a:tcPr marT="45725" marB="45725" marR="0" marL="0" anchor="ctr">
                    <a:lnL cap="flat" cmpd="sng" w="9525">
                      <a:solidFill>
                        <a:srgbClr val="BFBFBF"/>
                      </a:solidFill>
                      <a:prstDash val="solid"/>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ja-JP" sz="1400">
                          <a:latin typeface="Arial"/>
                          <a:ea typeface="Arial"/>
                          <a:cs typeface="Arial"/>
                          <a:sym typeface="Arial"/>
                        </a:rPr>
                        <a:t>4</a:t>
                      </a:r>
                      <a:endParaRPr b="1"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dash"/>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ja-JP" sz="1400">
                          <a:latin typeface="Arial"/>
                          <a:ea typeface="Arial"/>
                          <a:cs typeface="Arial"/>
                          <a:sym typeface="Arial"/>
                        </a:rPr>
                        <a:t>4</a:t>
                      </a:r>
                      <a:endParaRPr b="1" sz="1400">
                        <a:latin typeface="Arial"/>
                        <a:ea typeface="Arial"/>
                        <a:cs typeface="Arial"/>
                        <a:sym typeface="Arial"/>
                      </a:endParaRPr>
                    </a:p>
                  </a:txBody>
                  <a:tcPr marT="45725" marB="45725" marR="0" marL="0" anchor="ctr">
                    <a:lnL cap="flat" cmpd="sng" w="9525">
                      <a:solidFill>
                        <a:srgbClr val="BFBFBF"/>
                      </a:solidFill>
                      <a:prstDash val="dash"/>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r>
            </a:tbl>
          </a:graphicData>
        </a:graphic>
      </p:graphicFrame>
      <p:sp>
        <p:nvSpPr>
          <p:cNvPr id="1606" name="Google Shape;1606;p33"/>
          <p:cNvSpPr txBox="1"/>
          <p:nvPr>
            <p:ph type="title"/>
          </p:nvPr>
        </p:nvSpPr>
        <p:spPr>
          <a:xfrm>
            <a:off x="144000" y="36000"/>
            <a:ext cx="8856000" cy="5760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3000"/>
              <a:buFont typeface="Arial"/>
              <a:buNone/>
            </a:pPr>
            <a:r>
              <a:rPr lang="ja-JP"/>
              <a:t>要員計画</a:t>
            </a:r>
            <a:endParaRPr/>
          </a:p>
        </p:txBody>
      </p:sp>
      <p:sp>
        <p:nvSpPr>
          <p:cNvPr id="1607" name="Google Shape;1607;p33"/>
          <p:cNvSpPr txBox="1"/>
          <p:nvPr>
            <p:ph idx="1" type="body"/>
          </p:nvPr>
        </p:nvSpPr>
        <p:spPr>
          <a:xfrm>
            <a:off x="144000" y="5472000"/>
            <a:ext cx="8856000" cy="900000"/>
          </a:xfrm>
          <a:prstGeom prst="rect">
            <a:avLst/>
          </a:prstGeom>
          <a:noFill/>
          <a:ln>
            <a:noFill/>
          </a:ln>
        </p:spPr>
        <p:txBody>
          <a:bodyPr anchorCtr="0" anchor="b" bIns="45700" lIns="91425" spcFirstLastPara="1" rIns="91425" wrap="square" tIns="45700">
            <a:noAutofit/>
          </a:bodyPr>
          <a:lstStyle/>
          <a:p>
            <a:pPr indent="-228600" lvl="0" marL="228600" rtl="0" algn="l">
              <a:lnSpc>
                <a:spcPct val="100000"/>
              </a:lnSpc>
              <a:spcBef>
                <a:spcPts val="0"/>
              </a:spcBef>
              <a:spcAft>
                <a:spcPts val="0"/>
              </a:spcAft>
              <a:buClr>
                <a:schemeClr val="dk1"/>
              </a:buClr>
              <a:buSzPts val="1200"/>
              <a:buFont typeface="Arial"/>
              <a:buChar char="※"/>
            </a:pPr>
            <a:r>
              <a:rPr lang="ja-JP" sz="1200"/>
              <a:t>全体工期につきましては、JUAS（一般社団法人日本情報システム・ユーザー協会）発行の「ソフトウェアメトリックス2019年版」による統計情報と比較し概ね妥当であることを確認しております。</a:t>
            </a:r>
            <a:endParaRPr sz="1200"/>
          </a:p>
          <a:p>
            <a:pPr indent="-228600" lvl="0" marL="228600" rtl="0" algn="l">
              <a:lnSpc>
                <a:spcPct val="100000"/>
              </a:lnSpc>
              <a:spcBef>
                <a:spcPts val="600"/>
              </a:spcBef>
              <a:spcAft>
                <a:spcPts val="0"/>
              </a:spcAft>
              <a:buClr>
                <a:schemeClr val="dk1"/>
              </a:buClr>
              <a:buSzPts val="1200"/>
              <a:buFont typeface="Arial"/>
              <a:buChar char="※"/>
            </a:pPr>
            <a:r>
              <a:rPr lang="ja-JP" sz="1200"/>
              <a:t>各工程の工期につきましては、IPA（独立行政法人情報処理推進機構）発行の「ソフトウェア開発データ白書 2018-2019」の工程別工期に基づき算出し、要員計画にて実現可能なスケジュールに調整しております。</a:t>
            </a:r>
            <a:endParaRPr sz="1200"/>
          </a:p>
        </p:txBody>
      </p:sp>
      <p:sp>
        <p:nvSpPr>
          <p:cNvPr id="1608" name="Google Shape;1608;p33"/>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ja-JP"/>
              <a:t>Copyright© 2020 SystemEXE,Inc. all rights reserved.</a:t>
            </a:r>
            <a:endParaRPr/>
          </a:p>
        </p:txBody>
      </p:sp>
      <p:sp>
        <p:nvSpPr>
          <p:cNvPr id="1609" name="Google Shape;1609;p33"/>
          <p:cNvSpPr txBox="1"/>
          <p:nvPr>
            <p:ph idx="12" type="sldNum"/>
          </p:nvPr>
        </p:nvSpPr>
        <p:spPr>
          <a:xfrm>
            <a:off x="4212000" y="6500068"/>
            <a:ext cx="720000" cy="288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ja-JP"/>
              <a:t>‹#›</a:t>
            </a:fld>
            <a:endParaRPr/>
          </a:p>
        </p:txBody>
      </p:sp>
      <p:grpSp>
        <p:nvGrpSpPr>
          <p:cNvPr id="1610" name="Google Shape;1610;p33"/>
          <p:cNvGrpSpPr/>
          <p:nvPr/>
        </p:nvGrpSpPr>
        <p:grpSpPr>
          <a:xfrm>
            <a:off x="2100309" y="1512000"/>
            <a:ext cx="6877066" cy="792000"/>
            <a:chOff x="2100309" y="1494533"/>
            <a:chExt cx="6877066" cy="792000"/>
          </a:xfrm>
        </p:grpSpPr>
        <p:sp>
          <p:nvSpPr>
            <p:cNvPr id="1611" name="Google Shape;1611;p33"/>
            <p:cNvSpPr/>
            <p:nvPr/>
          </p:nvSpPr>
          <p:spPr>
            <a:xfrm>
              <a:off x="7699240" y="1494533"/>
              <a:ext cx="414000" cy="792000"/>
            </a:xfrm>
            <a:prstGeom prst="homePlate">
              <a:avLst>
                <a:gd fmla="val 15956" name="adj"/>
              </a:avLst>
            </a:prstGeom>
            <a:solidFill>
              <a:srgbClr val="FBE4D4"/>
            </a:solidFill>
            <a:ln cap="flat" cmpd="sng" w="12700">
              <a:solidFill>
                <a:schemeClr val="accent2"/>
              </a:solidFill>
              <a:prstDash val="solid"/>
              <a:miter lim="800000"/>
              <a:headEnd len="sm" w="sm" type="none"/>
              <a:tailEnd len="sm" w="sm" type="none"/>
            </a:ln>
          </p:spPr>
          <p:txBody>
            <a:bodyPr anchorCtr="0" anchor="ctr" bIns="45700" lIns="46800" spcFirstLastPara="1" rIns="91425" wrap="square" tIns="45700">
              <a:noAutofit/>
            </a:bodyPr>
            <a:lstStyle/>
            <a:p>
              <a:pPr indent="0" lvl="0" marL="0" marR="0" rtl="0" algn="ctr">
                <a:spcBef>
                  <a:spcPts val="0"/>
                </a:spcBef>
                <a:spcAft>
                  <a:spcPts val="0"/>
                </a:spcAft>
                <a:buNone/>
              </a:pPr>
              <a:r>
                <a:rPr lang="ja-JP" sz="1200">
                  <a:solidFill>
                    <a:schemeClr val="dk1"/>
                  </a:solidFill>
                  <a:latin typeface="Arial"/>
                  <a:ea typeface="Arial"/>
                  <a:cs typeface="Arial"/>
                  <a:sym typeface="Arial"/>
                </a:rPr>
                <a:t>初</a:t>
              </a:r>
              <a:endParaRPr sz="1200">
                <a:solidFill>
                  <a:schemeClr val="dk1"/>
                </a:solidFill>
                <a:latin typeface="Arial"/>
                <a:ea typeface="Arial"/>
                <a:cs typeface="Arial"/>
                <a:sym typeface="Arial"/>
              </a:endParaRPr>
            </a:p>
            <a:p>
              <a:pPr indent="0" lvl="0" marL="0" marR="0" rtl="0" algn="ctr">
                <a:spcBef>
                  <a:spcPts val="0"/>
                </a:spcBef>
                <a:spcAft>
                  <a:spcPts val="0"/>
                </a:spcAft>
                <a:buNone/>
              </a:pPr>
              <a:r>
                <a:rPr lang="ja-JP" sz="1200">
                  <a:solidFill>
                    <a:schemeClr val="dk1"/>
                  </a:solidFill>
                  <a:latin typeface="Arial"/>
                  <a:ea typeface="Arial"/>
                  <a:cs typeface="Arial"/>
                  <a:sym typeface="Arial"/>
                </a:rPr>
                <a:t>期</a:t>
              </a:r>
              <a:endParaRPr sz="1200">
                <a:solidFill>
                  <a:schemeClr val="dk1"/>
                </a:solidFill>
                <a:latin typeface="Arial"/>
                <a:ea typeface="Arial"/>
                <a:cs typeface="Arial"/>
                <a:sym typeface="Arial"/>
              </a:endParaRPr>
            </a:p>
            <a:p>
              <a:pPr indent="0" lvl="0" marL="0" marR="0" rtl="0" algn="ctr">
                <a:spcBef>
                  <a:spcPts val="0"/>
                </a:spcBef>
                <a:spcAft>
                  <a:spcPts val="0"/>
                </a:spcAft>
                <a:buNone/>
              </a:pPr>
              <a:r>
                <a:rPr lang="ja-JP" sz="1200">
                  <a:solidFill>
                    <a:schemeClr val="dk1"/>
                  </a:solidFill>
                  <a:latin typeface="Arial"/>
                  <a:ea typeface="Arial"/>
                  <a:cs typeface="Arial"/>
                  <a:sym typeface="Arial"/>
                </a:rPr>
                <a:t>流</a:t>
              </a:r>
              <a:endParaRPr sz="1200">
                <a:solidFill>
                  <a:schemeClr val="dk1"/>
                </a:solidFill>
                <a:latin typeface="Arial"/>
                <a:ea typeface="Arial"/>
                <a:cs typeface="Arial"/>
                <a:sym typeface="Arial"/>
              </a:endParaRPr>
            </a:p>
            <a:p>
              <a:pPr indent="0" lvl="0" marL="0" marR="0" rtl="0" algn="ctr">
                <a:spcBef>
                  <a:spcPts val="0"/>
                </a:spcBef>
                <a:spcAft>
                  <a:spcPts val="0"/>
                </a:spcAft>
                <a:buNone/>
              </a:pPr>
              <a:r>
                <a:rPr lang="ja-JP" sz="1200">
                  <a:solidFill>
                    <a:schemeClr val="dk1"/>
                  </a:solidFill>
                  <a:latin typeface="Arial"/>
                  <a:ea typeface="Arial"/>
                  <a:cs typeface="Arial"/>
                  <a:sym typeface="Arial"/>
                </a:rPr>
                <a:t>動</a:t>
              </a:r>
              <a:endParaRPr/>
            </a:p>
          </p:txBody>
        </p:sp>
        <p:sp>
          <p:nvSpPr>
            <p:cNvPr id="1612" name="Google Shape;1612;p33"/>
            <p:cNvSpPr/>
            <p:nvPr/>
          </p:nvSpPr>
          <p:spPr>
            <a:xfrm>
              <a:off x="7267107" y="1494533"/>
              <a:ext cx="414000" cy="792000"/>
            </a:xfrm>
            <a:prstGeom prst="homePlate">
              <a:avLst>
                <a:gd fmla="val 14515" name="adj"/>
              </a:avLst>
            </a:prstGeom>
            <a:solidFill>
              <a:srgbClr val="FBE4D4"/>
            </a:solidFill>
            <a:ln cap="flat" cmpd="sng" w="12700">
              <a:solidFill>
                <a:schemeClr val="accent2"/>
              </a:solidFill>
              <a:prstDash val="solid"/>
              <a:miter lim="800000"/>
              <a:headEnd len="sm" w="sm" type="none"/>
              <a:tailEnd len="sm" w="sm" type="none"/>
            </a:ln>
          </p:spPr>
          <p:txBody>
            <a:bodyPr anchorCtr="0" anchor="ctr" bIns="45700" lIns="46800" spcFirstLastPara="1" rIns="91425" wrap="square" tIns="45700">
              <a:noAutofit/>
            </a:bodyPr>
            <a:lstStyle/>
            <a:p>
              <a:pPr indent="0" lvl="0" marL="0" marR="0" rtl="0" algn="ctr">
                <a:spcBef>
                  <a:spcPts val="0"/>
                </a:spcBef>
                <a:spcAft>
                  <a:spcPts val="0"/>
                </a:spcAft>
                <a:buNone/>
              </a:pPr>
              <a:r>
                <a:rPr lang="ja-JP" sz="1200">
                  <a:solidFill>
                    <a:schemeClr val="dk1"/>
                  </a:solidFill>
                  <a:latin typeface="Arial"/>
                  <a:ea typeface="Arial"/>
                  <a:cs typeface="Arial"/>
                  <a:sym typeface="Arial"/>
                </a:rPr>
                <a:t>運</a:t>
              </a:r>
              <a:endParaRPr sz="1200">
                <a:solidFill>
                  <a:schemeClr val="dk1"/>
                </a:solidFill>
                <a:latin typeface="Arial"/>
                <a:ea typeface="Arial"/>
                <a:cs typeface="Arial"/>
                <a:sym typeface="Arial"/>
              </a:endParaRPr>
            </a:p>
            <a:p>
              <a:pPr indent="0" lvl="0" marL="0" marR="0" rtl="0" algn="ctr">
                <a:spcBef>
                  <a:spcPts val="0"/>
                </a:spcBef>
                <a:spcAft>
                  <a:spcPts val="0"/>
                </a:spcAft>
                <a:buNone/>
              </a:pPr>
              <a:r>
                <a:rPr lang="ja-JP" sz="1200">
                  <a:solidFill>
                    <a:schemeClr val="dk1"/>
                  </a:solidFill>
                  <a:latin typeface="Arial"/>
                  <a:ea typeface="Arial"/>
                  <a:cs typeface="Arial"/>
                  <a:sym typeface="Arial"/>
                </a:rPr>
                <a:t>用</a:t>
              </a:r>
              <a:endParaRPr sz="1200">
                <a:solidFill>
                  <a:schemeClr val="dk1"/>
                </a:solidFill>
                <a:latin typeface="Arial"/>
                <a:ea typeface="Arial"/>
                <a:cs typeface="Arial"/>
                <a:sym typeface="Arial"/>
              </a:endParaRPr>
            </a:p>
            <a:p>
              <a:pPr indent="0" lvl="0" marL="0" marR="0" rtl="0" algn="ctr">
                <a:spcBef>
                  <a:spcPts val="0"/>
                </a:spcBef>
                <a:spcAft>
                  <a:spcPts val="0"/>
                </a:spcAft>
                <a:buNone/>
              </a:pPr>
              <a:r>
                <a:rPr lang="ja-JP" sz="1200">
                  <a:solidFill>
                    <a:schemeClr val="dk1"/>
                  </a:solidFill>
                  <a:latin typeface="Arial"/>
                  <a:ea typeface="Arial"/>
                  <a:cs typeface="Arial"/>
                  <a:sym typeface="Arial"/>
                </a:rPr>
                <a:t>ﾃｽﾄ</a:t>
              </a:r>
              <a:endParaRPr sz="1200">
                <a:solidFill>
                  <a:schemeClr val="dk1"/>
                </a:solidFill>
                <a:latin typeface="Arial"/>
                <a:ea typeface="Arial"/>
                <a:cs typeface="Arial"/>
                <a:sym typeface="Arial"/>
              </a:endParaRPr>
            </a:p>
            <a:p>
              <a:pPr indent="0" lvl="0" marL="0" marR="0" rtl="0" algn="ctr">
                <a:spcBef>
                  <a:spcPts val="0"/>
                </a:spcBef>
                <a:spcAft>
                  <a:spcPts val="0"/>
                </a:spcAft>
                <a:buNone/>
              </a:pPr>
              <a:r>
                <a:rPr lang="ja-JP" sz="1200">
                  <a:solidFill>
                    <a:schemeClr val="dk1"/>
                  </a:solidFill>
                  <a:latin typeface="Arial"/>
                  <a:ea typeface="Arial"/>
                  <a:cs typeface="Arial"/>
                  <a:sym typeface="Arial"/>
                </a:rPr>
                <a:t>(OT)</a:t>
              </a:r>
              <a:endParaRPr sz="1200">
                <a:solidFill>
                  <a:schemeClr val="dk1"/>
                </a:solidFill>
                <a:latin typeface="Arial"/>
                <a:ea typeface="Arial"/>
                <a:cs typeface="Arial"/>
                <a:sym typeface="Arial"/>
              </a:endParaRPr>
            </a:p>
          </p:txBody>
        </p:sp>
        <p:sp>
          <p:nvSpPr>
            <p:cNvPr id="1613" name="Google Shape;1613;p33"/>
            <p:cNvSpPr txBox="1"/>
            <p:nvPr/>
          </p:nvSpPr>
          <p:spPr>
            <a:xfrm>
              <a:off x="7470769" y="1710533"/>
              <a:ext cx="441146" cy="40011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lang="ja-JP" sz="2000">
                  <a:solidFill>
                    <a:schemeClr val="accent2"/>
                  </a:solidFill>
                  <a:latin typeface="Arial"/>
                  <a:ea typeface="Arial"/>
                  <a:cs typeface="Arial"/>
                  <a:sym typeface="Arial"/>
                </a:rPr>
                <a:t>★</a:t>
              </a:r>
              <a:endParaRPr sz="2000">
                <a:solidFill>
                  <a:schemeClr val="accent2"/>
                </a:solidFill>
                <a:latin typeface="Arial"/>
                <a:ea typeface="Arial"/>
                <a:cs typeface="Arial"/>
                <a:sym typeface="Arial"/>
              </a:endParaRPr>
            </a:p>
          </p:txBody>
        </p:sp>
        <p:sp>
          <p:nvSpPr>
            <p:cNvPr id="1614" name="Google Shape;1614;p33"/>
            <p:cNvSpPr/>
            <p:nvPr/>
          </p:nvSpPr>
          <p:spPr>
            <a:xfrm>
              <a:off x="6412401" y="1494533"/>
              <a:ext cx="846000" cy="792000"/>
            </a:xfrm>
            <a:prstGeom prst="homePlate">
              <a:avLst>
                <a:gd fmla="val 7514" name="adj"/>
              </a:avLst>
            </a:prstGeom>
            <a:solidFill>
              <a:srgbClr val="FBE4D4"/>
            </a:solidFill>
            <a:ln cap="flat" cmpd="sng" w="12700">
              <a:solidFill>
                <a:schemeClr val="accent2"/>
              </a:solidFill>
              <a:prstDash val="solid"/>
              <a:miter lim="800000"/>
              <a:headEnd len="sm" w="sm" type="none"/>
              <a:tailEnd len="sm" w="sm" type="none"/>
            </a:ln>
          </p:spPr>
          <p:txBody>
            <a:bodyPr anchorCtr="0" anchor="ctr" bIns="45700" lIns="46800" spcFirstLastPara="1" rIns="91425" wrap="square" tIns="45700">
              <a:noAutofit/>
            </a:bodyPr>
            <a:lstStyle/>
            <a:p>
              <a:pPr indent="0" lvl="0" marL="0" marR="0" rtl="0" algn="ctr">
                <a:spcBef>
                  <a:spcPts val="0"/>
                </a:spcBef>
                <a:spcAft>
                  <a:spcPts val="0"/>
                </a:spcAft>
                <a:buNone/>
              </a:pPr>
              <a:r>
                <a:rPr lang="ja-JP" sz="1200">
                  <a:solidFill>
                    <a:schemeClr val="dk1"/>
                  </a:solidFill>
                  <a:latin typeface="Arial"/>
                  <a:ea typeface="Arial"/>
                  <a:cs typeface="Arial"/>
                  <a:sym typeface="Arial"/>
                </a:rPr>
                <a:t>ｼｽﾃﾑ</a:t>
              </a:r>
              <a:endParaRPr sz="1200">
                <a:solidFill>
                  <a:schemeClr val="dk1"/>
                </a:solidFill>
                <a:latin typeface="Arial"/>
                <a:ea typeface="Arial"/>
                <a:cs typeface="Arial"/>
                <a:sym typeface="Arial"/>
              </a:endParaRPr>
            </a:p>
            <a:p>
              <a:pPr indent="0" lvl="0" marL="0" marR="0" rtl="0" algn="ctr">
                <a:spcBef>
                  <a:spcPts val="0"/>
                </a:spcBef>
                <a:spcAft>
                  <a:spcPts val="0"/>
                </a:spcAft>
                <a:buNone/>
              </a:pPr>
              <a:r>
                <a:rPr lang="ja-JP" sz="1200">
                  <a:solidFill>
                    <a:schemeClr val="dk1"/>
                  </a:solidFill>
                  <a:latin typeface="Arial"/>
                  <a:ea typeface="Arial"/>
                  <a:cs typeface="Arial"/>
                  <a:sym typeface="Arial"/>
                </a:rPr>
                <a:t>ﾃｽﾄ</a:t>
              </a:r>
              <a:endParaRPr sz="1200">
                <a:solidFill>
                  <a:schemeClr val="dk1"/>
                </a:solidFill>
                <a:latin typeface="Arial"/>
                <a:ea typeface="Arial"/>
                <a:cs typeface="Arial"/>
                <a:sym typeface="Arial"/>
              </a:endParaRPr>
            </a:p>
            <a:p>
              <a:pPr indent="0" lvl="0" marL="0" marR="0" rtl="0" algn="ctr">
                <a:spcBef>
                  <a:spcPts val="0"/>
                </a:spcBef>
                <a:spcAft>
                  <a:spcPts val="0"/>
                </a:spcAft>
                <a:buNone/>
              </a:pPr>
              <a:r>
                <a:t/>
              </a:r>
              <a:endParaRPr sz="1200">
                <a:solidFill>
                  <a:schemeClr val="dk1"/>
                </a:solidFill>
                <a:latin typeface="Arial"/>
                <a:ea typeface="Arial"/>
                <a:cs typeface="Arial"/>
                <a:sym typeface="Arial"/>
              </a:endParaRPr>
            </a:p>
            <a:p>
              <a:pPr indent="0" lvl="0" marL="0" marR="0" rtl="0" algn="ctr">
                <a:spcBef>
                  <a:spcPts val="0"/>
                </a:spcBef>
                <a:spcAft>
                  <a:spcPts val="0"/>
                </a:spcAft>
                <a:buNone/>
              </a:pPr>
              <a:r>
                <a:rPr lang="ja-JP" sz="1200">
                  <a:solidFill>
                    <a:schemeClr val="dk1"/>
                  </a:solidFill>
                  <a:latin typeface="Arial"/>
                  <a:ea typeface="Arial"/>
                  <a:cs typeface="Arial"/>
                  <a:sym typeface="Arial"/>
                </a:rPr>
                <a:t>(ST)</a:t>
              </a:r>
              <a:endParaRPr sz="1200">
                <a:solidFill>
                  <a:schemeClr val="dk1"/>
                </a:solidFill>
                <a:latin typeface="Arial"/>
                <a:ea typeface="Arial"/>
                <a:cs typeface="Arial"/>
                <a:sym typeface="Arial"/>
              </a:endParaRPr>
            </a:p>
          </p:txBody>
        </p:sp>
        <p:sp>
          <p:nvSpPr>
            <p:cNvPr id="1615" name="Google Shape;1615;p33"/>
            <p:cNvSpPr/>
            <p:nvPr/>
          </p:nvSpPr>
          <p:spPr>
            <a:xfrm>
              <a:off x="5538841" y="1494533"/>
              <a:ext cx="846000" cy="792000"/>
            </a:xfrm>
            <a:prstGeom prst="homePlate">
              <a:avLst>
                <a:gd fmla="val 7514" name="adj"/>
              </a:avLst>
            </a:prstGeom>
            <a:solidFill>
              <a:srgbClr val="FBE4D4"/>
            </a:solidFill>
            <a:ln cap="flat" cmpd="sng" w="12700">
              <a:solidFill>
                <a:schemeClr val="accent2"/>
              </a:solidFill>
              <a:prstDash val="solid"/>
              <a:miter lim="800000"/>
              <a:headEnd len="sm" w="sm" type="none"/>
              <a:tailEnd len="sm" w="sm" type="none"/>
            </a:ln>
          </p:spPr>
          <p:txBody>
            <a:bodyPr anchorCtr="0" anchor="ctr" bIns="45700" lIns="46800" spcFirstLastPara="1" rIns="91425" wrap="square" tIns="45700">
              <a:noAutofit/>
            </a:bodyPr>
            <a:lstStyle/>
            <a:p>
              <a:pPr indent="0" lvl="0" marL="0" marR="0" rtl="0" algn="ctr">
                <a:spcBef>
                  <a:spcPts val="0"/>
                </a:spcBef>
                <a:spcAft>
                  <a:spcPts val="0"/>
                </a:spcAft>
                <a:buNone/>
              </a:pPr>
              <a:r>
                <a:rPr lang="ja-JP" sz="1200">
                  <a:solidFill>
                    <a:schemeClr val="dk1"/>
                  </a:solidFill>
                  <a:latin typeface="Arial"/>
                  <a:ea typeface="Arial"/>
                  <a:cs typeface="Arial"/>
                  <a:sym typeface="Arial"/>
                </a:rPr>
                <a:t>結合</a:t>
              </a:r>
              <a:endParaRPr sz="1200">
                <a:solidFill>
                  <a:schemeClr val="dk1"/>
                </a:solidFill>
                <a:latin typeface="Arial"/>
                <a:ea typeface="Arial"/>
                <a:cs typeface="Arial"/>
                <a:sym typeface="Arial"/>
              </a:endParaRPr>
            </a:p>
            <a:p>
              <a:pPr indent="0" lvl="0" marL="0" marR="0" rtl="0" algn="ctr">
                <a:spcBef>
                  <a:spcPts val="0"/>
                </a:spcBef>
                <a:spcAft>
                  <a:spcPts val="0"/>
                </a:spcAft>
                <a:buNone/>
              </a:pPr>
              <a:r>
                <a:rPr lang="ja-JP" sz="1200">
                  <a:solidFill>
                    <a:schemeClr val="dk1"/>
                  </a:solidFill>
                  <a:latin typeface="Arial"/>
                  <a:ea typeface="Arial"/>
                  <a:cs typeface="Arial"/>
                  <a:sym typeface="Arial"/>
                </a:rPr>
                <a:t>ﾃｽﾄ</a:t>
              </a:r>
              <a:endParaRPr sz="1200">
                <a:solidFill>
                  <a:schemeClr val="dk1"/>
                </a:solidFill>
                <a:latin typeface="Arial"/>
                <a:ea typeface="Arial"/>
                <a:cs typeface="Arial"/>
                <a:sym typeface="Arial"/>
              </a:endParaRPr>
            </a:p>
            <a:p>
              <a:pPr indent="0" lvl="0" marL="0" marR="0" rtl="0" algn="ctr">
                <a:spcBef>
                  <a:spcPts val="0"/>
                </a:spcBef>
                <a:spcAft>
                  <a:spcPts val="0"/>
                </a:spcAft>
                <a:buNone/>
              </a:pPr>
              <a:r>
                <a:t/>
              </a:r>
              <a:endParaRPr sz="1200">
                <a:solidFill>
                  <a:schemeClr val="dk1"/>
                </a:solidFill>
                <a:latin typeface="Arial"/>
                <a:ea typeface="Arial"/>
                <a:cs typeface="Arial"/>
                <a:sym typeface="Arial"/>
              </a:endParaRPr>
            </a:p>
            <a:p>
              <a:pPr indent="0" lvl="0" marL="0" marR="0" rtl="0" algn="ctr">
                <a:spcBef>
                  <a:spcPts val="0"/>
                </a:spcBef>
                <a:spcAft>
                  <a:spcPts val="0"/>
                </a:spcAft>
                <a:buNone/>
              </a:pPr>
              <a:r>
                <a:rPr lang="ja-JP" sz="1200">
                  <a:solidFill>
                    <a:schemeClr val="dk1"/>
                  </a:solidFill>
                  <a:latin typeface="Arial"/>
                  <a:ea typeface="Arial"/>
                  <a:cs typeface="Arial"/>
                  <a:sym typeface="Arial"/>
                </a:rPr>
                <a:t>(IT)</a:t>
              </a:r>
              <a:endParaRPr sz="1200">
                <a:solidFill>
                  <a:schemeClr val="dk1"/>
                </a:solidFill>
                <a:latin typeface="Arial"/>
                <a:ea typeface="Arial"/>
                <a:cs typeface="Arial"/>
                <a:sym typeface="Arial"/>
              </a:endParaRPr>
            </a:p>
          </p:txBody>
        </p:sp>
        <p:sp>
          <p:nvSpPr>
            <p:cNvPr id="1616" name="Google Shape;1616;p33"/>
            <p:cNvSpPr/>
            <p:nvPr/>
          </p:nvSpPr>
          <p:spPr>
            <a:xfrm>
              <a:off x="4395281" y="1494533"/>
              <a:ext cx="1116000" cy="792000"/>
            </a:xfrm>
            <a:prstGeom prst="homePlate">
              <a:avLst>
                <a:gd fmla="val 7563" name="adj"/>
              </a:avLst>
            </a:prstGeom>
            <a:solidFill>
              <a:srgbClr val="FBE4D4"/>
            </a:solidFill>
            <a:ln cap="flat" cmpd="sng" w="12700">
              <a:solidFill>
                <a:schemeClr val="accent2"/>
              </a:solidFill>
              <a:prstDash val="solid"/>
              <a:miter lim="800000"/>
              <a:headEnd len="sm" w="sm" type="none"/>
              <a:tailEnd len="sm" w="sm" type="none"/>
            </a:ln>
          </p:spPr>
          <p:txBody>
            <a:bodyPr anchorCtr="0" anchor="ctr" bIns="45700" lIns="46800" spcFirstLastPara="1" rIns="91425" wrap="square" tIns="45700">
              <a:noAutofit/>
            </a:bodyPr>
            <a:lstStyle/>
            <a:p>
              <a:pPr indent="0" lvl="0" marL="0" marR="0" rtl="0" algn="ctr">
                <a:spcBef>
                  <a:spcPts val="0"/>
                </a:spcBef>
                <a:spcAft>
                  <a:spcPts val="0"/>
                </a:spcAft>
                <a:buNone/>
              </a:pPr>
              <a:r>
                <a:rPr lang="ja-JP" sz="1200">
                  <a:solidFill>
                    <a:schemeClr val="dk1"/>
                  </a:solidFill>
                  <a:latin typeface="Arial"/>
                  <a:ea typeface="Arial"/>
                  <a:cs typeface="Arial"/>
                  <a:sym typeface="Arial"/>
                </a:rPr>
                <a:t>ﾌﾟﾛｸﾞﾗﾐﾝｸﾞ</a:t>
              </a:r>
              <a:endParaRPr sz="1200">
                <a:solidFill>
                  <a:schemeClr val="dk1"/>
                </a:solidFill>
                <a:latin typeface="Arial"/>
                <a:ea typeface="Arial"/>
                <a:cs typeface="Arial"/>
                <a:sym typeface="Arial"/>
              </a:endParaRPr>
            </a:p>
            <a:p>
              <a:pPr indent="0" lvl="0" marL="0" marR="0" rtl="0" algn="ctr">
                <a:spcBef>
                  <a:spcPts val="0"/>
                </a:spcBef>
                <a:spcAft>
                  <a:spcPts val="0"/>
                </a:spcAft>
                <a:buNone/>
              </a:pPr>
              <a:r>
                <a:t/>
              </a:r>
              <a:endParaRPr sz="1200">
                <a:solidFill>
                  <a:schemeClr val="dk1"/>
                </a:solidFill>
                <a:latin typeface="Arial"/>
                <a:ea typeface="Arial"/>
                <a:cs typeface="Arial"/>
                <a:sym typeface="Arial"/>
              </a:endParaRPr>
            </a:p>
            <a:p>
              <a:pPr indent="0" lvl="0" marL="0" marR="0" rtl="0" algn="ctr">
                <a:spcBef>
                  <a:spcPts val="0"/>
                </a:spcBef>
                <a:spcAft>
                  <a:spcPts val="0"/>
                </a:spcAft>
                <a:buNone/>
              </a:pPr>
              <a:r>
                <a:t/>
              </a:r>
              <a:endParaRPr sz="1200">
                <a:solidFill>
                  <a:schemeClr val="dk1"/>
                </a:solidFill>
                <a:latin typeface="Arial"/>
                <a:ea typeface="Arial"/>
                <a:cs typeface="Arial"/>
                <a:sym typeface="Arial"/>
              </a:endParaRPr>
            </a:p>
            <a:p>
              <a:pPr indent="0" lvl="0" marL="0" marR="0" rtl="0" algn="ctr">
                <a:spcBef>
                  <a:spcPts val="0"/>
                </a:spcBef>
                <a:spcAft>
                  <a:spcPts val="0"/>
                </a:spcAft>
                <a:buNone/>
              </a:pPr>
              <a:r>
                <a:rPr lang="ja-JP" sz="1200">
                  <a:solidFill>
                    <a:schemeClr val="dk1"/>
                  </a:solidFill>
                  <a:latin typeface="Arial"/>
                  <a:ea typeface="Arial"/>
                  <a:cs typeface="Arial"/>
                  <a:sym typeface="Arial"/>
                </a:rPr>
                <a:t>(PS/PG/PT)</a:t>
              </a:r>
              <a:endParaRPr sz="1200">
                <a:solidFill>
                  <a:schemeClr val="dk1"/>
                </a:solidFill>
                <a:latin typeface="Arial"/>
                <a:ea typeface="Arial"/>
                <a:cs typeface="Arial"/>
                <a:sym typeface="Arial"/>
              </a:endParaRPr>
            </a:p>
          </p:txBody>
        </p:sp>
        <p:sp>
          <p:nvSpPr>
            <p:cNvPr id="1617" name="Google Shape;1617;p33"/>
            <p:cNvSpPr/>
            <p:nvPr/>
          </p:nvSpPr>
          <p:spPr>
            <a:xfrm>
              <a:off x="3531148" y="1494533"/>
              <a:ext cx="846000" cy="792000"/>
            </a:xfrm>
            <a:prstGeom prst="homePlate">
              <a:avLst>
                <a:gd fmla="val 7514" name="adj"/>
              </a:avLst>
            </a:prstGeom>
            <a:solidFill>
              <a:srgbClr val="FBE4D4"/>
            </a:solidFill>
            <a:ln cap="flat" cmpd="sng" w="12700">
              <a:solidFill>
                <a:schemeClr val="accent2"/>
              </a:solidFill>
              <a:prstDash val="solid"/>
              <a:miter lim="800000"/>
              <a:headEnd len="sm" w="sm" type="none"/>
              <a:tailEnd len="sm" w="sm" type="none"/>
            </a:ln>
          </p:spPr>
          <p:txBody>
            <a:bodyPr anchorCtr="0" anchor="ctr" bIns="45700" lIns="46800" spcFirstLastPara="1" rIns="91425" wrap="square" tIns="45700">
              <a:noAutofit/>
            </a:bodyPr>
            <a:lstStyle/>
            <a:p>
              <a:pPr indent="0" lvl="0" marL="0" marR="0" rtl="0" algn="ctr">
                <a:spcBef>
                  <a:spcPts val="0"/>
                </a:spcBef>
                <a:spcAft>
                  <a:spcPts val="0"/>
                </a:spcAft>
                <a:buNone/>
              </a:pPr>
              <a:r>
                <a:rPr lang="ja-JP" sz="1200">
                  <a:solidFill>
                    <a:schemeClr val="dk1"/>
                  </a:solidFill>
                  <a:latin typeface="Arial"/>
                  <a:ea typeface="Arial"/>
                  <a:cs typeface="Arial"/>
                  <a:sym typeface="Arial"/>
                </a:rPr>
                <a:t>ｼｽﾃﾑ</a:t>
              </a:r>
              <a:endParaRPr sz="1200">
                <a:solidFill>
                  <a:schemeClr val="dk1"/>
                </a:solidFill>
                <a:latin typeface="Arial"/>
                <a:ea typeface="Arial"/>
                <a:cs typeface="Arial"/>
                <a:sym typeface="Arial"/>
              </a:endParaRPr>
            </a:p>
            <a:p>
              <a:pPr indent="0" lvl="0" marL="0" marR="0" rtl="0" algn="ctr">
                <a:spcBef>
                  <a:spcPts val="0"/>
                </a:spcBef>
                <a:spcAft>
                  <a:spcPts val="0"/>
                </a:spcAft>
                <a:buNone/>
              </a:pPr>
              <a:r>
                <a:rPr lang="ja-JP" sz="1200">
                  <a:solidFill>
                    <a:schemeClr val="dk1"/>
                  </a:solidFill>
                  <a:latin typeface="Arial"/>
                  <a:ea typeface="Arial"/>
                  <a:cs typeface="Arial"/>
                  <a:sym typeface="Arial"/>
                </a:rPr>
                <a:t>構造</a:t>
              </a:r>
              <a:endParaRPr sz="1200">
                <a:solidFill>
                  <a:schemeClr val="dk1"/>
                </a:solidFill>
                <a:latin typeface="Arial"/>
                <a:ea typeface="Arial"/>
                <a:cs typeface="Arial"/>
                <a:sym typeface="Arial"/>
              </a:endParaRPr>
            </a:p>
            <a:p>
              <a:pPr indent="0" lvl="0" marL="0" marR="0" rtl="0" algn="ctr">
                <a:spcBef>
                  <a:spcPts val="0"/>
                </a:spcBef>
                <a:spcAft>
                  <a:spcPts val="0"/>
                </a:spcAft>
                <a:buNone/>
              </a:pPr>
              <a:r>
                <a:rPr lang="ja-JP" sz="1200">
                  <a:solidFill>
                    <a:schemeClr val="dk1"/>
                  </a:solidFill>
                  <a:latin typeface="Arial"/>
                  <a:ea typeface="Arial"/>
                  <a:cs typeface="Arial"/>
                  <a:sym typeface="Arial"/>
                </a:rPr>
                <a:t>設計</a:t>
              </a:r>
              <a:endParaRPr sz="1200">
                <a:solidFill>
                  <a:schemeClr val="dk1"/>
                </a:solidFill>
                <a:latin typeface="Arial"/>
                <a:ea typeface="Arial"/>
                <a:cs typeface="Arial"/>
                <a:sym typeface="Arial"/>
              </a:endParaRPr>
            </a:p>
            <a:p>
              <a:pPr indent="0" lvl="0" marL="0" marR="0" rtl="0" algn="ctr">
                <a:spcBef>
                  <a:spcPts val="0"/>
                </a:spcBef>
                <a:spcAft>
                  <a:spcPts val="0"/>
                </a:spcAft>
                <a:buNone/>
              </a:pPr>
              <a:r>
                <a:rPr lang="ja-JP" sz="1200">
                  <a:solidFill>
                    <a:schemeClr val="dk1"/>
                  </a:solidFill>
                  <a:latin typeface="Arial"/>
                  <a:ea typeface="Arial"/>
                  <a:cs typeface="Arial"/>
                  <a:sym typeface="Arial"/>
                </a:rPr>
                <a:t>(SS)</a:t>
              </a:r>
              <a:endParaRPr sz="1200">
                <a:solidFill>
                  <a:schemeClr val="dk1"/>
                </a:solidFill>
                <a:latin typeface="Arial"/>
                <a:ea typeface="Arial"/>
                <a:cs typeface="Arial"/>
                <a:sym typeface="Arial"/>
              </a:endParaRPr>
            </a:p>
          </p:txBody>
        </p:sp>
        <p:sp>
          <p:nvSpPr>
            <p:cNvPr id="1618" name="Google Shape;1618;p33"/>
            <p:cNvSpPr/>
            <p:nvPr/>
          </p:nvSpPr>
          <p:spPr>
            <a:xfrm>
              <a:off x="2667015" y="1494533"/>
              <a:ext cx="846000" cy="792000"/>
            </a:xfrm>
            <a:prstGeom prst="homePlate">
              <a:avLst>
                <a:gd fmla="val 8186" name="adj"/>
              </a:avLst>
            </a:prstGeom>
            <a:solidFill>
              <a:srgbClr val="FBE4D4"/>
            </a:solidFill>
            <a:ln cap="flat" cmpd="sng" w="12700">
              <a:solidFill>
                <a:schemeClr val="accent2"/>
              </a:solidFill>
              <a:prstDash val="solid"/>
              <a:miter lim="800000"/>
              <a:headEnd len="sm" w="sm" type="none"/>
              <a:tailEnd len="sm" w="sm" type="none"/>
            </a:ln>
          </p:spPr>
          <p:txBody>
            <a:bodyPr anchorCtr="0" anchor="ctr" bIns="45700" lIns="46800" spcFirstLastPara="1" rIns="91425" wrap="square" tIns="45700">
              <a:noAutofit/>
            </a:bodyPr>
            <a:lstStyle/>
            <a:p>
              <a:pPr indent="0" lvl="0" marL="0" marR="0" rtl="0" algn="ctr">
                <a:spcBef>
                  <a:spcPts val="0"/>
                </a:spcBef>
                <a:spcAft>
                  <a:spcPts val="0"/>
                </a:spcAft>
                <a:buNone/>
              </a:pPr>
              <a:r>
                <a:rPr lang="ja-JP" sz="1200">
                  <a:solidFill>
                    <a:schemeClr val="dk1"/>
                  </a:solidFill>
                  <a:latin typeface="Arial"/>
                  <a:ea typeface="Arial"/>
                  <a:cs typeface="Arial"/>
                  <a:sym typeface="Arial"/>
                </a:rPr>
                <a:t>ﾕｰｻﾞ</a:t>
              </a:r>
              <a:endParaRPr sz="1200">
                <a:solidFill>
                  <a:schemeClr val="dk1"/>
                </a:solidFill>
                <a:latin typeface="Arial"/>
                <a:ea typeface="Arial"/>
                <a:cs typeface="Arial"/>
                <a:sym typeface="Arial"/>
              </a:endParaRPr>
            </a:p>
            <a:p>
              <a:pPr indent="0" lvl="0" marL="0" marR="0" rtl="0" algn="ctr">
                <a:spcBef>
                  <a:spcPts val="0"/>
                </a:spcBef>
                <a:spcAft>
                  <a:spcPts val="0"/>
                </a:spcAft>
                <a:buNone/>
              </a:pPr>
              <a:r>
                <a:rPr lang="ja-JP" sz="1200">
                  <a:solidFill>
                    <a:schemeClr val="dk1"/>
                  </a:solidFill>
                  <a:latin typeface="Arial"/>
                  <a:ea typeface="Arial"/>
                  <a:cs typeface="Arial"/>
                  <a:sym typeface="Arial"/>
                </a:rPr>
                <a:t>ｲﾝﾀﾌｪｰｽ</a:t>
              </a:r>
              <a:endParaRPr sz="1200">
                <a:solidFill>
                  <a:schemeClr val="dk1"/>
                </a:solidFill>
                <a:latin typeface="Arial"/>
                <a:ea typeface="Arial"/>
                <a:cs typeface="Arial"/>
                <a:sym typeface="Arial"/>
              </a:endParaRPr>
            </a:p>
            <a:p>
              <a:pPr indent="0" lvl="0" marL="0" marR="0" rtl="0" algn="ctr">
                <a:spcBef>
                  <a:spcPts val="0"/>
                </a:spcBef>
                <a:spcAft>
                  <a:spcPts val="0"/>
                </a:spcAft>
                <a:buNone/>
              </a:pPr>
              <a:r>
                <a:rPr lang="ja-JP" sz="1200">
                  <a:solidFill>
                    <a:schemeClr val="dk1"/>
                  </a:solidFill>
                  <a:latin typeface="Arial"/>
                  <a:ea typeface="Arial"/>
                  <a:cs typeface="Arial"/>
                  <a:sym typeface="Arial"/>
                </a:rPr>
                <a:t>設計</a:t>
              </a:r>
              <a:endParaRPr sz="1200">
                <a:solidFill>
                  <a:schemeClr val="dk1"/>
                </a:solidFill>
                <a:latin typeface="Arial"/>
                <a:ea typeface="Arial"/>
                <a:cs typeface="Arial"/>
                <a:sym typeface="Arial"/>
              </a:endParaRPr>
            </a:p>
            <a:p>
              <a:pPr indent="0" lvl="0" marL="0" marR="0" rtl="0" algn="ctr">
                <a:spcBef>
                  <a:spcPts val="0"/>
                </a:spcBef>
                <a:spcAft>
                  <a:spcPts val="0"/>
                </a:spcAft>
                <a:buNone/>
              </a:pPr>
              <a:r>
                <a:rPr lang="ja-JP" sz="1200">
                  <a:solidFill>
                    <a:schemeClr val="dk1"/>
                  </a:solidFill>
                  <a:latin typeface="Arial"/>
                  <a:ea typeface="Arial"/>
                  <a:cs typeface="Arial"/>
                  <a:sym typeface="Arial"/>
                </a:rPr>
                <a:t>(UI)</a:t>
              </a:r>
              <a:endParaRPr sz="1200">
                <a:solidFill>
                  <a:schemeClr val="dk1"/>
                </a:solidFill>
                <a:latin typeface="Arial"/>
                <a:ea typeface="Arial"/>
                <a:cs typeface="Arial"/>
                <a:sym typeface="Arial"/>
              </a:endParaRPr>
            </a:p>
          </p:txBody>
        </p:sp>
        <p:sp>
          <p:nvSpPr>
            <p:cNvPr id="1619" name="Google Shape;1619;p33"/>
            <p:cNvSpPr/>
            <p:nvPr/>
          </p:nvSpPr>
          <p:spPr>
            <a:xfrm>
              <a:off x="2100309" y="1494533"/>
              <a:ext cx="558000" cy="792000"/>
            </a:xfrm>
            <a:prstGeom prst="homePlate">
              <a:avLst>
                <a:gd fmla="val 11546" name="adj"/>
              </a:avLst>
            </a:prstGeom>
            <a:solidFill>
              <a:srgbClr val="FBE4D4"/>
            </a:solidFill>
            <a:ln cap="flat" cmpd="sng" w="12700">
              <a:solidFill>
                <a:schemeClr val="accent2"/>
              </a:solidFill>
              <a:prstDash val="solid"/>
              <a:miter lim="800000"/>
              <a:headEnd len="sm" w="sm" type="none"/>
              <a:tailEnd len="sm" w="sm" type="none"/>
            </a:ln>
          </p:spPr>
          <p:txBody>
            <a:bodyPr anchorCtr="0" anchor="ctr" bIns="45700" lIns="46800" spcFirstLastPara="1" rIns="91425" wrap="square" tIns="45700">
              <a:noAutofit/>
            </a:bodyPr>
            <a:lstStyle/>
            <a:p>
              <a:pPr indent="0" lvl="0" marL="0" marR="0" rtl="0" algn="ctr">
                <a:spcBef>
                  <a:spcPts val="0"/>
                </a:spcBef>
                <a:spcAft>
                  <a:spcPts val="0"/>
                </a:spcAft>
                <a:buNone/>
              </a:pPr>
              <a:r>
                <a:rPr lang="ja-JP" sz="1200">
                  <a:solidFill>
                    <a:schemeClr val="dk1"/>
                  </a:solidFill>
                  <a:latin typeface="Arial"/>
                  <a:ea typeface="Arial"/>
                  <a:cs typeface="Arial"/>
                  <a:sym typeface="Arial"/>
                </a:rPr>
                <a:t>ｼｽﾃﾑ</a:t>
              </a:r>
              <a:endParaRPr sz="1200">
                <a:solidFill>
                  <a:schemeClr val="dk1"/>
                </a:solidFill>
                <a:latin typeface="Arial"/>
                <a:ea typeface="Arial"/>
                <a:cs typeface="Arial"/>
                <a:sym typeface="Arial"/>
              </a:endParaRPr>
            </a:p>
            <a:p>
              <a:pPr indent="0" lvl="0" marL="0" marR="0" rtl="0" algn="ctr">
                <a:spcBef>
                  <a:spcPts val="0"/>
                </a:spcBef>
                <a:spcAft>
                  <a:spcPts val="0"/>
                </a:spcAft>
                <a:buNone/>
              </a:pPr>
              <a:r>
                <a:rPr lang="ja-JP" sz="1200">
                  <a:solidFill>
                    <a:schemeClr val="dk1"/>
                  </a:solidFill>
                  <a:latin typeface="Arial"/>
                  <a:ea typeface="Arial"/>
                  <a:cs typeface="Arial"/>
                  <a:sym typeface="Arial"/>
                </a:rPr>
                <a:t>方式</a:t>
              </a:r>
              <a:endParaRPr sz="1200">
                <a:solidFill>
                  <a:schemeClr val="dk1"/>
                </a:solidFill>
                <a:latin typeface="Arial"/>
                <a:ea typeface="Arial"/>
                <a:cs typeface="Arial"/>
                <a:sym typeface="Arial"/>
              </a:endParaRPr>
            </a:p>
            <a:p>
              <a:pPr indent="0" lvl="0" marL="0" marR="0" rtl="0" algn="ctr">
                <a:spcBef>
                  <a:spcPts val="0"/>
                </a:spcBef>
                <a:spcAft>
                  <a:spcPts val="0"/>
                </a:spcAft>
                <a:buNone/>
              </a:pPr>
              <a:r>
                <a:rPr lang="ja-JP" sz="1200">
                  <a:solidFill>
                    <a:schemeClr val="dk1"/>
                  </a:solidFill>
                  <a:latin typeface="Arial"/>
                  <a:ea typeface="Arial"/>
                  <a:cs typeface="Arial"/>
                  <a:sym typeface="Arial"/>
                </a:rPr>
                <a:t>設計</a:t>
              </a:r>
              <a:endParaRPr sz="1200">
                <a:solidFill>
                  <a:schemeClr val="dk1"/>
                </a:solidFill>
                <a:latin typeface="Arial"/>
                <a:ea typeface="Arial"/>
                <a:cs typeface="Arial"/>
                <a:sym typeface="Arial"/>
              </a:endParaRPr>
            </a:p>
            <a:p>
              <a:pPr indent="0" lvl="0" marL="0" marR="0" rtl="0" algn="ctr">
                <a:spcBef>
                  <a:spcPts val="0"/>
                </a:spcBef>
                <a:spcAft>
                  <a:spcPts val="0"/>
                </a:spcAft>
                <a:buNone/>
              </a:pPr>
              <a:r>
                <a:rPr lang="ja-JP" sz="1200">
                  <a:solidFill>
                    <a:schemeClr val="dk1"/>
                  </a:solidFill>
                  <a:latin typeface="Arial"/>
                  <a:ea typeface="Arial"/>
                  <a:cs typeface="Arial"/>
                  <a:sym typeface="Arial"/>
                </a:rPr>
                <a:t>(SA)</a:t>
              </a:r>
              <a:endParaRPr sz="1200">
                <a:solidFill>
                  <a:schemeClr val="dk1"/>
                </a:solidFill>
                <a:latin typeface="Arial"/>
                <a:ea typeface="Arial"/>
                <a:cs typeface="Arial"/>
                <a:sym typeface="Arial"/>
              </a:endParaRPr>
            </a:p>
          </p:txBody>
        </p:sp>
        <p:sp>
          <p:nvSpPr>
            <p:cNvPr id="1620" name="Google Shape;1620;p33"/>
            <p:cNvSpPr/>
            <p:nvPr/>
          </p:nvSpPr>
          <p:spPr>
            <a:xfrm>
              <a:off x="8131375" y="1494533"/>
              <a:ext cx="846000" cy="792000"/>
            </a:xfrm>
            <a:prstGeom prst="homePlate">
              <a:avLst>
                <a:gd fmla="val 7514" name="adj"/>
              </a:avLst>
            </a:prstGeom>
            <a:solidFill>
              <a:srgbClr val="FBE4D4"/>
            </a:solidFill>
            <a:ln cap="flat" cmpd="sng" w="12700">
              <a:solidFill>
                <a:schemeClr val="accent2"/>
              </a:solidFill>
              <a:prstDash val="solid"/>
              <a:miter lim="800000"/>
              <a:headEnd len="sm" w="sm" type="none"/>
              <a:tailEnd len="sm" w="sm" type="none"/>
            </a:ln>
          </p:spPr>
          <p:txBody>
            <a:bodyPr anchorCtr="0" anchor="ctr" bIns="45700" lIns="46800" spcFirstLastPara="1" rIns="91425" wrap="square" tIns="45700">
              <a:noAutofit/>
            </a:bodyPr>
            <a:lstStyle/>
            <a:p>
              <a:pPr indent="0" lvl="0" marL="0" marR="0" rtl="0" algn="ctr">
                <a:spcBef>
                  <a:spcPts val="0"/>
                </a:spcBef>
                <a:spcAft>
                  <a:spcPts val="0"/>
                </a:spcAft>
                <a:buNone/>
              </a:pPr>
              <a:r>
                <a:rPr lang="ja-JP" sz="1200">
                  <a:solidFill>
                    <a:schemeClr val="dk1"/>
                  </a:solidFill>
                  <a:latin typeface="Arial"/>
                  <a:ea typeface="Arial"/>
                  <a:cs typeface="Arial"/>
                  <a:sym typeface="Arial"/>
                </a:rPr>
                <a:t>保守</a:t>
              </a:r>
              <a:endParaRPr sz="1200">
                <a:solidFill>
                  <a:schemeClr val="dk1"/>
                </a:solidFill>
                <a:latin typeface="Arial"/>
                <a:ea typeface="Arial"/>
                <a:cs typeface="Arial"/>
                <a:sym typeface="Arial"/>
              </a:endParaRPr>
            </a:p>
            <a:p>
              <a:pPr indent="0" lvl="0" marL="0" marR="0" rtl="0" algn="ctr">
                <a:spcBef>
                  <a:spcPts val="0"/>
                </a:spcBef>
                <a:spcAft>
                  <a:spcPts val="0"/>
                </a:spcAft>
                <a:buNone/>
              </a:pPr>
              <a:r>
                <a:t/>
              </a:r>
              <a:endParaRPr sz="1200">
                <a:solidFill>
                  <a:schemeClr val="dk1"/>
                </a:solidFill>
                <a:latin typeface="Arial"/>
                <a:ea typeface="Arial"/>
                <a:cs typeface="Arial"/>
                <a:sym typeface="Arial"/>
              </a:endParaRPr>
            </a:p>
            <a:p>
              <a:pPr indent="0" lvl="0" marL="0" marR="0" rtl="0" algn="ctr">
                <a:spcBef>
                  <a:spcPts val="0"/>
                </a:spcBef>
                <a:spcAft>
                  <a:spcPts val="0"/>
                </a:spcAft>
                <a:buNone/>
              </a:pPr>
              <a:r>
                <a:t/>
              </a:r>
              <a:endParaRPr sz="1200">
                <a:solidFill>
                  <a:schemeClr val="dk1"/>
                </a:solidFill>
                <a:latin typeface="Arial"/>
                <a:ea typeface="Arial"/>
                <a:cs typeface="Arial"/>
                <a:sym typeface="Arial"/>
              </a:endParaRPr>
            </a:p>
            <a:p>
              <a:pPr indent="0" lvl="0" marL="0" marR="0" rtl="0" algn="ctr">
                <a:spcBef>
                  <a:spcPts val="0"/>
                </a:spcBef>
                <a:spcAft>
                  <a:spcPts val="0"/>
                </a:spcAft>
                <a:buNone/>
              </a:pPr>
              <a:r>
                <a:t/>
              </a:r>
              <a:endParaRPr sz="1200">
                <a:solidFill>
                  <a:schemeClr val="dk1"/>
                </a:solidFill>
                <a:latin typeface="Arial"/>
                <a:ea typeface="Arial"/>
                <a:cs typeface="Arial"/>
                <a:sym typeface="Arial"/>
              </a:endParaRPr>
            </a:p>
          </p:txBody>
        </p:sp>
      </p:gr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4" name="Shape 1624"/>
        <p:cNvGrpSpPr/>
        <p:nvPr/>
      </p:nvGrpSpPr>
      <p:grpSpPr>
        <a:xfrm>
          <a:off x="0" y="0"/>
          <a:ext cx="0" cy="0"/>
          <a:chOff x="0" y="0"/>
          <a:chExt cx="0" cy="0"/>
        </a:xfrm>
      </p:grpSpPr>
      <p:sp>
        <p:nvSpPr>
          <p:cNvPr id="1625" name="Google Shape;1625;p34"/>
          <p:cNvSpPr txBox="1"/>
          <p:nvPr>
            <p:ph type="title"/>
          </p:nvPr>
        </p:nvSpPr>
        <p:spPr>
          <a:xfrm>
            <a:off x="144000" y="36000"/>
            <a:ext cx="8856000" cy="5760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3000"/>
              <a:buFont typeface="Arial"/>
              <a:buNone/>
            </a:pPr>
            <a:r>
              <a:rPr lang="ja-JP"/>
              <a:t>システム方式設計（SA）</a:t>
            </a:r>
            <a:endParaRPr/>
          </a:p>
        </p:txBody>
      </p:sp>
      <p:sp>
        <p:nvSpPr>
          <p:cNvPr id="1626" name="Google Shape;1626;p34"/>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ja-JP"/>
              <a:t>Copyright© 2020 SystemEXE,Inc. all rights reserved.</a:t>
            </a:r>
            <a:endParaRPr/>
          </a:p>
        </p:txBody>
      </p:sp>
      <p:sp>
        <p:nvSpPr>
          <p:cNvPr id="1627" name="Google Shape;1627;p34"/>
          <p:cNvSpPr txBox="1"/>
          <p:nvPr>
            <p:ph idx="12" type="sldNum"/>
          </p:nvPr>
        </p:nvSpPr>
        <p:spPr>
          <a:xfrm>
            <a:off x="4212000" y="6500068"/>
            <a:ext cx="720000" cy="288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ja-JP"/>
              <a:t>‹#›</a:t>
            </a:fld>
            <a:endParaRPr/>
          </a:p>
        </p:txBody>
      </p:sp>
      <p:sp>
        <p:nvSpPr>
          <p:cNvPr id="1628" name="Google Shape;1628;p34"/>
          <p:cNvSpPr/>
          <p:nvPr/>
        </p:nvSpPr>
        <p:spPr>
          <a:xfrm>
            <a:off x="3528000" y="1404000"/>
            <a:ext cx="2088000" cy="2088000"/>
          </a:xfrm>
          <a:prstGeom prst="ellipse">
            <a:avLst/>
          </a:prstGeom>
          <a:noFill/>
          <a:ln cap="flat" cmpd="sng" w="381000">
            <a:solidFill>
              <a:srgbClr val="EDEDE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600">
              <a:solidFill>
                <a:schemeClr val="lt1"/>
              </a:solidFill>
              <a:latin typeface="Arial"/>
              <a:ea typeface="Arial"/>
              <a:cs typeface="Arial"/>
              <a:sym typeface="Arial"/>
            </a:endParaRPr>
          </a:p>
        </p:txBody>
      </p:sp>
      <p:sp>
        <p:nvSpPr>
          <p:cNvPr id="1629" name="Google Shape;1629;p34"/>
          <p:cNvSpPr/>
          <p:nvPr/>
        </p:nvSpPr>
        <p:spPr>
          <a:xfrm>
            <a:off x="396000" y="3492000"/>
            <a:ext cx="2088000" cy="2448000"/>
          </a:xfrm>
          <a:prstGeom prst="rect">
            <a:avLst/>
          </a:prstGeom>
          <a:solidFill>
            <a:srgbClr val="DEEBF7">
              <a:alpha val="49803"/>
            </a:srgbClr>
          </a:solidFill>
          <a:ln cap="flat" cmpd="sng" w="19050">
            <a:solidFill>
              <a:schemeClr val="lt1"/>
            </a:solidFill>
            <a:prstDash val="solid"/>
            <a:miter lim="800000"/>
            <a:headEnd len="sm" w="sm" type="none"/>
            <a:tailEnd len="sm" w="sm" type="none"/>
          </a:ln>
        </p:spPr>
        <p:txBody>
          <a:bodyPr anchorCtr="0" anchor="t" bIns="144000" lIns="144000" spcFirstLastPara="1" rIns="144000" wrap="square" tIns="144000">
            <a:no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現行システムに関する資料を収集します。システムの内容・流れを把握したら、機能概要をまとます。</a:t>
            </a:r>
            <a:endParaRPr sz="1400">
              <a:solidFill>
                <a:schemeClr val="dk1"/>
              </a:solidFill>
              <a:latin typeface="Arial"/>
              <a:ea typeface="Arial"/>
              <a:cs typeface="Arial"/>
              <a:sym typeface="Arial"/>
            </a:endParaRPr>
          </a:p>
          <a:p>
            <a:pPr indent="0" lvl="0" marL="0" marR="0" rtl="0" algn="l">
              <a:spcBef>
                <a:spcPts val="600"/>
              </a:spcBef>
              <a:spcAft>
                <a:spcPts val="0"/>
              </a:spcAft>
              <a:buNone/>
            </a:pPr>
            <a:r>
              <a:rPr lang="ja-JP" sz="1400">
                <a:solidFill>
                  <a:schemeClr val="dk1"/>
                </a:solidFill>
                <a:latin typeface="Arial"/>
                <a:ea typeface="Arial"/>
                <a:cs typeface="Arial"/>
                <a:sym typeface="Arial"/>
              </a:rPr>
              <a:t>また、システム化のゴールおよびその進め方を検討し、システム化方針案として作成します。</a:t>
            </a:r>
            <a:endParaRPr/>
          </a:p>
        </p:txBody>
      </p:sp>
      <p:sp>
        <p:nvSpPr>
          <p:cNvPr id="1630" name="Google Shape;1630;p34"/>
          <p:cNvSpPr/>
          <p:nvPr/>
        </p:nvSpPr>
        <p:spPr>
          <a:xfrm>
            <a:off x="2485029" y="3492000"/>
            <a:ext cx="2088000" cy="2448000"/>
          </a:xfrm>
          <a:prstGeom prst="rect">
            <a:avLst/>
          </a:prstGeom>
          <a:solidFill>
            <a:srgbClr val="FBE5D6">
              <a:alpha val="49803"/>
            </a:srgbClr>
          </a:solidFill>
          <a:ln cap="flat" cmpd="sng" w="19050">
            <a:solidFill>
              <a:schemeClr val="lt1"/>
            </a:solidFill>
            <a:prstDash val="solid"/>
            <a:miter lim="800000"/>
            <a:headEnd len="sm" w="sm" type="none"/>
            <a:tailEnd len="sm" w="sm" type="none"/>
          </a:ln>
        </p:spPr>
        <p:txBody>
          <a:bodyPr anchorCtr="0" anchor="t" bIns="144000" lIns="144000" spcFirstLastPara="1" rIns="144000" wrap="square" tIns="144000">
            <a:no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システム化方針案をもとに具体化・詳細化し、システム化範囲および非機能要件を定義します。</a:t>
            </a:r>
            <a:endParaRPr sz="1400">
              <a:solidFill>
                <a:schemeClr val="dk1"/>
              </a:solidFill>
              <a:latin typeface="Arial"/>
              <a:ea typeface="Arial"/>
              <a:cs typeface="Arial"/>
              <a:sym typeface="Arial"/>
            </a:endParaRPr>
          </a:p>
          <a:p>
            <a:pPr indent="0" lvl="0" marL="0" marR="0" rtl="0" algn="l">
              <a:spcBef>
                <a:spcPts val="600"/>
              </a:spcBef>
              <a:spcAft>
                <a:spcPts val="0"/>
              </a:spcAft>
              <a:buNone/>
            </a:pPr>
            <a:r>
              <a:rPr lang="ja-JP" sz="1400">
                <a:solidFill>
                  <a:schemeClr val="dk1"/>
                </a:solidFill>
                <a:latin typeface="Arial"/>
                <a:ea typeface="Arial"/>
                <a:cs typeface="Arial"/>
                <a:sym typeface="Arial"/>
              </a:rPr>
              <a:t>機能集約や未使用機能の廃止などについても検討し、システムの最適化を図ります。</a:t>
            </a:r>
            <a:endParaRPr sz="1400">
              <a:solidFill>
                <a:schemeClr val="dk1"/>
              </a:solidFill>
              <a:latin typeface="Arial"/>
              <a:ea typeface="Arial"/>
              <a:cs typeface="Arial"/>
              <a:sym typeface="Arial"/>
            </a:endParaRPr>
          </a:p>
        </p:txBody>
      </p:sp>
      <p:sp>
        <p:nvSpPr>
          <p:cNvPr id="1631" name="Google Shape;1631;p34"/>
          <p:cNvSpPr/>
          <p:nvPr/>
        </p:nvSpPr>
        <p:spPr>
          <a:xfrm>
            <a:off x="4572000" y="3492000"/>
            <a:ext cx="2088000" cy="2448000"/>
          </a:xfrm>
          <a:prstGeom prst="rect">
            <a:avLst/>
          </a:prstGeom>
          <a:solidFill>
            <a:srgbClr val="FFF2CC">
              <a:alpha val="49803"/>
            </a:srgbClr>
          </a:solidFill>
          <a:ln cap="flat" cmpd="sng" w="19050">
            <a:solidFill>
              <a:schemeClr val="lt1"/>
            </a:solidFill>
            <a:prstDash val="solid"/>
            <a:miter lim="800000"/>
            <a:headEnd len="sm" w="sm" type="none"/>
            <a:tailEnd len="sm" w="sm" type="none"/>
          </a:ln>
        </p:spPr>
        <p:txBody>
          <a:bodyPr anchorCtr="0" anchor="t" bIns="144000" lIns="144000" spcFirstLastPara="1" rIns="144000" wrap="square" tIns="144000">
            <a:no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システム化範囲および非機能要件について、問題がないか利用部門を交えて確認します。</a:t>
            </a:r>
            <a:endParaRPr sz="1400">
              <a:solidFill>
                <a:schemeClr val="dk1"/>
              </a:solidFill>
              <a:latin typeface="Arial"/>
              <a:ea typeface="Arial"/>
              <a:cs typeface="Arial"/>
              <a:sym typeface="Arial"/>
            </a:endParaRPr>
          </a:p>
          <a:p>
            <a:pPr indent="0" lvl="0" marL="0" marR="0" rtl="0" algn="l">
              <a:spcBef>
                <a:spcPts val="600"/>
              </a:spcBef>
              <a:spcAft>
                <a:spcPts val="0"/>
              </a:spcAft>
              <a:buNone/>
            </a:pPr>
            <a:r>
              <a:rPr lang="ja-JP" sz="1400">
                <a:solidFill>
                  <a:schemeClr val="dk1"/>
                </a:solidFill>
                <a:latin typeface="Arial"/>
                <a:ea typeface="Arial"/>
                <a:cs typeface="Arial"/>
                <a:sym typeface="Arial"/>
              </a:rPr>
              <a:t>機能改善等の要望があればヒアリングすることも可能ですが、現時点では、現行踏襲を原則とすることを想定しております。</a:t>
            </a:r>
            <a:endParaRPr sz="1400">
              <a:solidFill>
                <a:schemeClr val="dk1"/>
              </a:solidFill>
              <a:latin typeface="Arial"/>
              <a:ea typeface="Arial"/>
              <a:cs typeface="Arial"/>
              <a:sym typeface="Arial"/>
            </a:endParaRPr>
          </a:p>
        </p:txBody>
      </p:sp>
      <p:sp>
        <p:nvSpPr>
          <p:cNvPr id="1632" name="Google Shape;1632;p34"/>
          <p:cNvSpPr/>
          <p:nvPr/>
        </p:nvSpPr>
        <p:spPr>
          <a:xfrm>
            <a:off x="6660000" y="3492000"/>
            <a:ext cx="2088000" cy="2448000"/>
          </a:xfrm>
          <a:prstGeom prst="rect">
            <a:avLst/>
          </a:prstGeom>
          <a:solidFill>
            <a:srgbClr val="E2F0D9">
              <a:alpha val="49803"/>
            </a:srgbClr>
          </a:solidFill>
          <a:ln cap="flat" cmpd="sng" w="19050">
            <a:solidFill>
              <a:schemeClr val="lt1"/>
            </a:solidFill>
            <a:prstDash val="solid"/>
            <a:miter lim="800000"/>
            <a:headEnd len="sm" w="sm" type="none"/>
            <a:tailEnd len="sm" w="sm" type="none"/>
          </a:ln>
        </p:spPr>
        <p:txBody>
          <a:bodyPr anchorCtr="0" anchor="t" bIns="144000" lIns="144000" spcFirstLastPara="1" rIns="144000" wrap="square" tIns="144000">
            <a:no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検討結果をまとめ資料を更新しシステム化方針として確定します。</a:t>
            </a:r>
            <a:endParaRPr sz="1400">
              <a:solidFill>
                <a:schemeClr val="dk1"/>
              </a:solidFill>
              <a:latin typeface="Arial"/>
              <a:ea typeface="Arial"/>
              <a:cs typeface="Arial"/>
              <a:sym typeface="Arial"/>
            </a:endParaRPr>
          </a:p>
          <a:p>
            <a:pPr indent="0" lvl="0" marL="0" marR="0" rtl="0" algn="l">
              <a:spcBef>
                <a:spcPts val="600"/>
              </a:spcBef>
              <a:spcAft>
                <a:spcPts val="0"/>
              </a:spcAft>
              <a:buNone/>
            </a:pPr>
            <a:r>
              <a:rPr lang="ja-JP" sz="1400" u="sng">
                <a:solidFill>
                  <a:schemeClr val="dk1"/>
                </a:solidFill>
                <a:latin typeface="Arial"/>
                <a:ea typeface="Arial"/>
                <a:cs typeface="Arial"/>
                <a:sym typeface="Arial"/>
              </a:rPr>
              <a:t>成果物例</a:t>
            </a:r>
            <a:endParaRPr sz="1400" u="sng">
              <a:solidFill>
                <a:schemeClr val="dk1"/>
              </a:solidFill>
              <a:latin typeface="Arial"/>
              <a:ea typeface="Arial"/>
              <a:cs typeface="Arial"/>
              <a:sym typeface="Arial"/>
            </a:endParaRPr>
          </a:p>
          <a:p>
            <a:pPr indent="0" lvl="0" marL="0" marR="0" rtl="0" algn="l">
              <a:spcBef>
                <a:spcPts val="600"/>
              </a:spcBef>
              <a:spcAft>
                <a:spcPts val="0"/>
              </a:spcAft>
              <a:buNone/>
            </a:pPr>
            <a:r>
              <a:rPr lang="ja-JP" sz="1400">
                <a:solidFill>
                  <a:schemeClr val="dk1"/>
                </a:solidFill>
                <a:latin typeface="Arial"/>
                <a:ea typeface="Arial"/>
                <a:cs typeface="Arial"/>
                <a:sym typeface="Arial"/>
              </a:rPr>
              <a:t>要求仕様書、画面一覧、帳票一覧、外部システムインターフェース概要、性能／容量要件定義書など</a:t>
            </a:r>
            <a:endParaRPr sz="1400">
              <a:solidFill>
                <a:schemeClr val="dk1"/>
              </a:solidFill>
              <a:latin typeface="Arial"/>
              <a:ea typeface="Arial"/>
              <a:cs typeface="Arial"/>
              <a:sym typeface="Arial"/>
            </a:endParaRPr>
          </a:p>
        </p:txBody>
      </p:sp>
      <p:sp>
        <p:nvSpPr>
          <p:cNvPr id="1633" name="Google Shape;1633;p34"/>
          <p:cNvSpPr/>
          <p:nvPr/>
        </p:nvSpPr>
        <p:spPr>
          <a:xfrm rot="-1440000">
            <a:off x="3528000" y="1404000"/>
            <a:ext cx="2088000" cy="2088000"/>
          </a:xfrm>
          <a:prstGeom prst="arc">
            <a:avLst>
              <a:gd fmla="val 11527257" name="adj1"/>
              <a:gd fmla="val 53650" name="adj2"/>
            </a:avLst>
          </a:prstGeom>
          <a:noFill/>
          <a:ln cap="rnd" cmpd="sng" w="152400">
            <a:solidFill>
              <a:srgbClr val="9CC2E5"/>
            </a:solidFill>
            <a:prstDash val="solid"/>
            <a:miter lim="800000"/>
            <a:headEnd len="sm" w="sm" type="none"/>
            <a:tailEnd len="sm" w="sm" type="triangl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634" name="Google Shape;1634;p34"/>
          <p:cNvSpPr/>
          <p:nvPr/>
        </p:nvSpPr>
        <p:spPr>
          <a:xfrm rot="9360000">
            <a:off x="3528000" y="1404000"/>
            <a:ext cx="2088000" cy="2088000"/>
          </a:xfrm>
          <a:prstGeom prst="arc">
            <a:avLst>
              <a:gd fmla="val 11527257" name="adj1"/>
              <a:gd fmla="val 53650" name="adj2"/>
            </a:avLst>
          </a:prstGeom>
          <a:noFill/>
          <a:ln cap="rnd" cmpd="sng" w="152400">
            <a:solidFill>
              <a:srgbClr val="9CC2E5"/>
            </a:solidFill>
            <a:prstDash val="solid"/>
            <a:miter lim="800000"/>
            <a:headEnd len="sm" w="sm" type="none"/>
            <a:tailEnd len="sm" w="sm" type="triangl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635" name="Google Shape;1635;p34"/>
          <p:cNvSpPr/>
          <p:nvPr/>
        </p:nvSpPr>
        <p:spPr>
          <a:xfrm>
            <a:off x="2484000" y="2052000"/>
            <a:ext cx="2088000" cy="792000"/>
          </a:xfrm>
          <a:prstGeom prst="homePlate">
            <a:avLst>
              <a:gd fmla="val 18103" name="adj"/>
            </a:avLst>
          </a:prstGeom>
          <a:solidFill>
            <a:schemeClr val="accent2"/>
          </a:solidFill>
          <a:ln cap="flat" cmpd="sng" w="381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600">
                <a:solidFill>
                  <a:schemeClr val="lt1"/>
                </a:solidFill>
                <a:latin typeface="Arial"/>
                <a:ea typeface="Arial"/>
                <a:cs typeface="Arial"/>
                <a:sym typeface="Arial"/>
              </a:rPr>
              <a:t>機能概要定義</a:t>
            </a:r>
            <a:endParaRPr b="1" sz="1600">
              <a:solidFill>
                <a:schemeClr val="lt1"/>
              </a:solidFill>
              <a:latin typeface="Arial"/>
              <a:ea typeface="Arial"/>
              <a:cs typeface="Arial"/>
              <a:sym typeface="Arial"/>
            </a:endParaRPr>
          </a:p>
          <a:p>
            <a:pPr indent="0" lvl="0" marL="0" marR="0" rtl="0" algn="ctr">
              <a:spcBef>
                <a:spcPts val="0"/>
              </a:spcBef>
              <a:spcAft>
                <a:spcPts val="0"/>
              </a:spcAft>
              <a:buNone/>
            </a:pPr>
            <a:r>
              <a:rPr b="1" lang="ja-JP" sz="1600">
                <a:solidFill>
                  <a:schemeClr val="lt1"/>
                </a:solidFill>
                <a:latin typeface="Arial"/>
                <a:ea typeface="Arial"/>
                <a:cs typeface="Arial"/>
                <a:sym typeface="Arial"/>
              </a:rPr>
              <a:t>非機能要件定義</a:t>
            </a:r>
            <a:endParaRPr b="1" sz="1600">
              <a:solidFill>
                <a:schemeClr val="lt1"/>
              </a:solidFill>
              <a:latin typeface="Arial"/>
              <a:ea typeface="Arial"/>
              <a:cs typeface="Arial"/>
              <a:sym typeface="Arial"/>
            </a:endParaRPr>
          </a:p>
        </p:txBody>
      </p:sp>
      <p:sp>
        <p:nvSpPr>
          <p:cNvPr id="1636" name="Google Shape;1636;p34"/>
          <p:cNvSpPr/>
          <p:nvPr/>
        </p:nvSpPr>
        <p:spPr>
          <a:xfrm>
            <a:off x="4572000" y="2052000"/>
            <a:ext cx="2088000" cy="792000"/>
          </a:xfrm>
          <a:prstGeom prst="homePlate">
            <a:avLst>
              <a:gd fmla="val 18103" name="adj"/>
            </a:avLst>
          </a:prstGeom>
          <a:solidFill>
            <a:schemeClr val="accent4"/>
          </a:solidFill>
          <a:ln cap="flat" cmpd="sng" w="381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600">
                <a:solidFill>
                  <a:schemeClr val="lt1"/>
                </a:solidFill>
                <a:latin typeface="Arial"/>
                <a:ea typeface="Arial"/>
                <a:cs typeface="Arial"/>
                <a:sym typeface="Arial"/>
              </a:rPr>
              <a:t>利用部門への確認</a:t>
            </a:r>
            <a:endParaRPr b="1" sz="1600">
              <a:solidFill>
                <a:schemeClr val="lt1"/>
              </a:solidFill>
              <a:latin typeface="Arial"/>
              <a:ea typeface="Arial"/>
              <a:cs typeface="Arial"/>
              <a:sym typeface="Arial"/>
            </a:endParaRPr>
          </a:p>
        </p:txBody>
      </p:sp>
      <p:sp>
        <p:nvSpPr>
          <p:cNvPr id="1637" name="Google Shape;1637;p34"/>
          <p:cNvSpPr/>
          <p:nvPr/>
        </p:nvSpPr>
        <p:spPr>
          <a:xfrm>
            <a:off x="6660000" y="2052000"/>
            <a:ext cx="2088000" cy="792000"/>
          </a:xfrm>
          <a:prstGeom prst="homePlate">
            <a:avLst>
              <a:gd fmla="val 18103" name="adj"/>
            </a:avLst>
          </a:prstGeom>
          <a:solidFill>
            <a:schemeClr val="accent6"/>
          </a:solidFill>
          <a:ln cap="flat" cmpd="sng" w="381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600">
                <a:solidFill>
                  <a:schemeClr val="lt1"/>
                </a:solidFill>
                <a:latin typeface="Arial"/>
                <a:ea typeface="Arial"/>
                <a:cs typeface="Arial"/>
                <a:sym typeface="Arial"/>
              </a:rPr>
              <a:t>システム化</a:t>
            </a:r>
            <a:endParaRPr b="1" sz="1600">
              <a:solidFill>
                <a:schemeClr val="lt1"/>
              </a:solidFill>
              <a:latin typeface="Arial"/>
              <a:ea typeface="Arial"/>
              <a:cs typeface="Arial"/>
              <a:sym typeface="Arial"/>
            </a:endParaRPr>
          </a:p>
          <a:p>
            <a:pPr indent="0" lvl="0" marL="0" marR="0" rtl="0" algn="ctr">
              <a:spcBef>
                <a:spcPts val="0"/>
              </a:spcBef>
              <a:spcAft>
                <a:spcPts val="0"/>
              </a:spcAft>
              <a:buNone/>
            </a:pPr>
            <a:r>
              <a:rPr b="1" lang="ja-JP" sz="1600">
                <a:solidFill>
                  <a:schemeClr val="lt1"/>
                </a:solidFill>
                <a:latin typeface="Arial"/>
                <a:ea typeface="Arial"/>
                <a:cs typeface="Arial"/>
                <a:sym typeface="Arial"/>
              </a:rPr>
              <a:t>方針の決定</a:t>
            </a:r>
            <a:endParaRPr/>
          </a:p>
        </p:txBody>
      </p:sp>
      <p:sp>
        <p:nvSpPr>
          <p:cNvPr id="1638" name="Google Shape;1638;p34"/>
          <p:cNvSpPr/>
          <p:nvPr/>
        </p:nvSpPr>
        <p:spPr>
          <a:xfrm>
            <a:off x="396000" y="2052000"/>
            <a:ext cx="2088000" cy="792000"/>
          </a:xfrm>
          <a:prstGeom prst="homePlate">
            <a:avLst>
              <a:gd fmla="val 18103" name="adj"/>
            </a:avLst>
          </a:prstGeom>
          <a:solidFill>
            <a:schemeClr val="accent1"/>
          </a:solidFill>
          <a:ln cap="flat" cmpd="sng" w="381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600">
                <a:solidFill>
                  <a:schemeClr val="lt1"/>
                </a:solidFill>
                <a:latin typeface="Arial"/>
                <a:ea typeface="Arial"/>
                <a:cs typeface="Arial"/>
                <a:sym typeface="Arial"/>
              </a:rPr>
              <a:t>システム化</a:t>
            </a:r>
            <a:endParaRPr b="1" sz="1600">
              <a:solidFill>
                <a:schemeClr val="lt1"/>
              </a:solidFill>
              <a:latin typeface="Arial"/>
              <a:ea typeface="Arial"/>
              <a:cs typeface="Arial"/>
              <a:sym typeface="Arial"/>
            </a:endParaRPr>
          </a:p>
          <a:p>
            <a:pPr indent="0" lvl="0" marL="0" marR="0" rtl="0" algn="ctr">
              <a:spcBef>
                <a:spcPts val="0"/>
              </a:spcBef>
              <a:spcAft>
                <a:spcPts val="0"/>
              </a:spcAft>
              <a:buNone/>
            </a:pPr>
            <a:r>
              <a:rPr b="1" lang="ja-JP" sz="1600">
                <a:solidFill>
                  <a:schemeClr val="lt1"/>
                </a:solidFill>
                <a:latin typeface="Arial"/>
                <a:ea typeface="Arial"/>
                <a:cs typeface="Arial"/>
                <a:sym typeface="Arial"/>
              </a:rPr>
              <a:t>方針案の作成</a:t>
            </a:r>
            <a:endParaRPr b="1" sz="1600">
              <a:solidFill>
                <a:schemeClr val="lt1"/>
              </a:solidFill>
              <a:latin typeface="Arial"/>
              <a:ea typeface="Arial"/>
              <a:cs typeface="Arial"/>
              <a:sym typeface="Arial"/>
            </a:endParaRPr>
          </a:p>
        </p:txBody>
      </p:sp>
      <p:cxnSp>
        <p:nvCxnSpPr>
          <p:cNvPr id="1639" name="Google Shape;1639;p34"/>
          <p:cNvCxnSpPr/>
          <p:nvPr/>
        </p:nvCxnSpPr>
        <p:spPr>
          <a:xfrm>
            <a:off x="864000" y="2844000"/>
            <a:ext cx="0" cy="648000"/>
          </a:xfrm>
          <a:prstGeom prst="straightConnector1">
            <a:avLst/>
          </a:prstGeom>
          <a:noFill/>
          <a:ln cap="flat" cmpd="sng" w="28575">
            <a:solidFill>
              <a:schemeClr val="accent1"/>
            </a:solidFill>
            <a:prstDash val="dash"/>
            <a:miter lim="800000"/>
            <a:headEnd len="sm" w="sm" type="none"/>
            <a:tailEnd len="sm" w="sm" type="none"/>
          </a:ln>
        </p:spPr>
      </p:cxnSp>
      <p:cxnSp>
        <p:nvCxnSpPr>
          <p:cNvPr id="1640" name="Google Shape;1640;p34"/>
          <p:cNvCxnSpPr/>
          <p:nvPr/>
        </p:nvCxnSpPr>
        <p:spPr>
          <a:xfrm>
            <a:off x="2952000" y="2844000"/>
            <a:ext cx="0" cy="648000"/>
          </a:xfrm>
          <a:prstGeom prst="straightConnector1">
            <a:avLst/>
          </a:prstGeom>
          <a:noFill/>
          <a:ln cap="flat" cmpd="sng" w="28575">
            <a:solidFill>
              <a:schemeClr val="accent2"/>
            </a:solidFill>
            <a:prstDash val="dash"/>
            <a:miter lim="800000"/>
            <a:headEnd len="sm" w="sm" type="none"/>
            <a:tailEnd len="sm" w="sm" type="none"/>
          </a:ln>
        </p:spPr>
      </p:cxnSp>
      <p:cxnSp>
        <p:nvCxnSpPr>
          <p:cNvPr id="1641" name="Google Shape;1641;p34"/>
          <p:cNvCxnSpPr/>
          <p:nvPr/>
        </p:nvCxnSpPr>
        <p:spPr>
          <a:xfrm>
            <a:off x="6192000" y="2844000"/>
            <a:ext cx="0" cy="648000"/>
          </a:xfrm>
          <a:prstGeom prst="straightConnector1">
            <a:avLst/>
          </a:prstGeom>
          <a:noFill/>
          <a:ln cap="flat" cmpd="sng" w="28575">
            <a:solidFill>
              <a:schemeClr val="accent4"/>
            </a:solidFill>
            <a:prstDash val="dash"/>
            <a:miter lim="800000"/>
            <a:headEnd len="sm" w="sm" type="none"/>
            <a:tailEnd len="sm" w="sm" type="none"/>
          </a:ln>
        </p:spPr>
      </p:cxnSp>
      <p:cxnSp>
        <p:nvCxnSpPr>
          <p:cNvPr id="1642" name="Google Shape;1642;p34"/>
          <p:cNvCxnSpPr/>
          <p:nvPr/>
        </p:nvCxnSpPr>
        <p:spPr>
          <a:xfrm>
            <a:off x="8280000" y="2844000"/>
            <a:ext cx="0" cy="648000"/>
          </a:xfrm>
          <a:prstGeom prst="straightConnector1">
            <a:avLst/>
          </a:prstGeom>
          <a:noFill/>
          <a:ln cap="flat" cmpd="sng" w="28575">
            <a:solidFill>
              <a:schemeClr val="accent6"/>
            </a:solidFill>
            <a:prstDash val="dash"/>
            <a:miter lim="800000"/>
            <a:headEnd len="sm" w="sm" type="none"/>
            <a:tailEnd len="sm" w="sm" type="none"/>
          </a:ln>
        </p:spPr>
      </p:cxnSp>
      <p:sp>
        <p:nvSpPr>
          <p:cNvPr id="1643" name="Google Shape;1643;p34"/>
          <p:cNvSpPr/>
          <p:nvPr/>
        </p:nvSpPr>
        <p:spPr>
          <a:xfrm>
            <a:off x="5760000" y="1008000"/>
            <a:ext cx="3168000" cy="792000"/>
          </a:xfrm>
          <a:prstGeom prst="rect">
            <a:avLst/>
          </a:prstGeom>
          <a:solidFill>
            <a:schemeClr val="lt1"/>
          </a:solidFill>
          <a:ln>
            <a:noFill/>
          </a:ln>
        </p:spPr>
        <p:txBody>
          <a:bodyPr anchorCtr="0" anchor="ctr" bIns="45700" lIns="91425" spcFirstLastPara="1" rIns="91425" wrap="square" tIns="45700">
            <a:noAutofit/>
          </a:bodyPr>
          <a:lstStyle/>
          <a:p>
            <a:pPr indent="-285750" lvl="0" marL="285750" marR="0" rtl="0" algn="l">
              <a:spcBef>
                <a:spcPts val="0"/>
              </a:spcBef>
              <a:spcAft>
                <a:spcPts val="0"/>
              </a:spcAft>
              <a:buClr>
                <a:schemeClr val="dk1"/>
              </a:buClr>
              <a:buSzPts val="1400"/>
              <a:buFont typeface="Arial"/>
              <a:buChar char="※"/>
            </a:pPr>
            <a:r>
              <a:rPr lang="ja-JP" sz="1400">
                <a:solidFill>
                  <a:schemeClr val="dk1"/>
                </a:solidFill>
                <a:latin typeface="Arial"/>
                <a:ea typeface="Arial"/>
                <a:cs typeface="Arial"/>
                <a:sym typeface="Arial"/>
              </a:rPr>
              <a:t>機能概要定義・非機能要件定義と利用部門への確認は数回繰り返し実施することを想定しています。</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7" name="Shape 1647"/>
        <p:cNvGrpSpPr/>
        <p:nvPr/>
      </p:nvGrpSpPr>
      <p:grpSpPr>
        <a:xfrm>
          <a:off x="0" y="0"/>
          <a:ext cx="0" cy="0"/>
          <a:chOff x="0" y="0"/>
          <a:chExt cx="0" cy="0"/>
        </a:xfrm>
      </p:grpSpPr>
      <p:sp>
        <p:nvSpPr>
          <p:cNvPr id="1648" name="Google Shape;1648;p35"/>
          <p:cNvSpPr/>
          <p:nvPr/>
        </p:nvSpPr>
        <p:spPr>
          <a:xfrm>
            <a:off x="3384000" y="4608000"/>
            <a:ext cx="5616000" cy="1584000"/>
          </a:xfrm>
          <a:prstGeom prst="rect">
            <a:avLst/>
          </a:prstGeom>
          <a:noFill/>
          <a:ln cap="flat" cmpd="sng" w="38100">
            <a:solidFill>
              <a:srgbClr val="FF0000"/>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600">
              <a:solidFill>
                <a:schemeClr val="lt1"/>
              </a:solidFill>
              <a:latin typeface="Arial"/>
              <a:ea typeface="Arial"/>
              <a:cs typeface="Arial"/>
              <a:sym typeface="Arial"/>
            </a:endParaRPr>
          </a:p>
        </p:txBody>
      </p:sp>
      <p:cxnSp>
        <p:nvCxnSpPr>
          <p:cNvPr id="1649" name="Google Shape;1649;p35"/>
          <p:cNvCxnSpPr/>
          <p:nvPr/>
        </p:nvCxnSpPr>
        <p:spPr>
          <a:xfrm>
            <a:off x="144000" y="1224000"/>
            <a:ext cx="8856000" cy="0"/>
          </a:xfrm>
          <a:prstGeom prst="straightConnector1">
            <a:avLst/>
          </a:prstGeom>
          <a:noFill/>
          <a:ln cap="flat" cmpd="sng" w="12700">
            <a:solidFill>
              <a:schemeClr val="accent3"/>
            </a:solidFill>
            <a:prstDash val="lgDash"/>
            <a:miter lim="800000"/>
            <a:headEnd len="sm" w="sm" type="none"/>
            <a:tailEnd len="sm" w="sm" type="none"/>
          </a:ln>
        </p:spPr>
      </p:cxnSp>
      <p:cxnSp>
        <p:nvCxnSpPr>
          <p:cNvPr id="1650" name="Google Shape;1650;p35"/>
          <p:cNvCxnSpPr/>
          <p:nvPr/>
        </p:nvCxnSpPr>
        <p:spPr>
          <a:xfrm>
            <a:off x="5184000" y="863999"/>
            <a:ext cx="0" cy="5472000"/>
          </a:xfrm>
          <a:prstGeom prst="straightConnector1">
            <a:avLst/>
          </a:prstGeom>
          <a:noFill/>
          <a:ln cap="flat" cmpd="sng" w="12700">
            <a:solidFill>
              <a:schemeClr val="accent3"/>
            </a:solidFill>
            <a:prstDash val="lgDash"/>
            <a:miter lim="800000"/>
            <a:headEnd len="sm" w="sm" type="none"/>
            <a:tailEnd len="sm" w="sm" type="none"/>
          </a:ln>
        </p:spPr>
      </p:cxnSp>
      <p:sp>
        <p:nvSpPr>
          <p:cNvPr id="1651" name="Google Shape;1651;p35"/>
          <p:cNvSpPr txBox="1"/>
          <p:nvPr>
            <p:ph type="title"/>
          </p:nvPr>
        </p:nvSpPr>
        <p:spPr>
          <a:xfrm>
            <a:off x="144000" y="36000"/>
            <a:ext cx="8856000" cy="5760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3000"/>
              <a:buFont typeface="Arial"/>
              <a:buNone/>
            </a:pPr>
            <a:r>
              <a:rPr lang="ja-JP"/>
              <a:t>設計（UI/SS）</a:t>
            </a:r>
            <a:endParaRPr/>
          </a:p>
        </p:txBody>
      </p:sp>
      <p:sp>
        <p:nvSpPr>
          <p:cNvPr id="1652" name="Google Shape;1652;p35"/>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ja-JP"/>
              <a:t>Copyright© 2020 SystemEXE,Inc. all rights reserved.</a:t>
            </a:r>
            <a:endParaRPr/>
          </a:p>
        </p:txBody>
      </p:sp>
      <p:sp>
        <p:nvSpPr>
          <p:cNvPr id="1653" name="Google Shape;1653;p35"/>
          <p:cNvSpPr txBox="1"/>
          <p:nvPr>
            <p:ph idx="12" type="sldNum"/>
          </p:nvPr>
        </p:nvSpPr>
        <p:spPr>
          <a:xfrm>
            <a:off x="4212000" y="6500068"/>
            <a:ext cx="720000" cy="288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ja-JP"/>
              <a:t>‹#›</a:t>
            </a:fld>
            <a:endParaRPr/>
          </a:p>
        </p:txBody>
      </p:sp>
      <p:sp>
        <p:nvSpPr>
          <p:cNvPr id="1654" name="Google Shape;1654;p35"/>
          <p:cNvSpPr/>
          <p:nvPr/>
        </p:nvSpPr>
        <p:spPr>
          <a:xfrm>
            <a:off x="3816000" y="1872000"/>
            <a:ext cx="360000" cy="360000"/>
          </a:xfrm>
          <a:prstGeom prst="rect">
            <a:avLst/>
          </a:prstGeom>
          <a:solidFill>
            <a:schemeClr val="accent2"/>
          </a:solid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655" name="Google Shape;1655;p35"/>
          <p:cNvSpPr/>
          <p:nvPr/>
        </p:nvSpPr>
        <p:spPr>
          <a:xfrm>
            <a:off x="1440000" y="1872000"/>
            <a:ext cx="360000" cy="360000"/>
          </a:xfrm>
          <a:prstGeom prst="rect">
            <a:avLst/>
          </a:prstGeom>
          <a:solidFill>
            <a:schemeClr val="accent2"/>
          </a:solid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656" name="Google Shape;1656;p35"/>
          <p:cNvSpPr/>
          <p:nvPr/>
        </p:nvSpPr>
        <p:spPr>
          <a:xfrm>
            <a:off x="4104001" y="1368000"/>
            <a:ext cx="360000" cy="360000"/>
          </a:xfrm>
          <a:prstGeom prst="rect">
            <a:avLst/>
          </a:prstGeom>
          <a:solidFill>
            <a:schemeClr val="accent2"/>
          </a:solid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657" name="Google Shape;1657;p35"/>
          <p:cNvSpPr/>
          <p:nvPr/>
        </p:nvSpPr>
        <p:spPr>
          <a:xfrm>
            <a:off x="1439999" y="1368000"/>
            <a:ext cx="360000" cy="360000"/>
          </a:xfrm>
          <a:prstGeom prst="rect">
            <a:avLst/>
          </a:prstGeom>
          <a:solidFill>
            <a:schemeClr val="accent2"/>
          </a:solid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658" name="Google Shape;1658;p35"/>
          <p:cNvSpPr/>
          <p:nvPr/>
        </p:nvSpPr>
        <p:spPr>
          <a:xfrm>
            <a:off x="288000" y="1872000"/>
            <a:ext cx="1080000" cy="360000"/>
          </a:xfrm>
          <a:prstGeom prst="rect">
            <a:avLst/>
          </a:prstGeom>
          <a:solidFill>
            <a:schemeClr val="accent2"/>
          </a:solid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659" name="Google Shape;1659;p35"/>
          <p:cNvSpPr/>
          <p:nvPr/>
        </p:nvSpPr>
        <p:spPr>
          <a:xfrm>
            <a:off x="2805711" y="3888000"/>
            <a:ext cx="360000" cy="360000"/>
          </a:xfrm>
          <a:prstGeom prst="rect">
            <a:avLst/>
          </a:prstGeom>
          <a:solidFill>
            <a:schemeClr val="accent2"/>
          </a:solid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660" name="Google Shape;1660;p35"/>
          <p:cNvSpPr/>
          <p:nvPr/>
        </p:nvSpPr>
        <p:spPr>
          <a:xfrm>
            <a:off x="2805711" y="4392000"/>
            <a:ext cx="360000" cy="360000"/>
          </a:xfrm>
          <a:prstGeom prst="rect">
            <a:avLst/>
          </a:prstGeom>
          <a:solidFill>
            <a:schemeClr val="accent2"/>
          </a:solid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661" name="Google Shape;1661;p35"/>
          <p:cNvSpPr/>
          <p:nvPr/>
        </p:nvSpPr>
        <p:spPr>
          <a:xfrm>
            <a:off x="4104000" y="1872000"/>
            <a:ext cx="360000" cy="360000"/>
          </a:xfrm>
          <a:prstGeom prst="rect">
            <a:avLst/>
          </a:prstGeom>
          <a:solidFill>
            <a:schemeClr val="accent2"/>
          </a:solid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662" name="Google Shape;1662;p35"/>
          <p:cNvSpPr/>
          <p:nvPr/>
        </p:nvSpPr>
        <p:spPr>
          <a:xfrm>
            <a:off x="288000" y="1872000"/>
            <a:ext cx="4752000" cy="360000"/>
          </a:xfrm>
          <a:prstGeom prst="rect">
            <a:avLst/>
          </a:prstGeom>
          <a:solidFill>
            <a:srgbClr val="EDEDED"/>
          </a:solid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システム機能の仕様化</a:t>
            </a:r>
            <a:endParaRPr/>
          </a:p>
        </p:txBody>
      </p:sp>
      <p:sp>
        <p:nvSpPr>
          <p:cNvPr id="1663" name="Google Shape;1663;p35"/>
          <p:cNvSpPr/>
          <p:nvPr/>
        </p:nvSpPr>
        <p:spPr>
          <a:xfrm>
            <a:off x="288000" y="2376000"/>
            <a:ext cx="1080000" cy="576000"/>
          </a:xfrm>
          <a:prstGeom prst="rect">
            <a:avLst/>
          </a:prstGeom>
          <a:solidFill>
            <a:srgbClr val="EDEDED"/>
          </a:solid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外部システムIF設計</a:t>
            </a:r>
            <a:endParaRPr/>
          </a:p>
        </p:txBody>
      </p:sp>
      <p:sp>
        <p:nvSpPr>
          <p:cNvPr id="1664" name="Google Shape;1664;p35"/>
          <p:cNvSpPr/>
          <p:nvPr/>
        </p:nvSpPr>
        <p:spPr>
          <a:xfrm>
            <a:off x="1799999" y="2376000"/>
            <a:ext cx="2016000" cy="360000"/>
          </a:xfrm>
          <a:prstGeom prst="rect">
            <a:avLst/>
          </a:prstGeom>
          <a:solidFill>
            <a:srgbClr val="EDEDED"/>
          </a:solid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画面設計</a:t>
            </a:r>
            <a:endParaRPr/>
          </a:p>
        </p:txBody>
      </p:sp>
      <p:sp>
        <p:nvSpPr>
          <p:cNvPr id="1665" name="Google Shape;1665;p35"/>
          <p:cNvSpPr/>
          <p:nvPr/>
        </p:nvSpPr>
        <p:spPr>
          <a:xfrm>
            <a:off x="1799999" y="2880000"/>
            <a:ext cx="2016000" cy="360000"/>
          </a:xfrm>
          <a:prstGeom prst="rect">
            <a:avLst/>
          </a:prstGeom>
          <a:solidFill>
            <a:srgbClr val="EDEDED"/>
          </a:solid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帳票設計</a:t>
            </a:r>
            <a:endParaRPr/>
          </a:p>
        </p:txBody>
      </p:sp>
      <p:sp>
        <p:nvSpPr>
          <p:cNvPr id="1666" name="Google Shape;1666;p35"/>
          <p:cNvSpPr/>
          <p:nvPr/>
        </p:nvSpPr>
        <p:spPr>
          <a:xfrm>
            <a:off x="1799999" y="3384000"/>
            <a:ext cx="2016000" cy="360000"/>
          </a:xfrm>
          <a:prstGeom prst="rect">
            <a:avLst/>
          </a:prstGeom>
          <a:solidFill>
            <a:srgbClr val="EDEDED"/>
          </a:solid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サブシステム間IF設計</a:t>
            </a:r>
            <a:endParaRPr sz="1400">
              <a:solidFill>
                <a:schemeClr val="dk1"/>
              </a:solidFill>
              <a:latin typeface="Arial"/>
              <a:ea typeface="Arial"/>
              <a:cs typeface="Arial"/>
              <a:sym typeface="Arial"/>
            </a:endParaRPr>
          </a:p>
        </p:txBody>
      </p:sp>
      <p:sp>
        <p:nvSpPr>
          <p:cNvPr id="1667" name="Google Shape;1667;p35"/>
          <p:cNvSpPr/>
          <p:nvPr/>
        </p:nvSpPr>
        <p:spPr>
          <a:xfrm>
            <a:off x="1799999" y="3888000"/>
            <a:ext cx="2016000" cy="360000"/>
          </a:xfrm>
          <a:prstGeom prst="rect">
            <a:avLst/>
          </a:prstGeom>
          <a:solidFill>
            <a:srgbClr val="EDEDED"/>
          </a:solid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データ構造の仕様化</a:t>
            </a:r>
            <a:endParaRPr/>
          </a:p>
        </p:txBody>
      </p:sp>
      <p:sp>
        <p:nvSpPr>
          <p:cNvPr id="1668" name="Google Shape;1668;p35"/>
          <p:cNvSpPr/>
          <p:nvPr/>
        </p:nvSpPr>
        <p:spPr>
          <a:xfrm>
            <a:off x="288000" y="3888000"/>
            <a:ext cx="1082348" cy="360000"/>
          </a:xfrm>
          <a:prstGeom prst="rect">
            <a:avLst/>
          </a:prstGeom>
          <a:solidFill>
            <a:srgbClr val="EDEDED"/>
          </a:solid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コード設計</a:t>
            </a:r>
            <a:endParaRPr/>
          </a:p>
        </p:txBody>
      </p:sp>
      <p:sp>
        <p:nvSpPr>
          <p:cNvPr id="1669" name="Google Shape;1669;p35"/>
          <p:cNvSpPr/>
          <p:nvPr/>
        </p:nvSpPr>
        <p:spPr>
          <a:xfrm>
            <a:off x="1440001" y="1368000"/>
            <a:ext cx="3024000" cy="360000"/>
          </a:xfrm>
          <a:prstGeom prst="rect">
            <a:avLst/>
          </a:prstGeom>
          <a:solidFill>
            <a:srgbClr val="EDEDED"/>
          </a:solid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プロセスとデータの整合性検証</a:t>
            </a:r>
            <a:endParaRPr/>
          </a:p>
        </p:txBody>
      </p:sp>
      <p:sp>
        <p:nvSpPr>
          <p:cNvPr id="1670" name="Google Shape;1670;p35"/>
          <p:cNvSpPr/>
          <p:nvPr/>
        </p:nvSpPr>
        <p:spPr>
          <a:xfrm>
            <a:off x="288000" y="4392000"/>
            <a:ext cx="2877711" cy="360000"/>
          </a:xfrm>
          <a:prstGeom prst="rect">
            <a:avLst/>
          </a:prstGeom>
          <a:solidFill>
            <a:srgbClr val="EDEDED"/>
          </a:solid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アプリケーション処理方式の設計</a:t>
            </a:r>
            <a:endParaRPr/>
          </a:p>
        </p:txBody>
      </p:sp>
      <p:grpSp>
        <p:nvGrpSpPr>
          <p:cNvPr id="1671" name="Google Shape;1671;p35"/>
          <p:cNvGrpSpPr/>
          <p:nvPr/>
        </p:nvGrpSpPr>
        <p:grpSpPr>
          <a:xfrm>
            <a:off x="3528000" y="4752000"/>
            <a:ext cx="5328000" cy="1296000"/>
            <a:chOff x="3528000" y="3960000"/>
            <a:chExt cx="5328000" cy="1296000"/>
          </a:xfrm>
        </p:grpSpPr>
        <p:sp>
          <p:nvSpPr>
            <p:cNvPr id="1672" name="Google Shape;1672;p35"/>
            <p:cNvSpPr/>
            <p:nvPr/>
          </p:nvSpPr>
          <p:spPr>
            <a:xfrm>
              <a:off x="3528000" y="3960000"/>
              <a:ext cx="1512000" cy="576000"/>
            </a:xfrm>
            <a:prstGeom prst="rect">
              <a:avLst/>
            </a:prstGeom>
            <a:solidFill>
              <a:schemeClr val="accent2"/>
            </a:solid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ja-JP" sz="1400">
                  <a:solidFill>
                    <a:schemeClr val="lt1"/>
                  </a:solidFill>
                  <a:latin typeface="Arial"/>
                  <a:ea typeface="Arial"/>
                  <a:cs typeface="Arial"/>
                  <a:sym typeface="Arial"/>
                </a:rPr>
                <a:t>業務共通機能設計</a:t>
              </a:r>
              <a:endParaRPr b="1" sz="1400">
                <a:solidFill>
                  <a:schemeClr val="lt1"/>
                </a:solidFill>
                <a:latin typeface="Arial"/>
                <a:ea typeface="Arial"/>
                <a:cs typeface="Arial"/>
                <a:sym typeface="Arial"/>
              </a:endParaRPr>
            </a:p>
          </p:txBody>
        </p:sp>
        <p:sp>
          <p:nvSpPr>
            <p:cNvPr id="1673" name="Google Shape;1673;p35"/>
            <p:cNvSpPr/>
            <p:nvPr/>
          </p:nvSpPr>
          <p:spPr>
            <a:xfrm>
              <a:off x="3528000" y="4680000"/>
              <a:ext cx="1512000" cy="576000"/>
            </a:xfrm>
            <a:prstGeom prst="rect">
              <a:avLst/>
            </a:prstGeom>
            <a:solidFill>
              <a:schemeClr val="accent2"/>
            </a:solid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ja-JP" sz="1400">
                  <a:solidFill>
                    <a:schemeClr val="lt1"/>
                  </a:solidFill>
                  <a:latin typeface="Arial"/>
                  <a:ea typeface="Arial"/>
                  <a:cs typeface="Arial"/>
                  <a:sym typeface="Arial"/>
                </a:rPr>
                <a:t>業務共通機能構造設計</a:t>
              </a:r>
              <a:endParaRPr b="1" sz="1400">
                <a:solidFill>
                  <a:schemeClr val="lt1"/>
                </a:solidFill>
                <a:latin typeface="Arial"/>
                <a:ea typeface="Arial"/>
                <a:cs typeface="Arial"/>
                <a:sym typeface="Arial"/>
              </a:endParaRPr>
            </a:p>
          </p:txBody>
        </p:sp>
        <p:sp>
          <p:nvSpPr>
            <p:cNvPr id="1674" name="Google Shape;1674;p35"/>
            <p:cNvSpPr/>
            <p:nvPr/>
          </p:nvSpPr>
          <p:spPr>
            <a:xfrm>
              <a:off x="5328000" y="3960000"/>
              <a:ext cx="1800000" cy="576000"/>
            </a:xfrm>
            <a:prstGeom prst="rect">
              <a:avLst/>
            </a:prstGeom>
            <a:solidFill>
              <a:schemeClr val="accent2"/>
            </a:solid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ja-JP" sz="1400">
                  <a:solidFill>
                    <a:schemeClr val="lt1"/>
                  </a:solidFill>
                  <a:latin typeface="Arial"/>
                  <a:ea typeface="Arial"/>
                  <a:cs typeface="Arial"/>
                  <a:sym typeface="Arial"/>
                </a:rPr>
                <a:t>業務共通機能のプログラミング</a:t>
              </a:r>
              <a:endParaRPr b="1" sz="1400">
                <a:solidFill>
                  <a:schemeClr val="lt1"/>
                </a:solidFill>
                <a:latin typeface="Arial"/>
                <a:ea typeface="Arial"/>
                <a:cs typeface="Arial"/>
                <a:sym typeface="Arial"/>
              </a:endParaRPr>
            </a:p>
          </p:txBody>
        </p:sp>
        <p:sp>
          <p:nvSpPr>
            <p:cNvPr id="1675" name="Google Shape;1675;p35"/>
            <p:cNvSpPr/>
            <p:nvPr/>
          </p:nvSpPr>
          <p:spPr>
            <a:xfrm>
              <a:off x="5328000" y="4680000"/>
              <a:ext cx="1800000" cy="576000"/>
            </a:xfrm>
            <a:prstGeom prst="rect">
              <a:avLst/>
            </a:prstGeom>
            <a:solidFill>
              <a:schemeClr val="accent2"/>
            </a:solid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ja-JP" sz="1400">
                  <a:solidFill>
                    <a:schemeClr val="lt1"/>
                  </a:solidFill>
                  <a:latin typeface="Arial"/>
                  <a:ea typeface="Arial"/>
                  <a:cs typeface="Arial"/>
                  <a:sym typeface="Arial"/>
                </a:rPr>
                <a:t>業務共通プログラムテスト仕様の作成</a:t>
              </a:r>
              <a:endParaRPr b="1" sz="1400">
                <a:solidFill>
                  <a:schemeClr val="lt1"/>
                </a:solidFill>
                <a:latin typeface="Arial"/>
                <a:ea typeface="Arial"/>
                <a:cs typeface="Arial"/>
                <a:sym typeface="Arial"/>
              </a:endParaRPr>
            </a:p>
          </p:txBody>
        </p:sp>
        <p:sp>
          <p:nvSpPr>
            <p:cNvPr id="1676" name="Google Shape;1676;p35"/>
            <p:cNvSpPr/>
            <p:nvPr/>
          </p:nvSpPr>
          <p:spPr>
            <a:xfrm>
              <a:off x="7344000" y="3960000"/>
              <a:ext cx="1512000" cy="1296000"/>
            </a:xfrm>
            <a:prstGeom prst="rect">
              <a:avLst/>
            </a:prstGeom>
            <a:solidFill>
              <a:schemeClr val="accent2"/>
            </a:solid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ja-JP" sz="1400">
                  <a:solidFill>
                    <a:schemeClr val="lt1"/>
                  </a:solidFill>
                  <a:latin typeface="Arial"/>
                  <a:ea typeface="Arial"/>
                  <a:cs typeface="Arial"/>
                  <a:sym typeface="Arial"/>
                </a:rPr>
                <a:t>業務共通機能の単体テスト</a:t>
              </a:r>
              <a:endParaRPr b="1" sz="1400">
                <a:solidFill>
                  <a:schemeClr val="lt1"/>
                </a:solidFill>
                <a:latin typeface="Arial"/>
                <a:ea typeface="Arial"/>
                <a:cs typeface="Arial"/>
                <a:sym typeface="Arial"/>
              </a:endParaRPr>
            </a:p>
          </p:txBody>
        </p:sp>
      </p:grpSp>
      <p:sp>
        <p:nvSpPr>
          <p:cNvPr id="1677" name="Google Shape;1677;p35"/>
          <p:cNvSpPr/>
          <p:nvPr/>
        </p:nvSpPr>
        <p:spPr>
          <a:xfrm>
            <a:off x="5328000" y="1872000"/>
            <a:ext cx="3528000" cy="360000"/>
          </a:xfrm>
          <a:prstGeom prst="rect">
            <a:avLst/>
          </a:prstGeom>
          <a:solidFill>
            <a:srgbClr val="EDEDED"/>
          </a:solid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アプリケーション構造設計</a:t>
            </a:r>
            <a:endParaRPr/>
          </a:p>
        </p:txBody>
      </p:sp>
      <p:cxnSp>
        <p:nvCxnSpPr>
          <p:cNvPr id="1678" name="Google Shape;1678;p35"/>
          <p:cNvCxnSpPr>
            <a:stCxn id="1655" idx="2"/>
            <a:endCxn id="1664" idx="1"/>
          </p:cNvCxnSpPr>
          <p:nvPr/>
        </p:nvCxnSpPr>
        <p:spPr>
          <a:xfrm flipH="1" rot="-5400000">
            <a:off x="1548000" y="2304000"/>
            <a:ext cx="324000" cy="180000"/>
          </a:xfrm>
          <a:prstGeom prst="bentConnector2">
            <a:avLst/>
          </a:prstGeom>
          <a:noFill/>
          <a:ln cap="flat" cmpd="sng" w="9525">
            <a:solidFill>
              <a:schemeClr val="dk1"/>
            </a:solidFill>
            <a:prstDash val="solid"/>
            <a:miter lim="800000"/>
            <a:headEnd len="sm" w="sm" type="none"/>
            <a:tailEnd len="med" w="med" type="triangle"/>
          </a:ln>
        </p:spPr>
      </p:cxnSp>
      <p:cxnSp>
        <p:nvCxnSpPr>
          <p:cNvPr id="1679" name="Google Shape;1679;p35"/>
          <p:cNvCxnSpPr>
            <a:stCxn id="1655" idx="2"/>
            <a:endCxn id="1665" idx="1"/>
          </p:cNvCxnSpPr>
          <p:nvPr/>
        </p:nvCxnSpPr>
        <p:spPr>
          <a:xfrm flipH="1" rot="-5400000">
            <a:off x="1296000" y="2556000"/>
            <a:ext cx="828000" cy="180000"/>
          </a:xfrm>
          <a:prstGeom prst="bentConnector2">
            <a:avLst/>
          </a:prstGeom>
          <a:noFill/>
          <a:ln cap="flat" cmpd="sng" w="9525">
            <a:solidFill>
              <a:schemeClr val="dk1"/>
            </a:solidFill>
            <a:prstDash val="solid"/>
            <a:miter lim="800000"/>
            <a:headEnd len="sm" w="sm" type="none"/>
            <a:tailEnd len="med" w="med" type="triangle"/>
          </a:ln>
        </p:spPr>
      </p:cxnSp>
      <p:cxnSp>
        <p:nvCxnSpPr>
          <p:cNvPr id="1680" name="Google Shape;1680;p35"/>
          <p:cNvCxnSpPr>
            <a:stCxn id="1655" idx="2"/>
            <a:endCxn id="1666" idx="1"/>
          </p:cNvCxnSpPr>
          <p:nvPr/>
        </p:nvCxnSpPr>
        <p:spPr>
          <a:xfrm flipH="1" rot="-5400000">
            <a:off x="1044000" y="2808000"/>
            <a:ext cx="1332000" cy="180000"/>
          </a:xfrm>
          <a:prstGeom prst="bentConnector2">
            <a:avLst/>
          </a:prstGeom>
          <a:noFill/>
          <a:ln cap="flat" cmpd="sng" w="9525">
            <a:solidFill>
              <a:schemeClr val="dk1"/>
            </a:solidFill>
            <a:prstDash val="solid"/>
            <a:miter lim="800000"/>
            <a:headEnd len="sm" w="sm" type="none"/>
            <a:tailEnd len="med" w="med" type="triangle"/>
          </a:ln>
        </p:spPr>
      </p:cxnSp>
      <p:cxnSp>
        <p:nvCxnSpPr>
          <p:cNvPr id="1681" name="Google Shape;1681;p35"/>
          <p:cNvCxnSpPr>
            <a:stCxn id="1655" idx="2"/>
            <a:endCxn id="1667" idx="1"/>
          </p:cNvCxnSpPr>
          <p:nvPr/>
        </p:nvCxnSpPr>
        <p:spPr>
          <a:xfrm flipH="1" rot="-5400000">
            <a:off x="792000" y="3060000"/>
            <a:ext cx="1836000" cy="180000"/>
          </a:xfrm>
          <a:prstGeom prst="bentConnector2">
            <a:avLst/>
          </a:prstGeom>
          <a:noFill/>
          <a:ln cap="flat" cmpd="sng" w="9525">
            <a:solidFill>
              <a:schemeClr val="dk1"/>
            </a:solidFill>
            <a:prstDash val="solid"/>
            <a:miter lim="800000"/>
            <a:headEnd len="sm" w="sm" type="none"/>
            <a:tailEnd len="med" w="med" type="triangle"/>
          </a:ln>
        </p:spPr>
      </p:cxnSp>
      <p:cxnSp>
        <p:nvCxnSpPr>
          <p:cNvPr id="1682" name="Google Shape;1682;p35"/>
          <p:cNvCxnSpPr>
            <a:stCxn id="1667" idx="3"/>
            <a:endCxn id="1654" idx="2"/>
          </p:cNvCxnSpPr>
          <p:nvPr/>
        </p:nvCxnSpPr>
        <p:spPr>
          <a:xfrm flipH="1" rot="10800000">
            <a:off x="3815999" y="2232000"/>
            <a:ext cx="180000" cy="1836000"/>
          </a:xfrm>
          <a:prstGeom prst="bentConnector2">
            <a:avLst/>
          </a:prstGeom>
          <a:noFill/>
          <a:ln cap="flat" cmpd="sng" w="9525">
            <a:solidFill>
              <a:schemeClr val="dk1"/>
            </a:solidFill>
            <a:prstDash val="solid"/>
            <a:miter lim="800000"/>
            <a:headEnd len="sm" w="sm" type="none"/>
            <a:tailEnd len="med" w="med" type="triangle"/>
          </a:ln>
        </p:spPr>
      </p:cxnSp>
      <p:cxnSp>
        <p:nvCxnSpPr>
          <p:cNvPr id="1683" name="Google Shape;1683;p35"/>
          <p:cNvCxnSpPr>
            <a:stCxn id="1666" idx="3"/>
            <a:endCxn id="1654" idx="2"/>
          </p:cNvCxnSpPr>
          <p:nvPr/>
        </p:nvCxnSpPr>
        <p:spPr>
          <a:xfrm flipH="1" rot="10800000">
            <a:off x="3815999" y="2232000"/>
            <a:ext cx="180000" cy="1332000"/>
          </a:xfrm>
          <a:prstGeom prst="bentConnector2">
            <a:avLst/>
          </a:prstGeom>
          <a:noFill/>
          <a:ln cap="flat" cmpd="sng" w="9525">
            <a:solidFill>
              <a:schemeClr val="dk1"/>
            </a:solidFill>
            <a:prstDash val="solid"/>
            <a:miter lim="800000"/>
            <a:headEnd len="sm" w="sm" type="none"/>
            <a:tailEnd len="med" w="med" type="triangle"/>
          </a:ln>
        </p:spPr>
      </p:cxnSp>
      <p:cxnSp>
        <p:nvCxnSpPr>
          <p:cNvPr id="1684" name="Google Shape;1684;p35"/>
          <p:cNvCxnSpPr>
            <a:stCxn id="1665" idx="3"/>
            <a:endCxn id="1654" idx="2"/>
          </p:cNvCxnSpPr>
          <p:nvPr/>
        </p:nvCxnSpPr>
        <p:spPr>
          <a:xfrm flipH="1" rot="10800000">
            <a:off x="3815999" y="2232000"/>
            <a:ext cx="180000" cy="828000"/>
          </a:xfrm>
          <a:prstGeom prst="bentConnector2">
            <a:avLst/>
          </a:prstGeom>
          <a:noFill/>
          <a:ln cap="flat" cmpd="sng" w="9525">
            <a:solidFill>
              <a:schemeClr val="dk1"/>
            </a:solidFill>
            <a:prstDash val="solid"/>
            <a:miter lim="800000"/>
            <a:headEnd len="sm" w="sm" type="none"/>
            <a:tailEnd len="med" w="med" type="triangle"/>
          </a:ln>
        </p:spPr>
      </p:cxnSp>
      <p:cxnSp>
        <p:nvCxnSpPr>
          <p:cNvPr id="1685" name="Google Shape;1685;p35"/>
          <p:cNvCxnSpPr>
            <a:stCxn id="1664" idx="3"/>
            <a:endCxn id="1654" idx="2"/>
          </p:cNvCxnSpPr>
          <p:nvPr/>
        </p:nvCxnSpPr>
        <p:spPr>
          <a:xfrm flipH="1" rot="10800000">
            <a:off x="3815999" y="2232000"/>
            <a:ext cx="180000" cy="324000"/>
          </a:xfrm>
          <a:prstGeom prst="bentConnector2">
            <a:avLst/>
          </a:prstGeom>
          <a:noFill/>
          <a:ln cap="flat" cmpd="sng" w="9525">
            <a:solidFill>
              <a:schemeClr val="dk1"/>
            </a:solidFill>
            <a:prstDash val="solid"/>
            <a:miter lim="800000"/>
            <a:headEnd len="sm" w="sm" type="none"/>
            <a:tailEnd len="med" w="med" type="triangle"/>
          </a:ln>
        </p:spPr>
      </p:cxnSp>
      <p:cxnSp>
        <p:nvCxnSpPr>
          <p:cNvPr id="1686" name="Google Shape;1686;p35"/>
          <p:cNvCxnSpPr>
            <a:stCxn id="1655" idx="0"/>
            <a:endCxn id="1657" idx="2"/>
          </p:cNvCxnSpPr>
          <p:nvPr/>
        </p:nvCxnSpPr>
        <p:spPr>
          <a:xfrm rot="10800000">
            <a:off x="1620000" y="1728000"/>
            <a:ext cx="0" cy="144000"/>
          </a:xfrm>
          <a:prstGeom prst="straightConnector1">
            <a:avLst/>
          </a:prstGeom>
          <a:noFill/>
          <a:ln cap="flat" cmpd="sng" w="9525">
            <a:solidFill>
              <a:schemeClr val="dk1"/>
            </a:solidFill>
            <a:prstDash val="solid"/>
            <a:miter lim="800000"/>
            <a:headEnd len="sm" w="sm" type="none"/>
            <a:tailEnd len="med" w="med" type="triangle"/>
          </a:ln>
        </p:spPr>
      </p:cxnSp>
      <p:cxnSp>
        <p:nvCxnSpPr>
          <p:cNvPr id="1687" name="Google Shape;1687;p35"/>
          <p:cNvCxnSpPr>
            <a:stCxn id="1656" idx="2"/>
            <a:endCxn id="1661" idx="0"/>
          </p:cNvCxnSpPr>
          <p:nvPr/>
        </p:nvCxnSpPr>
        <p:spPr>
          <a:xfrm>
            <a:off x="4284001" y="1728000"/>
            <a:ext cx="0" cy="144000"/>
          </a:xfrm>
          <a:prstGeom prst="straightConnector1">
            <a:avLst/>
          </a:prstGeom>
          <a:noFill/>
          <a:ln cap="flat" cmpd="sng" w="9525">
            <a:solidFill>
              <a:schemeClr val="dk1"/>
            </a:solidFill>
            <a:prstDash val="solid"/>
            <a:miter lim="800000"/>
            <a:headEnd len="sm" w="sm" type="none"/>
            <a:tailEnd len="med" w="med" type="triangle"/>
          </a:ln>
        </p:spPr>
      </p:cxnSp>
      <p:cxnSp>
        <p:nvCxnSpPr>
          <p:cNvPr id="1688" name="Google Shape;1688;p35"/>
          <p:cNvCxnSpPr>
            <a:stCxn id="1663" idx="0"/>
            <a:endCxn id="1658" idx="2"/>
          </p:cNvCxnSpPr>
          <p:nvPr/>
        </p:nvCxnSpPr>
        <p:spPr>
          <a:xfrm rot="10800000">
            <a:off x="828000" y="2232000"/>
            <a:ext cx="0" cy="144000"/>
          </a:xfrm>
          <a:prstGeom prst="straightConnector1">
            <a:avLst/>
          </a:prstGeom>
          <a:noFill/>
          <a:ln cap="flat" cmpd="sng" w="9525">
            <a:solidFill>
              <a:schemeClr val="dk1"/>
            </a:solidFill>
            <a:prstDash val="solid"/>
            <a:miter lim="800000"/>
            <a:headEnd len="sm" w="sm" type="none"/>
            <a:tailEnd len="med" w="med" type="triangle"/>
          </a:ln>
        </p:spPr>
      </p:cxnSp>
      <p:cxnSp>
        <p:nvCxnSpPr>
          <p:cNvPr id="1689" name="Google Shape;1689;p35"/>
          <p:cNvCxnSpPr>
            <a:stCxn id="1668" idx="3"/>
            <a:endCxn id="1667" idx="1"/>
          </p:cNvCxnSpPr>
          <p:nvPr/>
        </p:nvCxnSpPr>
        <p:spPr>
          <a:xfrm>
            <a:off x="1370348" y="4068000"/>
            <a:ext cx="429600" cy="0"/>
          </a:xfrm>
          <a:prstGeom prst="straightConnector1">
            <a:avLst/>
          </a:prstGeom>
          <a:noFill/>
          <a:ln cap="flat" cmpd="sng" w="9525">
            <a:solidFill>
              <a:schemeClr val="dk1"/>
            </a:solidFill>
            <a:prstDash val="solid"/>
            <a:miter lim="800000"/>
            <a:headEnd len="sm" w="sm" type="none"/>
            <a:tailEnd len="med" w="med" type="triangle"/>
          </a:ln>
        </p:spPr>
      </p:cxnSp>
      <p:cxnSp>
        <p:nvCxnSpPr>
          <p:cNvPr id="1690" name="Google Shape;1690;p35"/>
          <p:cNvCxnSpPr>
            <a:stCxn id="1660" idx="0"/>
            <a:endCxn id="1659" idx="2"/>
          </p:cNvCxnSpPr>
          <p:nvPr/>
        </p:nvCxnSpPr>
        <p:spPr>
          <a:xfrm rot="10800000">
            <a:off x="2985711" y="4248000"/>
            <a:ext cx="0" cy="144000"/>
          </a:xfrm>
          <a:prstGeom prst="straightConnector1">
            <a:avLst/>
          </a:prstGeom>
          <a:noFill/>
          <a:ln cap="flat" cmpd="sng" w="9525">
            <a:solidFill>
              <a:schemeClr val="dk1"/>
            </a:solidFill>
            <a:prstDash val="solid"/>
            <a:miter lim="800000"/>
            <a:headEnd len="sm" w="sm" type="none"/>
            <a:tailEnd len="med" w="med" type="triangle"/>
          </a:ln>
        </p:spPr>
      </p:cxnSp>
      <p:cxnSp>
        <p:nvCxnSpPr>
          <p:cNvPr id="1691" name="Google Shape;1691;p35"/>
          <p:cNvCxnSpPr>
            <a:stCxn id="1661" idx="2"/>
            <a:endCxn id="1672" idx="0"/>
          </p:cNvCxnSpPr>
          <p:nvPr/>
        </p:nvCxnSpPr>
        <p:spPr>
          <a:xfrm>
            <a:off x="4284000" y="2232000"/>
            <a:ext cx="0" cy="2520000"/>
          </a:xfrm>
          <a:prstGeom prst="straightConnector1">
            <a:avLst/>
          </a:prstGeom>
          <a:noFill/>
          <a:ln cap="flat" cmpd="sng" w="9525">
            <a:solidFill>
              <a:schemeClr val="dk1"/>
            </a:solidFill>
            <a:prstDash val="solid"/>
            <a:miter lim="800000"/>
            <a:headEnd len="sm" w="sm" type="none"/>
            <a:tailEnd len="med" w="med" type="triangle"/>
          </a:ln>
        </p:spPr>
      </p:cxnSp>
      <p:cxnSp>
        <p:nvCxnSpPr>
          <p:cNvPr id="1692" name="Google Shape;1692;p35"/>
          <p:cNvCxnSpPr>
            <a:stCxn id="1672" idx="2"/>
            <a:endCxn id="1673" idx="0"/>
          </p:cNvCxnSpPr>
          <p:nvPr/>
        </p:nvCxnSpPr>
        <p:spPr>
          <a:xfrm>
            <a:off x="4284000" y="5328000"/>
            <a:ext cx="0" cy="144000"/>
          </a:xfrm>
          <a:prstGeom prst="straightConnector1">
            <a:avLst/>
          </a:prstGeom>
          <a:noFill/>
          <a:ln cap="flat" cmpd="sng" w="9525">
            <a:solidFill>
              <a:schemeClr val="dk1"/>
            </a:solidFill>
            <a:prstDash val="solid"/>
            <a:miter lim="800000"/>
            <a:headEnd len="sm" w="sm" type="none"/>
            <a:tailEnd len="med" w="med" type="triangle"/>
          </a:ln>
        </p:spPr>
      </p:cxnSp>
      <p:cxnSp>
        <p:nvCxnSpPr>
          <p:cNvPr id="1693" name="Google Shape;1693;p35"/>
          <p:cNvCxnSpPr>
            <a:stCxn id="1673" idx="3"/>
            <a:endCxn id="1674" idx="1"/>
          </p:cNvCxnSpPr>
          <p:nvPr/>
        </p:nvCxnSpPr>
        <p:spPr>
          <a:xfrm flipH="1" rot="10800000">
            <a:off x="5040000" y="5040000"/>
            <a:ext cx="288000" cy="720000"/>
          </a:xfrm>
          <a:prstGeom prst="bentConnector3">
            <a:avLst>
              <a:gd fmla="val 50000" name="adj1"/>
            </a:avLst>
          </a:prstGeom>
          <a:noFill/>
          <a:ln cap="flat" cmpd="sng" w="9525">
            <a:solidFill>
              <a:schemeClr val="dk1"/>
            </a:solidFill>
            <a:prstDash val="solid"/>
            <a:miter lim="800000"/>
            <a:headEnd len="sm" w="sm" type="none"/>
            <a:tailEnd len="med" w="med" type="triangle"/>
          </a:ln>
        </p:spPr>
      </p:cxnSp>
      <p:cxnSp>
        <p:nvCxnSpPr>
          <p:cNvPr id="1694" name="Google Shape;1694;p35"/>
          <p:cNvCxnSpPr>
            <a:stCxn id="1674" idx="2"/>
            <a:endCxn id="1675" idx="0"/>
          </p:cNvCxnSpPr>
          <p:nvPr/>
        </p:nvCxnSpPr>
        <p:spPr>
          <a:xfrm>
            <a:off x="6228000" y="5328000"/>
            <a:ext cx="0" cy="144000"/>
          </a:xfrm>
          <a:prstGeom prst="straightConnector1">
            <a:avLst/>
          </a:prstGeom>
          <a:noFill/>
          <a:ln cap="flat" cmpd="sng" w="9525">
            <a:solidFill>
              <a:schemeClr val="dk1"/>
            </a:solidFill>
            <a:prstDash val="solid"/>
            <a:miter lim="800000"/>
            <a:headEnd len="sm" w="sm" type="none"/>
            <a:tailEnd len="med" w="med" type="triangle"/>
          </a:ln>
        </p:spPr>
      </p:cxnSp>
      <p:cxnSp>
        <p:nvCxnSpPr>
          <p:cNvPr id="1695" name="Google Shape;1695;p35"/>
          <p:cNvCxnSpPr>
            <a:stCxn id="1675" idx="3"/>
            <a:endCxn id="1676" idx="1"/>
          </p:cNvCxnSpPr>
          <p:nvPr/>
        </p:nvCxnSpPr>
        <p:spPr>
          <a:xfrm flipH="1" rot="10800000">
            <a:off x="7128000" y="5400000"/>
            <a:ext cx="216000" cy="360000"/>
          </a:xfrm>
          <a:prstGeom prst="bentConnector3">
            <a:avLst>
              <a:gd fmla="val 50000" name="adj1"/>
            </a:avLst>
          </a:prstGeom>
          <a:noFill/>
          <a:ln cap="flat" cmpd="sng" w="9525">
            <a:solidFill>
              <a:schemeClr val="dk1"/>
            </a:solidFill>
            <a:prstDash val="solid"/>
            <a:miter lim="800000"/>
            <a:headEnd len="sm" w="sm" type="none"/>
            <a:tailEnd len="med" w="med" type="triangle"/>
          </a:ln>
        </p:spPr>
      </p:cxnSp>
      <p:cxnSp>
        <p:nvCxnSpPr>
          <p:cNvPr id="1696" name="Google Shape;1696;p35"/>
          <p:cNvCxnSpPr>
            <a:stCxn id="1674" idx="3"/>
            <a:endCxn id="1676" idx="1"/>
          </p:cNvCxnSpPr>
          <p:nvPr/>
        </p:nvCxnSpPr>
        <p:spPr>
          <a:xfrm>
            <a:off x="7128000" y="5040000"/>
            <a:ext cx="216000" cy="360000"/>
          </a:xfrm>
          <a:prstGeom prst="bentConnector3">
            <a:avLst>
              <a:gd fmla="val 50000" name="adj1"/>
            </a:avLst>
          </a:prstGeom>
          <a:noFill/>
          <a:ln cap="flat" cmpd="sng" w="9525">
            <a:solidFill>
              <a:schemeClr val="dk1"/>
            </a:solidFill>
            <a:prstDash val="solid"/>
            <a:miter lim="800000"/>
            <a:headEnd len="sm" w="sm" type="none"/>
            <a:tailEnd len="med" w="med" type="triangle"/>
          </a:ln>
        </p:spPr>
      </p:cxnSp>
      <p:sp>
        <p:nvSpPr>
          <p:cNvPr id="1697" name="Google Shape;1697;p35"/>
          <p:cNvSpPr/>
          <p:nvPr/>
        </p:nvSpPr>
        <p:spPr>
          <a:xfrm>
            <a:off x="288000" y="864000"/>
            <a:ext cx="4752000" cy="360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400">
                <a:solidFill>
                  <a:srgbClr val="1E4E79"/>
                </a:solidFill>
                <a:latin typeface="Arial"/>
                <a:ea typeface="Arial"/>
                <a:cs typeface="Arial"/>
                <a:sym typeface="Arial"/>
              </a:rPr>
              <a:t>ユーザインタフェース設計（UI）</a:t>
            </a:r>
            <a:endParaRPr/>
          </a:p>
        </p:txBody>
      </p:sp>
      <p:sp>
        <p:nvSpPr>
          <p:cNvPr id="1698" name="Google Shape;1698;p35"/>
          <p:cNvSpPr/>
          <p:nvPr/>
        </p:nvSpPr>
        <p:spPr>
          <a:xfrm>
            <a:off x="5328000" y="864000"/>
            <a:ext cx="3528000" cy="360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400">
                <a:solidFill>
                  <a:srgbClr val="1E4E79"/>
                </a:solidFill>
                <a:latin typeface="Arial"/>
                <a:ea typeface="Arial"/>
                <a:cs typeface="Arial"/>
                <a:sym typeface="Arial"/>
              </a:rPr>
              <a:t>システム構造設計（SS）</a:t>
            </a:r>
            <a:endParaRPr b="1" sz="1400">
              <a:solidFill>
                <a:srgbClr val="1E4E79"/>
              </a:solidFill>
              <a:latin typeface="Arial"/>
              <a:ea typeface="Arial"/>
              <a:cs typeface="Arial"/>
              <a:sym typeface="Arial"/>
            </a:endParaRPr>
          </a:p>
        </p:txBody>
      </p:sp>
      <p:cxnSp>
        <p:nvCxnSpPr>
          <p:cNvPr id="1699" name="Google Shape;1699;p35"/>
          <p:cNvCxnSpPr>
            <a:stCxn id="1662" idx="3"/>
            <a:endCxn id="1677" idx="1"/>
          </p:cNvCxnSpPr>
          <p:nvPr/>
        </p:nvCxnSpPr>
        <p:spPr>
          <a:xfrm>
            <a:off x="5040000" y="2052000"/>
            <a:ext cx="288000" cy="0"/>
          </a:xfrm>
          <a:prstGeom prst="straightConnector1">
            <a:avLst/>
          </a:prstGeom>
          <a:noFill/>
          <a:ln cap="flat" cmpd="sng" w="9525">
            <a:solidFill>
              <a:schemeClr val="dk1"/>
            </a:solidFill>
            <a:prstDash val="solid"/>
            <a:miter lim="800000"/>
            <a:headEnd len="sm" w="sm" type="none"/>
            <a:tailEnd len="med" w="med" type="triangle"/>
          </a:ln>
        </p:spPr>
      </p:cxnSp>
      <p:sp>
        <p:nvSpPr>
          <p:cNvPr id="1700" name="Google Shape;1700;p35"/>
          <p:cNvSpPr/>
          <p:nvPr/>
        </p:nvSpPr>
        <p:spPr>
          <a:xfrm>
            <a:off x="288000" y="5292000"/>
            <a:ext cx="2952000" cy="936000"/>
          </a:xfrm>
          <a:prstGeom prst="rect">
            <a:avLst/>
          </a:prstGeom>
          <a:noFill/>
          <a:ln>
            <a:noFill/>
          </a:ln>
        </p:spPr>
        <p:txBody>
          <a:bodyPr anchorCtr="0" anchor="b" bIns="45700" lIns="91425" spcFirstLastPara="1" rIns="91425" wrap="square" tIns="45700">
            <a:noAutofit/>
          </a:bodyPr>
          <a:lstStyle/>
          <a:p>
            <a:pPr indent="-285750" lvl="0" marL="285750" marR="0" rtl="0" algn="l">
              <a:spcBef>
                <a:spcPts val="0"/>
              </a:spcBef>
              <a:spcAft>
                <a:spcPts val="0"/>
              </a:spcAft>
              <a:buClr>
                <a:schemeClr val="dk1"/>
              </a:buClr>
              <a:buSzPts val="1200"/>
              <a:buFont typeface="Arial"/>
              <a:buChar char="※"/>
            </a:pPr>
            <a:r>
              <a:rPr lang="ja-JP" sz="1200">
                <a:solidFill>
                  <a:schemeClr val="dk1"/>
                </a:solidFill>
                <a:latin typeface="Arial"/>
                <a:ea typeface="Arial"/>
                <a:cs typeface="Arial"/>
                <a:sym typeface="Arial"/>
              </a:rPr>
              <a:t>上記記載のアクティビティは出光開発標準にて定義されているアクティビティの内の一部分となります。</a:t>
            </a:r>
            <a:endParaRPr sz="1200">
              <a:solidFill>
                <a:schemeClr val="dk1"/>
              </a:solidFill>
              <a:latin typeface="Arial"/>
              <a:ea typeface="Arial"/>
              <a:cs typeface="Arial"/>
              <a:sym typeface="Arial"/>
            </a:endParaRPr>
          </a:p>
        </p:txBody>
      </p:sp>
      <p:sp>
        <p:nvSpPr>
          <p:cNvPr id="1701" name="Google Shape;1701;p35"/>
          <p:cNvSpPr/>
          <p:nvPr/>
        </p:nvSpPr>
        <p:spPr>
          <a:xfrm>
            <a:off x="5544000" y="2448000"/>
            <a:ext cx="3455999" cy="1872000"/>
          </a:xfrm>
          <a:custGeom>
            <a:rect b="b" l="l" r="r" t="t"/>
            <a:pathLst>
              <a:path extrusionOk="0" h="120000" w="120000">
                <a:moveTo>
                  <a:pt x="0" y="0"/>
                </a:moveTo>
                <a:lnTo>
                  <a:pt x="120000" y="0"/>
                </a:lnTo>
                <a:lnTo>
                  <a:pt x="120000" y="120000"/>
                </a:lnTo>
                <a:lnTo>
                  <a:pt x="0" y="120000"/>
                </a:lnTo>
                <a:close/>
              </a:path>
              <a:path extrusionOk="0" fill="none" h="120000" w="120000">
                <a:moveTo>
                  <a:pt x="15792" y="120065"/>
                </a:moveTo>
                <a:lnTo>
                  <a:pt x="5748" y="138338"/>
                </a:lnTo>
              </a:path>
            </a:pathLst>
          </a:custGeom>
          <a:solidFill>
            <a:srgbClr val="FFE1E1"/>
          </a:solidFill>
          <a:ln cap="flat" cmpd="sng" w="952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業務共通機能の開発作業をシステム構造設計（SS）工程にて完了させます。次工程のプログラミング（PS/PG/PT）開始時には業務共通機能をプログラマに提供できるよう準備します。</a:t>
            </a:r>
            <a:endParaRPr sz="1400">
              <a:solidFill>
                <a:schemeClr val="dk1"/>
              </a:solidFill>
              <a:latin typeface="Arial"/>
              <a:ea typeface="Arial"/>
              <a:cs typeface="Arial"/>
              <a:sym typeface="Arial"/>
            </a:endParaRPr>
          </a:p>
          <a:p>
            <a:pPr indent="-285750" lvl="0" marL="285750" marR="0" rtl="0" algn="l">
              <a:spcBef>
                <a:spcPts val="600"/>
              </a:spcBef>
              <a:spcAft>
                <a:spcPts val="0"/>
              </a:spcAft>
              <a:buClr>
                <a:schemeClr val="dk1"/>
              </a:buClr>
              <a:buSzPts val="1400"/>
              <a:buFont typeface="Arial"/>
              <a:buChar char="※"/>
            </a:pPr>
            <a:r>
              <a:rPr lang="ja-JP" sz="1400">
                <a:solidFill>
                  <a:schemeClr val="dk1"/>
                </a:solidFill>
                <a:latin typeface="Arial"/>
                <a:ea typeface="Arial"/>
                <a:cs typeface="Arial"/>
                <a:sym typeface="Arial"/>
              </a:rPr>
              <a:t>出光開発標準の規定と異なります。(出光開発標準ではPG工程にて完了)</a:t>
            </a:r>
            <a:endParaRPr sz="1400">
              <a:solidFill>
                <a:schemeClr val="dk1"/>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5" name="Shape 1705"/>
        <p:cNvGrpSpPr/>
        <p:nvPr/>
      </p:nvGrpSpPr>
      <p:grpSpPr>
        <a:xfrm>
          <a:off x="0" y="0"/>
          <a:ext cx="0" cy="0"/>
          <a:chOff x="0" y="0"/>
          <a:chExt cx="0" cy="0"/>
        </a:xfrm>
      </p:grpSpPr>
      <p:sp>
        <p:nvSpPr>
          <p:cNvPr id="1706" name="Google Shape;1706;p36"/>
          <p:cNvSpPr txBox="1"/>
          <p:nvPr>
            <p:ph type="title"/>
          </p:nvPr>
        </p:nvSpPr>
        <p:spPr>
          <a:xfrm>
            <a:off x="144000" y="36000"/>
            <a:ext cx="8856000" cy="5760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3000"/>
              <a:buFont typeface="Arial"/>
              <a:buNone/>
            </a:pPr>
            <a:r>
              <a:rPr lang="ja-JP"/>
              <a:t>プログラミング（PS/PG/PT）</a:t>
            </a:r>
            <a:endParaRPr/>
          </a:p>
        </p:txBody>
      </p:sp>
      <p:sp>
        <p:nvSpPr>
          <p:cNvPr id="1707" name="Google Shape;1707;p36"/>
          <p:cNvSpPr txBox="1"/>
          <p:nvPr>
            <p:ph idx="1" type="body"/>
          </p:nvPr>
        </p:nvSpPr>
        <p:spPr>
          <a:xfrm>
            <a:off x="288000" y="1224000"/>
            <a:ext cx="8568000" cy="1656000"/>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chemeClr val="dk1"/>
              </a:buClr>
              <a:buSzPts val="1400"/>
              <a:buFont typeface="Noto Sans Symbols"/>
              <a:buChar char="●"/>
            </a:pPr>
            <a:r>
              <a:rPr b="1" lang="ja-JP">
                <a:solidFill>
                  <a:schemeClr val="accent1"/>
                </a:solidFill>
              </a:rPr>
              <a:t>プログラム作成の開始時/完了時、およびテストコード製造完了時にレビュー</a:t>
            </a:r>
            <a:r>
              <a:rPr lang="ja-JP"/>
              <a:t>を実施し、設計・実装内容・テストの妥当性をチェックします。必要に応じて開発者へ指摘を行うことにより、品質を改善します。</a:t>
            </a:r>
            <a:endParaRPr/>
          </a:p>
          <a:p>
            <a:pPr indent="-228600" lvl="0" marL="228600" rtl="0" algn="l">
              <a:lnSpc>
                <a:spcPct val="100000"/>
              </a:lnSpc>
              <a:spcBef>
                <a:spcPts val="1000"/>
              </a:spcBef>
              <a:spcAft>
                <a:spcPts val="0"/>
              </a:spcAft>
              <a:buClr>
                <a:schemeClr val="dk1"/>
              </a:buClr>
              <a:buSzPts val="1400"/>
              <a:buFont typeface="Noto Sans Symbols"/>
              <a:buChar char="●"/>
            </a:pPr>
            <a:r>
              <a:rPr lang="ja-JP"/>
              <a:t>製造機能の検証前に、ビジネスロジックに対しユニットテストを実施し、</a:t>
            </a:r>
            <a:r>
              <a:rPr b="1" lang="ja-JP">
                <a:solidFill>
                  <a:schemeClr val="accent1"/>
                </a:solidFill>
              </a:rPr>
              <a:t>コードカバレッジ100%を前提</a:t>
            </a:r>
            <a:r>
              <a:rPr lang="ja-JP"/>
              <a:t>として、単体レベルでのバグを排除します。</a:t>
            </a:r>
            <a:endParaRPr/>
          </a:p>
          <a:p>
            <a:pPr indent="-228600" lvl="0" marL="228600" rtl="0" algn="l">
              <a:lnSpc>
                <a:spcPct val="100000"/>
              </a:lnSpc>
              <a:spcBef>
                <a:spcPts val="1000"/>
              </a:spcBef>
              <a:spcAft>
                <a:spcPts val="0"/>
              </a:spcAft>
              <a:buClr>
                <a:schemeClr val="dk1"/>
              </a:buClr>
              <a:buSzPts val="1400"/>
              <a:buFont typeface="Noto Sans Symbols"/>
              <a:buChar char="●"/>
            </a:pPr>
            <a:r>
              <a:rPr lang="ja-JP"/>
              <a:t>開発者による、</a:t>
            </a:r>
            <a:r>
              <a:rPr b="1" lang="ja-JP">
                <a:solidFill>
                  <a:schemeClr val="accent1"/>
                </a:solidFill>
              </a:rPr>
              <a:t>コード品質に関する自己チェック</a:t>
            </a:r>
            <a:r>
              <a:rPr lang="ja-JP"/>
              <a:t>を実施し、開発者自身の品質意識を高めます。</a:t>
            </a:r>
            <a:endParaRPr/>
          </a:p>
        </p:txBody>
      </p:sp>
      <p:sp>
        <p:nvSpPr>
          <p:cNvPr id="1708" name="Google Shape;1708;p36"/>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ja-JP"/>
              <a:t>Copyright© 2020 SystemEXE,Inc. all rights reserved.</a:t>
            </a:r>
            <a:endParaRPr/>
          </a:p>
        </p:txBody>
      </p:sp>
      <p:sp>
        <p:nvSpPr>
          <p:cNvPr id="1709" name="Google Shape;1709;p36"/>
          <p:cNvSpPr txBox="1"/>
          <p:nvPr>
            <p:ph idx="12" type="sldNum"/>
          </p:nvPr>
        </p:nvSpPr>
        <p:spPr>
          <a:xfrm>
            <a:off x="4212000" y="6500068"/>
            <a:ext cx="720000" cy="288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ja-JP"/>
              <a:t>‹#›</a:t>
            </a:fld>
            <a:endParaRPr/>
          </a:p>
        </p:txBody>
      </p:sp>
      <p:grpSp>
        <p:nvGrpSpPr>
          <p:cNvPr id="1710" name="Google Shape;1710;p36"/>
          <p:cNvGrpSpPr/>
          <p:nvPr/>
        </p:nvGrpSpPr>
        <p:grpSpPr>
          <a:xfrm>
            <a:off x="288000" y="3240000"/>
            <a:ext cx="8568000" cy="2808000"/>
            <a:chOff x="288000" y="2880000"/>
            <a:chExt cx="8568000" cy="2808000"/>
          </a:xfrm>
        </p:grpSpPr>
        <p:sp>
          <p:nvSpPr>
            <p:cNvPr id="1711" name="Google Shape;1711;p36"/>
            <p:cNvSpPr/>
            <p:nvPr/>
          </p:nvSpPr>
          <p:spPr>
            <a:xfrm>
              <a:off x="288000" y="2880000"/>
              <a:ext cx="1008000" cy="2808000"/>
            </a:xfrm>
            <a:prstGeom prst="roundRect">
              <a:avLst>
                <a:gd fmla="val 6300" name="adj"/>
              </a:avLst>
            </a:prstGeom>
            <a:solidFill>
              <a:srgbClr val="EDEDED"/>
            </a:solidFill>
            <a:ln cap="flat" cmpd="sng" w="19050">
              <a:solidFill>
                <a:schemeClr val="accent3"/>
              </a:solidFill>
              <a:prstDash val="solid"/>
              <a:miter lim="800000"/>
              <a:headEnd len="sm" w="sm" type="none"/>
              <a:tailEnd len="sm" w="sm" type="none"/>
            </a:ln>
          </p:spPr>
          <p:txBody>
            <a:bodyPr anchorCtr="0" anchor="t" bIns="72000" lIns="72000" spcFirstLastPara="1" rIns="72000" wrap="square" tIns="72000">
              <a:noAutofit/>
            </a:bodyPr>
            <a:lstStyle/>
            <a:p>
              <a:pPr indent="0" lvl="0" marL="0" marR="0" rtl="0" algn="ctr">
                <a:spcBef>
                  <a:spcPts val="0"/>
                </a:spcBef>
                <a:spcAft>
                  <a:spcPts val="0"/>
                </a:spcAft>
                <a:buNone/>
              </a:pPr>
              <a:r>
                <a:rPr b="1" lang="ja-JP" sz="1400">
                  <a:solidFill>
                    <a:schemeClr val="dk1"/>
                  </a:solidFill>
                  <a:latin typeface="Arial"/>
                  <a:ea typeface="Arial"/>
                  <a:cs typeface="Arial"/>
                  <a:sym typeface="Arial"/>
                </a:rPr>
                <a:t>単体テスト仕様書作成</a:t>
              </a:r>
              <a:endParaRPr/>
            </a:p>
          </p:txBody>
        </p:sp>
        <p:sp>
          <p:nvSpPr>
            <p:cNvPr id="1712" name="Google Shape;1712;p36"/>
            <p:cNvSpPr/>
            <p:nvPr/>
          </p:nvSpPr>
          <p:spPr>
            <a:xfrm>
              <a:off x="1440000" y="2880000"/>
              <a:ext cx="2448000" cy="2808000"/>
            </a:xfrm>
            <a:prstGeom prst="roundRect">
              <a:avLst>
                <a:gd fmla="val 2594" name="adj"/>
              </a:avLst>
            </a:prstGeom>
            <a:solidFill>
              <a:srgbClr val="EDEDED"/>
            </a:solidFill>
            <a:ln cap="flat" cmpd="sng" w="19050">
              <a:solidFill>
                <a:schemeClr val="accent3"/>
              </a:solidFill>
              <a:prstDash val="solid"/>
              <a:miter lim="800000"/>
              <a:headEnd len="sm" w="sm" type="none"/>
              <a:tailEnd len="sm" w="sm" type="none"/>
            </a:ln>
          </p:spPr>
          <p:txBody>
            <a:bodyPr anchorCtr="0" anchor="t" bIns="72000" lIns="72000" spcFirstLastPara="1" rIns="72000" wrap="square" tIns="72000">
              <a:noAutofit/>
            </a:bodyPr>
            <a:lstStyle/>
            <a:p>
              <a:pPr indent="0" lvl="0" marL="0" marR="0" rtl="0" algn="ctr">
                <a:spcBef>
                  <a:spcPts val="0"/>
                </a:spcBef>
                <a:spcAft>
                  <a:spcPts val="0"/>
                </a:spcAft>
                <a:buNone/>
              </a:pPr>
              <a:r>
                <a:rPr b="1" lang="ja-JP" sz="1400">
                  <a:solidFill>
                    <a:schemeClr val="dk1"/>
                  </a:solidFill>
                  <a:latin typeface="Arial"/>
                  <a:ea typeface="Arial"/>
                  <a:cs typeface="Arial"/>
                  <a:sym typeface="Arial"/>
                </a:rPr>
                <a:t>プログラム作成</a:t>
              </a:r>
              <a:endParaRPr/>
            </a:p>
          </p:txBody>
        </p:sp>
        <p:sp>
          <p:nvSpPr>
            <p:cNvPr id="1713" name="Google Shape;1713;p36"/>
            <p:cNvSpPr/>
            <p:nvPr/>
          </p:nvSpPr>
          <p:spPr>
            <a:xfrm>
              <a:off x="4032000" y="2880000"/>
              <a:ext cx="3600000" cy="2808000"/>
            </a:xfrm>
            <a:prstGeom prst="roundRect">
              <a:avLst>
                <a:gd fmla="val 2261" name="adj"/>
              </a:avLst>
            </a:prstGeom>
            <a:solidFill>
              <a:srgbClr val="EDEDED"/>
            </a:solidFill>
            <a:ln cap="flat" cmpd="sng" w="19050">
              <a:solidFill>
                <a:schemeClr val="accent3"/>
              </a:solidFill>
              <a:prstDash val="solid"/>
              <a:miter lim="800000"/>
              <a:headEnd len="sm" w="sm" type="none"/>
              <a:tailEnd len="sm" w="sm" type="none"/>
            </a:ln>
          </p:spPr>
          <p:txBody>
            <a:bodyPr anchorCtr="0" anchor="t" bIns="72000" lIns="72000" spcFirstLastPara="1" rIns="72000" wrap="square" tIns="72000">
              <a:noAutofit/>
            </a:bodyPr>
            <a:lstStyle/>
            <a:p>
              <a:pPr indent="0" lvl="0" marL="0" marR="0" rtl="0" algn="ctr">
                <a:spcBef>
                  <a:spcPts val="0"/>
                </a:spcBef>
                <a:spcAft>
                  <a:spcPts val="0"/>
                </a:spcAft>
                <a:buNone/>
              </a:pPr>
              <a:r>
                <a:rPr b="1" lang="ja-JP" sz="1400">
                  <a:solidFill>
                    <a:schemeClr val="dk1"/>
                  </a:solidFill>
                  <a:latin typeface="Arial"/>
                  <a:ea typeface="Arial"/>
                  <a:cs typeface="Arial"/>
                  <a:sym typeface="Arial"/>
                </a:rPr>
                <a:t>テストコード作成・ユニットテスト実施・プログラム修正</a:t>
              </a:r>
              <a:endParaRPr b="1" sz="1400">
                <a:solidFill>
                  <a:schemeClr val="dk1"/>
                </a:solidFill>
                <a:latin typeface="Arial"/>
                <a:ea typeface="Arial"/>
                <a:cs typeface="Arial"/>
                <a:sym typeface="Arial"/>
              </a:endParaRPr>
            </a:p>
          </p:txBody>
        </p:sp>
        <p:sp>
          <p:nvSpPr>
            <p:cNvPr id="1714" name="Google Shape;1714;p36"/>
            <p:cNvSpPr/>
            <p:nvPr/>
          </p:nvSpPr>
          <p:spPr>
            <a:xfrm>
              <a:off x="7776000" y="2880000"/>
              <a:ext cx="1080000" cy="2808000"/>
            </a:xfrm>
            <a:prstGeom prst="roundRect">
              <a:avLst>
                <a:gd fmla="val 5880" name="adj"/>
              </a:avLst>
            </a:prstGeom>
            <a:solidFill>
              <a:srgbClr val="EDEDED"/>
            </a:solidFill>
            <a:ln cap="flat" cmpd="sng" w="19050">
              <a:solidFill>
                <a:schemeClr val="accent3"/>
              </a:solidFill>
              <a:prstDash val="solid"/>
              <a:miter lim="800000"/>
              <a:headEnd len="sm" w="sm" type="none"/>
              <a:tailEnd len="sm" w="sm" type="none"/>
            </a:ln>
          </p:spPr>
          <p:txBody>
            <a:bodyPr anchorCtr="0" anchor="t" bIns="72000" lIns="72000" spcFirstLastPara="1" rIns="72000" wrap="square" tIns="72000">
              <a:noAutofit/>
            </a:bodyPr>
            <a:lstStyle/>
            <a:p>
              <a:pPr indent="0" lvl="0" marL="0" marR="0" rtl="0" algn="ctr">
                <a:spcBef>
                  <a:spcPts val="0"/>
                </a:spcBef>
                <a:spcAft>
                  <a:spcPts val="0"/>
                </a:spcAft>
                <a:buNone/>
              </a:pPr>
              <a:r>
                <a:rPr b="1" lang="ja-JP" sz="1400">
                  <a:solidFill>
                    <a:schemeClr val="dk1"/>
                  </a:solidFill>
                  <a:latin typeface="Arial"/>
                  <a:ea typeface="Arial"/>
                  <a:cs typeface="Arial"/>
                  <a:sym typeface="Arial"/>
                </a:rPr>
                <a:t>単体テスト実施</a:t>
              </a:r>
              <a:endParaRPr/>
            </a:p>
          </p:txBody>
        </p:sp>
        <p:sp>
          <p:nvSpPr>
            <p:cNvPr id="1715" name="Google Shape;1715;p36"/>
            <p:cNvSpPr/>
            <p:nvPr/>
          </p:nvSpPr>
          <p:spPr>
            <a:xfrm>
              <a:off x="4176000" y="3528000"/>
              <a:ext cx="3312000" cy="576000"/>
            </a:xfrm>
            <a:prstGeom prst="roundRect">
              <a:avLst>
                <a:gd fmla="val 11024" name="adj"/>
              </a:avLst>
            </a:prstGeom>
            <a:solidFill>
              <a:srgbClr val="DDEAF6"/>
            </a:solidFill>
            <a:ln cap="flat" cmpd="sng" w="19050">
              <a:solidFill>
                <a:schemeClr val="accent3"/>
              </a:solidFill>
              <a:prstDash val="solid"/>
              <a:miter lim="800000"/>
              <a:headEnd len="sm" w="sm" type="none"/>
              <a:tailEnd len="sm" w="sm" type="none"/>
            </a:ln>
          </p:spPr>
          <p:txBody>
            <a:bodyPr anchorCtr="0" anchor="t" bIns="72000" lIns="36000" spcFirstLastPara="1" rIns="36000" wrap="square" tIns="720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テストコードの実装</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200">
                  <a:solidFill>
                    <a:schemeClr val="dk1"/>
                  </a:solidFill>
                  <a:latin typeface="Arial"/>
                  <a:ea typeface="Arial"/>
                  <a:cs typeface="Arial"/>
                  <a:sym typeface="Arial"/>
                </a:rPr>
                <a:t>（パターン網羅テスト）</a:t>
              </a:r>
              <a:endParaRPr sz="1200">
                <a:solidFill>
                  <a:schemeClr val="dk1"/>
                </a:solidFill>
                <a:latin typeface="Arial"/>
                <a:ea typeface="Arial"/>
                <a:cs typeface="Arial"/>
                <a:sym typeface="Arial"/>
              </a:endParaRPr>
            </a:p>
          </p:txBody>
        </p:sp>
        <p:sp>
          <p:nvSpPr>
            <p:cNvPr id="1716" name="Google Shape;1716;p36"/>
            <p:cNvSpPr/>
            <p:nvPr/>
          </p:nvSpPr>
          <p:spPr>
            <a:xfrm>
              <a:off x="4176000" y="4248000"/>
              <a:ext cx="3312000" cy="576000"/>
            </a:xfrm>
            <a:prstGeom prst="roundRect">
              <a:avLst>
                <a:gd fmla="val 11024" name="adj"/>
              </a:avLst>
            </a:prstGeom>
            <a:solidFill>
              <a:schemeClr val="accent2"/>
            </a:solidFill>
            <a:ln cap="flat" cmpd="sng" w="19050">
              <a:solidFill>
                <a:schemeClr val="accent3"/>
              </a:solidFill>
              <a:prstDash val="solid"/>
              <a:miter lim="800000"/>
              <a:headEnd len="sm" w="sm" type="none"/>
              <a:tailEnd len="sm" w="sm" type="none"/>
            </a:ln>
          </p:spPr>
          <p:txBody>
            <a:bodyPr anchorCtr="0" anchor="t" bIns="72000" lIns="72000" spcFirstLastPara="1" rIns="72000" wrap="square" tIns="72000">
              <a:noAutofit/>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ユニットテスト実施＆プログラム修正</a:t>
              </a:r>
              <a:endParaRPr/>
            </a:p>
            <a:p>
              <a:pPr indent="0" lvl="0" marL="0" marR="0" rtl="0" algn="ctr">
                <a:spcBef>
                  <a:spcPts val="0"/>
                </a:spcBef>
                <a:spcAft>
                  <a:spcPts val="0"/>
                </a:spcAft>
                <a:buNone/>
              </a:pPr>
              <a:r>
                <a:rPr b="1" lang="ja-JP" sz="1200">
                  <a:solidFill>
                    <a:schemeClr val="lt1"/>
                  </a:solidFill>
                  <a:latin typeface="Arial"/>
                  <a:ea typeface="Arial"/>
                  <a:cs typeface="Arial"/>
                  <a:sym typeface="Arial"/>
                </a:rPr>
                <a:t>※並行してコードレビュー指摘事項反映</a:t>
              </a:r>
              <a:endParaRPr b="1" sz="1200">
                <a:solidFill>
                  <a:schemeClr val="lt1"/>
                </a:solidFill>
                <a:latin typeface="Arial"/>
                <a:ea typeface="Arial"/>
                <a:cs typeface="Arial"/>
                <a:sym typeface="Arial"/>
              </a:endParaRPr>
            </a:p>
          </p:txBody>
        </p:sp>
        <p:sp>
          <p:nvSpPr>
            <p:cNvPr id="1717" name="Google Shape;1717;p36"/>
            <p:cNvSpPr/>
            <p:nvPr/>
          </p:nvSpPr>
          <p:spPr>
            <a:xfrm>
              <a:off x="4176000" y="4968000"/>
              <a:ext cx="3312000" cy="576000"/>
            </a:xfrm>
            <a:prstGeom prst="roundRect">
              <a:avLst>
                <a:gd fmla="val 11024" name="adj"/>
              </a:avLst>
            </a:prstGeom>
            <a:solidFill>
              <a:srgbClr val="DDEAF6"/>
            </a:solidFill>
            <a:ln cap="flat" cmpd="sng" w="19050">
              <a:solidFill>
                <a:schemeClr val="accent3"/>
              </a:solidFill>
              <a:prstDash val="solid"/>
              <a:miter lim="800000"/>
              <a:headEnd len="sm" w="sm" type="none"/>
              <a:tailEnd len="sm" w="sm" type="none"/>
            </a:ln>
          </p:spPr>
          <p:txBody>
            <a:bodyPr anchorCtr="0" anchor="t" bIns="72000" lIns="36000" spcFirstLastPara="1" rIns="36000" wrap="square" tIns="720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テストカバレッジ報告書作成</a:t>
              </a:r>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（自動出力HTML）</a:t>
              </a:r>
              <a:endParaRPr sz="1400">
                <a:solidFill>
                  <a:schemeClr val="dk1"/>
                </a:solidFill>
                <a:latin typeface="Arial"/>
                <a:ea typeface="Arial"/>
                <a:cs typeface="Arial"/>
                <a:sym typeface="Arial"/>
              </a:endParaRPr>
            </a:p>
          </p:txBody>
        </p:sp>
        <p:sp>
          <p:nvSpPr>
            <p:cNvPr id="1718" name="Google Shape;1718;p36"/>
            <p:cNvSpPr/>
            <p:nvPr/>
          </p:nvSpPr>
          <p:spPr>
            <a:xfrm>
              <a:off x="1583999" y="3527999"/>
              <a:ext cx="1008000" cy="2016000"/>
            </a:xfrm>
            <a:prstGeom prst="roundRect">
              <a:avLst>
                <a:gd fmla="val 6300" name="adj"/>
              </a:avLst>
            </a:prstGeom>
            <a:solidFill>
              <a:srgbClr val="DDEAF6"/>
            </a:solidFill>
            <a:ln cap="flat" cmpd="sng" w="19050">
              <a:solidFill>
                <a:schemeClr val="accent3"/>
              </a:solidFill>
              <a:prstDash val="solid"/>
              <a:miter lim="800000"/>
              <a:headEnd len="sm" w="sm" type="none"/>
              <a:tailEnd len="sm" w="sm" type="none"/>
            </a:ln>
          </p:spPr>
          <p:txBody>
            <a:bodyPr anchorCtr="0" anchor="t" bIns="72000" lIns="36000" spcFirstLastPara="1" rIns="36000" wrap="square" tIns="720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クラス・メソッド定義およびコメント記述</a:t>
              </a:r>
              <a:endParaRPr sz="1400">
                <a:solidFill>
                  <a:schemeClr val="dk1"/>
                </a:solidFill>
                <a:latin typeface="Arial"/>
                <a:ea typeface="Arial"/>
                <a:cs typeface="Arial"/>
                <a:sym typeface="Arial"/>
              </a:endParaRPr>
            </a:p>
          </p:txBody>
        </p:sp>
        <p:sp>
          <p:nvSpPr>
            <p:cNvPr id="1719" name="Google Shape;1719;p36"/>
            <p:cNvSpPr/>
            <p:nvPr/>
          </p:nvSpPr>
          <p:spPr>
            <a:xfrm>
              <a:off x="7920000" y="3528000"/>
              <a:ext cx="792000" cy="576000"/>
            </a:xfrm>
            <a:prstGeom prst="roundRect">
              <a:avLst>
                <a:gd fmla="val 11024" name="adj"/>
              </a:avLst>
            </a:prstGeom>
            <a:solidFill>
              <a:srgbClr val="DDEAF6"/>
            </a:solidFill>
            <a:ln cap="flat" cmpd="sng" w="19050">
              <a:solidFill>
                <a:schemeClr val="accent3"/>
              </a:solidFill>
              <a:prstDash val="solid"/>
              <a:miter lim="800000"/>
              <a:headEnd len="sm" w="sm" type="none"/>
              <a:tailEnd len="sm" w="sm" type="none"/>
            </a:ln>
          </p:spPr>
          <p:txBody>
            <a:bodyPr anchorCtr="0" anchor="t" bIns="72000" lIns="36000" spcFirstLastPara="1" rIns="36000" wrap="square" tIns="720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単体テスト</a:t>
              </a:r>
              <a:endParaRPr/>
            </a:p>
          </p:txBody>
        </p:sp>
        <p:sp>
          <p:nvSpPr>
            <p:cNvPr id="1720" name="Google Shape;1720;p36"/>
            <p:cNvSpPr/>
            <p:nvPr/>
          </p:nvSpPr>
          <p:spPr>
            <a:xfrm>
              <a:off x="7920000" y="4248000"/>
              <a:ext cx="792000" cy="576000"/>
            </a:xfrm>
            <a:prstGeom prst="roundRect">
              <a:avLst>
                <a:gd fmla="val 11024" name="adj"/>
              </a:avLst>
            </a:prstGeom>
            <a:solidFill>
              <a:srgbClr val="DDEAF6"/>
            </a:solidFill>
            <a:ln cap="flat" cmpd="sng" w="19050">
              <a:solidFill>
                <a:schemeClr val="accent3"/>
              </a:solidFill>
              <a:prstDash val="solid"/>
              <a:miter lim="800000"/>
              <a:headEnd len="sm" w="sm" type="none"/>
              <a:tailEnd len="sm" w="sm" type="none"/>
            </a:ln>
          </p:spPr>
          <p:txBody>
            <a:bodyPr anchorCtr="0" anchor="t" bIns="72000" lIns="36000" spcFirstLastPara="1" rIns="36000" wrap="square" tIns="720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プログ</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ラム修正</a:t>
              </a:r>
              <a:endParaRPr/>
            </a:p>
          </p:txBody>
        </p:sp>
        <p:sp>
          <p:nvSpPr>
            <p:cNvPr id="1721" name="Google Shape;1721;p36"/>
            <p:cNvSpPr/>
            <p:nvPr/>
          </p:nvSpPr>
          <p:spPr>
            <a:xfrm>
              <a:off x="7920000" y="4968000"/>
              <a:ext cx="792000" cy="576000"/>
            </a:xfrm>
            <a:prstGeom prst="roundRect">
              <a:avLst>
                <a:gd fmla="val 11024" name="adj"/>
              </a:avLst>
            </a:prstGeom>
            <a:solidFill>
              <a:srgbClr val="DDEAF6"/>
            </a:solidFill>
            <a:ln cap="flat" cmpd="sng" w="19050">
              <a:solidFill>
                <a:schemeClr val="accent3"/>
              </a:solidFill>
              <a:prstDash val="solid"/>
              <a:miter lim="800000"/>
              <a:headEnd len="sm" w="sm" type="none"/>
              <a:tailEnd len="sm" w="sm" type="none"/>
            </a:ln>
          </p:spPr>
          <p:txBody>
            <a:bodyPr anchorCtr="0" anchor="t" bIns="72000" lIns="36000" spcFirstLastPara="1" rIns="36000" wrap="square" tIns="720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報告書作成</a:t>
              </a:r>
              <a:endParaRPr/>
            </a:p>
          </p:txBody>
        </p:sp>
        <p:sp>
          <p:nvSpPr>
            <p:cNvPr id="1722" name="Google Shape;1722;p36"/>
            <p:cNvSpPr/>
            <p:nvPr/>
          </p:nvSpPr>
          <p:spPr>
            <a:xfrm>
              <a:off x="2736000" y="3528000"/>
              <a:ext cx="1008000" cy="576000"/>
            </a:xfrm>
            <a:prstGeom prst="roundRect">
              <a:avLst>
                <a:gd fmla="val 11024" name="adj"/>
              </a:avLst>
            </a:prstGeom>
            <a:solidFill>
              <a:srgbClr val="DDEAF6"/>
            </a:solidFill>
            <a:ln cap="flat" cmpd="sng" w="19050">
              <a:solidFill>
                <a:schemeClr val="accent3"/>
              </a:solidFill>
              <a:prstDash val="solid"/>
              <a:miter lim="800000"/>
              <a:headEnd len="sm" w="sm" type="none"/>
              <a:tailEnd len="sm" w="sm" type="none"/>
            </a:ln>
          </p:spPr>
          <p:txBody>
            <a:bodyPr anchorCtr="0" anchor="t" bIns="72000" lIns="36000" spcFirstLastPara="1" rIns="36000" wrap="square" tIns="720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メソッド</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実装</a:t>
              </a:r>
              <a:endParaRPr sz="1400">
                <a:solidFill>
                  <a:schemeClr val="dk1"/>
                </a:solidFill>
                <a:latin typeface="Arial"/>
                <a:ea typeface="Arial"/>
                <a:cs typeface="Arial"/>
                <a:sym typeface="Arial"/>
              </a:endParaRPr>
            </a:p>
          </p:txBody>
        </p:sp>
        <p:sp>
          <p:nvSpPr>
            <p:cNvPr id="1723" name="Google Shape;1723;p36"/>
            <p:cNvSpPr/>
            <p:nvPr/>
          </p:nvSpPr>
          <p:spPr>
            <a:xfrm>
              <a:off x="2735999" y="4248000"/>
              <a:ext cx="1008000" cy="1296001"/>
            </a:xfrm>
            <a:prstGeom prst="roundRect">
              <a:avLst>
                <a:gd fmla="val 6300" name="adj"/>
              </a:avLst>
            </a:prstGeom>
            <a:solidFill>
              <a:srgbClr val="DDEAF6"/>
            </a:solidFill>
            <a:ln cap="flat" cmpd="sng" w="19050">
              <a:solidFill>
                <a:schemeClr val="accent3"/>
              </a:solidFill>
              <a:prstDash val="solid"/>
              <a:miter lim="800000"/>
              <a:headEnd len="sm" w="sm" type="none"/>
              <a:tailEnd len="sm" w="sm" type="none"/>
            </a:ln>
          </p:spPr>
          <p:txBody>
            <a:bodyPr anchorCtr="0" anchor="t" bIns="72000" lIns="36000" spcFirstLastPara="1" rIns="36000" wrap="square" tIns="720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コード品質</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自己チェッ</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ク実施</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200">
                  <a:solidFill>
                    <a:schemeClr val="dk1"/>
                  </a:solidFill>
                  <a:latin typeface="Arial"/>
                  <a:ea typeface="Arial"/>
                  <a:cs typeface="Arial"/>
                  <a:sym typeface="Arial"/>
                </a:rPr>
                <a:t>(チェック</a:t>
              </a:r>
              <a:endParaRPr sz="1200">
                <a:solidFill>
                  <a:schemeClr val="dk1"/>
                </a:solidFill>
                <a:latin typeface="Arial"/>
                <a:ea typeface="Arial"/>
                <a:cs typeface="Arial"/>
                <a:sym typeface="Arial"/>
              </a:endParaRPr>
            </a:p>
            <a:p>
              <a:pPr indent="0" lvl="0" marL="0" marR="0" rtl="0" algn="ctr">
                <a:spcBef>
                  <a:spcPts val="0"/>
                </a:spcBef>
                <a:spcAft>
                  <a:spcPts val="0"/>
                </a:spcAft>
                <a:buNone/>
              </a:pPr>
              <a:r>
                <a:rPr lang="ja-JP" sz="1200">
                  <a:solidFill>
                    <a:schemeClr val="dk1"/>
                  </a:solidFill>
                  <a:latin typeface="Arial"/>
                  <a:ea typeface="Arial"/>
                  <a:cs typeface="Arial"/>
                  <a:sym typeface="Arial"/>
                </a:rPr>
                <a:t>シート作成)</a:t>
              </a:r>
              <a:endParaRPr sz="1200">
                <a:solidFill>
                  <a:schemeClr val="dk1"/>
                </a:solidFill>
                <a:latin typeface="Arial"/>
                <a:ea typeface="Arial"/>
                <a:cs typeface="Arial"/>
                <a:sym typeface="Arial"/>
              </a:endParaRPr>
            </a:p>
          </p:txBody>
        </p:sp>
      </p:gr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7" name="Shape 1727"/>
        <p:cNvGrpSpPr/>
        <p:nvPr/>
      </p:nvGrpSpPr>
      <p:grpSpPr>
        <a:xfrm>
          <a:off x="0" y="0"/>
          <a:ext cx="0" cy="0"/>
          <a:chOff x="0" y="0"/>
          <a:chExt cx="0" cy="0"/>
        </a:xfrm>
      </p:grpSpPr>
      <p:sp>
        <p:nvSpPr>
          <p:cNvPr id="1728" name="Google Shape;1728;p37"/>
          <p:cNvSpPr/>
          <p:nvPr/>
        </p:nvSpPr>
        <p:spPr>
          <a:xfrm>
            <a:off x="7416000" y="1296000"/>
            <a:ext cx="1584000" cy="5040000"/>
          </a:xfrm>
          <a:prstGeom prst="rect">
            <a:avLst/>
          </a:prstGeom>
          <a:solidFill>
            <a:schemeClr val="lt1"/>
          </a:solidFill>
          <a:ln cap="flat" cmpd="sng" w="12700">
            <a:solidFill>
              <a:schemeClr val="accent3"/>
            </a:solidFill>
            <a:prstDash val="solid"/>
            <a:miter lim="800000"/>
            <a:headEnd len="sm" w="sm" type="none"/>
            <a:tailEnd len="sm" w="sm" type="none"/>
          </a:ln>
        </p:spPr>
        <p:txBody>
          <a:bodyPr anchorCtr="0" anchor="t" bIns="72000" lIns="108000" spcFirstLastPara="1" rIns="108000" wrap="square" tIns="72000">
            <a:noAutofit/>
          </a:bodyPr>
          <a:lstStyle/>
          <a:p>
            <a:pPr indent="0" lvl="0" marL="0" marR="0" rtl="0" algn="ctr">
              <a:spcBef>
                <a:spcPts val="0"/>
              </a:spcBef>
              <a:spcAft>
                <a:spcPts val="0"/>
              </a:spcAft>
              <a:buNone/>
            </a:pPr>
            <a:r>
              <a:rPr lang="ja-JP" sz="1400" u="sng">
                <a:solidFill>
                  <a:schemeClr val="dk1"/>
                </a:solidFill>
                <a:latin typeface="Arial"/>
                <a:ea typeface="Arial"/>
                <a:cs typeface="Arial"/>
                <a:sym typeface="Arial"/>
              </a:rPr>
              <a:t>テスト内容</a:t>
            </a:r>
            <a:endParaRPr sz="1400" u="sng">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実機、実環境、本番データで、利用者による仮運用を行い、問題が無いことを確認すると共に本番稼動への意思決定と業務移行を実施します。</a:t>
            </a:r>
            <a:endParaRPr sz="1400">
              <a:solidFill>
                <a:schemeClr val="dk1"/>
              </a:solidFill>
              <a:latin typeface="Arial"/>
              <a:ea typeface="Arial"/>
              <a:cs typeface="Arial"/>
              <a:sym typeface="Arial"/>
            </a:endParaRPr>
          </a:p>
          <a:p>
            <a:pPr indent="0" lvl="0" marL="0" marR="0" rtl="0" algn="ctr">
              <a:spcBef>
                <a:spcPts val="0"/>
              </a:spcBef>
              <a:spcAft>
                <a:spcPts val="0"/>
              </a:spcAft>
              <a:buNone/>
            </a:pPr>
            <a:r>
              <a:t/>
            </a:r>
            <a:endParaRPr sz="1400">
              <a:solidFill>
                <a:schemeClr val="dk1"/>
              </a:solidFill>
              <a:latin typeface="Arial"/>
              <a:ea typeface="Arial"/>
              <a:cs typeface="Arial"/>
              <a:sym typeface="Arial"/>
            </a:endParaRPr>
          </a:p>
          <a:p>
            <a:pPr indent="0" lvl="0" marL="0" marR="0" rtl="0" algn="ctr">
              <a:spcBef>
                <a:spcPts val="0"/>
              </a:spcBef>
              <a:spcAft>
                <a:spcPts val="0"/>
              </a:spcAft>
              <a:buNone/>
            </a:pPr>
            <a:r>
              <a:t/>
            </a:r>
            <a:endParaRPr sz="1400">
              <a:solidFill>
                <a:schemeClr val="dk1"/>
              </a:solidFill>
              <a:latin typeface="Arial"/>
              <a:ea typeface="Arial"/>
              <a:cs typeface="Arial"/>
              <a:sym typeface="Arial"/>
            </a:endParaRPr>
          </a:p>
          <a:p>
            <a:pPr indent="0" lvl="0" marL="0" marR="0" rtl="0" algn="ctr">
              <a:spcBef>
                <a:spcPts val="0"/>
              </a:spcBef>
              <a:spcAft>
                <a:spcPts val="0"/>
              </a:spcAft>
              <a:buNone/>
            </a:pPr>
            <a:r>
              <a:t/>
            </a:r>
            <a:endParaRPr sz="1400">
              <a:solidFill>
                <a:schemeClr val="dk1"/>
              </a:solidFill>
              <a:latin typeface="Arial"/>
              <a:ea typeface="Arial"/>
              <a:cs typeface="Arial"/>
              <a:sym typeface="Arial"/>
            </a:endParaRPr>
          </a:p>
          <a:p>
            <a:pPr indent="0" lvl="0" marL="0" marR="0" rtl="0" algn="ctr">
              <a:spcBef>
                <a:spcPts val="0"/>
              </a:spcBef>
              <a:spcAft>
                <a:spcPts val="0"/>
              </a:spcAft>
              <a:buNone/>
            </a:pPr>
            <a:r>
              <a:t/>
            </a:r>
            <a:endParaRPr sz="1400">
              <a:solidFill>
                <a:schemeClr val="dk1"/>
              </a:solidFill>
              <a:latin typeface="Arial"/>
              <a:ea typeface="Arial"/>
              <a:cs typeface="Arial"/>
              <a:sym typeface="Arial"/>
            </a:endParaRPr>
          </a:p>
          <a:p>
            <a:pPr indent="0" lvl="0" marL="0" marR="0" rtl="0" algn="ctr">
              <a:spcBef>
                <a:spcPts val="0"/>
              </a:spcBef>
              <a:spcAft>
                <a:spcPts val="0"/>
              </a:spcAft>
              <a:buNone/>
            </a:pPr>
            <a:r>
              <a:t/>
            </a:r>
            <a:endParaRPr sz="1400">
              <a:solidFill>
                <a:schemeClr val="dk1"/>
              </a:solidFill>
              <a:latin typeface="Arial"/>
              <a:ea typeface="Arial"/>
              <a:cs typeface="Arial"/>
              <a:sym typeface="Arial"/>
            </a:endParaRPr>
          </a:p>
          <a:p>
            <a:pPr indent="0" lvl="0" marL="0" marR="0" rtl="0" algn="ctr">
              <a:spcBef>
                <a:spcPts val="0"/>
              </a:spcBef>
              <a:spcAft>
                <a:spcPts val="0"/>
              </a:spcAft>
              <a:buNone/>
            </a:pPr>
            <a:r>
              <a:t/>
            </a:r>
            <a:endParaRPr sz="1400">
              <a:solidFill>
                <a:schemeClr val="dk1"/>
              </a:solidFill>
              <a:latin typeface="Arial"/>
              <a:ea typeface="Arial"/>
              <a:cs typeface="Arial"/>
              <a:sym typeface="Arial"/>
            </a:endParaRPr>
          </a:p>
          <a:p>
            <a:pPr indent="0" lvl="0" marL="0" marR="0" rtl="0" algn="ctr">
              <a:spcBef>
                <a:spcPts val="0"/>
              </a:spcBef>
              <a:spcAft>
                <a:spcPts val="0"/>
              </a:spcAft>
              <a:buNone/>
            </a:pPr>
            <a:r>
              <a:t/>
            </a:r>
            <a:endParaRPr sz="1400">
              <a:solidFill>
                <a:schemeClr val="dk1"/>
              </a:solidFill>
              <a:latin typeface="Arial"/>
              <a:ea typeface="Arial"/>
              <a:cs typeface="Arial"/>
              <a:sym typeface="Arial"/>
            </a:endParaRPr>
          </a:p>
          <a:p>
            <a:pPr indent="0" lvl="0" marL="0" marR="0" rtl="0" algn="ctr">
              <a:spcBef>
                <a:spcPts val="0"/>
              </a:spcBef>
              <a:spcAft>
                <a:spcPts val="0"/>
              </a:spcAft>
              <a:buNone/>
            </a:pPr>
            <a:r>
              <a:t/>
            </a:r>
            <a:endParaRPr sz="1000">
              <a:solidFill>
                <a:schemeClr val="dk1"/>
              </a:solidFill>
              <a:latin typeface="Arial"/>
              <a:ea typeface="Arial"/>
              <a:cs typeface="Arial"/>
              <a:sym typeface="Arial"/>
            </a:endParaRPr>
          </a:p>
          <a:p>
            <a:pPr indent="0" lvl="0" marL="0" marR="0" rtl="0" algn="ctr">
              <a:spcBef>
                <a:spcPts val="0"/>
              </a:spcBef>
              <a:spcAft>
                <a:spcPts val="0"/>
              </a:spcAft>
              <a:buNone/>
            </a:pPr>
            <a:r>
              <a:rPr lang="ja-JP" sz="1400" u="sng">
                <a:solidFill>
                  <a:schemeClr val="dk1"/>
                </a:solidFill>
                <a:latin typeface="Arial"/>
                <a:ea typeface="Arial"/>
                <a:cs typeface="Arial"/>
                <a:sym typeface="Arial"/>
              </a:rPr>
              <a:t>テスト環境</a:t>
            </a:r>
            <a:endParaRPr sz="1400" u="sng">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貴社本番環境</a:t>
            </a:r>
            <a:endParaRPr sz="1400">
              <a:solidFill>
                <a:schemeClr val="dk1"/>
              </a:solidFill>
              <a:latin typeface="Arial"/>
              <a:ea typeface="Arial"/>
              <a:cs typeface="Arial"/>
              <a:sym typeface="Arial"/>
            </a:endParaRPr>
          </a:p>
          <a:p>
            <a:pPr indent="0" lvl="0" marL="0" marR="0" rtl="0" algn="ctr">
              <a:spcBef>
                <a:spcPts val="0"/>
              </a:spcBef>
              <a:spcAft>
                <a:spcPts val="0"/>
              </a:spcAft>
              <a:buNone/>
            </a:pPr>
            <a:r>
              <a:t/>
            </a:r>
            <a:endParaRPr sz="1000">
              <a:solidFill>
                <a:schemeClr val="dk1"/>
              </a:solidFill>
              <a:latin typeface="Arial"/>
              <a:ea typeface="Arial"/>
              <a:cs typeface="Arial"/>
              <a:sym typeface="Arial"/>
            </a:endParaRPr>
          </a:p>
          <a:p>
            <a:pPr indent="0" lvl="0" marL="0" marR="0" rtl="0" algn="ctr">
              <a:spcBef>
                <a:spcPts val="0"/>
              </a:spcBef>
              <a:spcAft>
                <a:spcPts val="0"/>
              </a:spcAft>
              <a:buNone/>
            </a:pPr>
            <a:r>
              <a:rPr lang="ja-JP" sz="1400" u="sng">
                <a:solidFill>
                  <a:schemeClr val="dk1"/>
                </a:solidFill>
                <a:latin typeface="Arial"/>
                <a:ea typeface="Arial"/>
                <a:cs typeface="Arial"/>
                <a:sym typeface="Arial"/>
              </a:rPr>
              <a:t>主担当</a:t>
            </a:r>
            <a:endParaRPr sz="1400" u="sng">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貴社</a:t>
            </a:r>
            <a:endParaRPr/>
          </a:p>
        </p:txBody>
      </p:sp>
      <p:sp>
        <p:nvSpPr>
          <p:cNvPr id="1729" name="Google Shape;1729;p37"/>
          <p:cNvSpPr/>
          <p:nvPr/>
        </p:nvSpPr>
        <p:spPr>
          <a:xfrm>
            <a:off x="1800000" y="1296000"/>
            <a:ext cx="5544000" cy="5040000"/>
          </a:xfrm>
          <a:prstGeom prst="rect">
            <a:avLst/>
          </a:prstGeom>
          <a:solidFill>
            <a:schemeClr val="lt1"/>
          </a:solidFill>
          <a:ln cap="flat" cmpd="sng" w="12700">
            <a:solidFill>
              <a:schemeClr val="accent3"/>
            </a:solidFill>
            <a:prstDash val="solid"/>
            <a:miter lim="800000"/>
            <a:headEnd len="sm" w="sm" type="none"/>
            <a:tailEnd len="sm" w="sm" type="none"/>
          </a:ln>
        </p:spPr>
        <p:txBody>
          <a:bodyPr anchorCtr="0" anchor="t" bIns="72000" lIns="108000" spcFirstLastPara="1" rIns="108000" wrap="square" tIns="72000">
            <a:noAutofit/>
          </a:bodyPr>
          <a:lstStyle/>
          <a:p>
            <a:pPr indent="0" lvl="0" marL="0" marR="0" rtl="0" algn="ctr">
              <a:spcBef>
                <a:spcPts val="0"/>
              </a:spcBef>
              <a:spcAft>
                <a:spcPts val="0"/>
              </a:spcAft>
              <a:buNone/>
            </a:pPr>
            <a:r>
              <a:rPr lang="ja-JP" sz="1400" u="sng">
                <a:solidFill>
                  <a:schemeClr val="dk1"/>
                </a:solidFill>
                <a:latin typeface="Arial"/>
                <a:ea typeface="Arial"/>
                <a:cs typeface="Arial"/>
                <a:sym typeface="Arial"/>
              </a:rPr>
              <a:t>テスト内容</a:t>
            </a:r>
            <a:endParaRPr sz="1400" u="sng">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システム全体の品質を確保するために、検証されたプロセスをシステム全体で統合し、ＵＩ工程の設計どおりか、ＵＩ工程の入力となったシステム化範囲における機能、性能、信頼性、セキュリティ等の要件を充足するかを検討します。</a:t>
            </a:r>
            <a:endParaRPr/>
          </a:p>
        </p:txBody>
      </p:sp>
      <p:sp>
        <p:nvSpPr>
          <p:cNvPr id="1730" name="Google Shape;1730;p37"/>
          <p:cNvSpPr txBox="1"/>
          <p:nvPr>
            <p:ph type="title"/>
          </p:nvPr>
        </p:nvSpPr>
        <p:spPr>
          <a:xfrm>
            <a:off x="144000" y="36000"/>
            <a:ext cx="8856000" cy="5760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3000"/>
              <a:buFont typeface="Arial"/>
              <a:buNone/>
            </a:pPr>
            <a:r>
              <a:rPr lang="ja-JP"/>
              <a:t>テスト（IT/ST/OT）</a:t>
            </a:r>
            <a:endParaRPr/>
          </a:p>
        </p:txBody>
      </p:sp>
      <p:sp>
        <p:nvSpPr>
          <p:cNvPr id="1731" name="Google Shape;1731;p37"/>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ja-JP"/>
              <a:t>Copyright© 2020 SystemEXE,Inc. all rights reserved.</a:t>
            </a:r>
            <a:endParaRPr/>
          </a:p>
        </p:txBody>
      </p:sp>
      <p:sp>
        <p:nvSpPr>
          <p:cNvPr id="1732" name="Google Shape;1732;p37"/>
          <p:cNvSpPr txBox="1"/>
          <p:nvPr>
            <p:ph idx="12" type="sldNum"/>
          </p:nvPr>
        </p:nvSpPr>
        <p:spPr>
          <a:xfrm>
            <a:off x="4212000" y="6500068"/>
            <a:ext cx="720000" cy="288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ja-JP"/>
              <a:t>‹#›</a:t>
            </a:fld>
            <a:endParaRPr/>
          </a:p>
        </p:txBody>
      </p:sp>
      <p:sp>
        <p:nvSpPr>
          <p:cNvPr id="1733" name="Google Shape;1733;p37"/>
          <p:cNvSpPr/>
          <p:nvPr/>
        </p:nvSpPr>
        <p:spPr>
          <a:xfrm>
            <a:off x="1872000" y="2808000"/>
            <a:ext cx="1296000" cy="3384000"/>
          </a:xfrm>
          <a:prstGeom prst="rect">
            <a:avLst/>
          </a:prstGeom>
          <a:solidFill>
            <a:schemeClr val="lt1"/>
          </a:solidFill>
          <a:ln cap="flat" cmpd="sng" w="12700">
            <a:solidFill>
              <a:schemeClr val="accent2"/>
            </a:solidFill>
            <a:prstDash val="solid"/>
            <a:miter lim="800000"/>
            <a:headEnd len="sm" w="sm" type="none"/>
            <a:tailEnd len="sm" w="sm" type="none"/>
          </a:ln>
        </p:spPr>
        <p:txBody>
          <a:bodyPr anchorCtr="0" anchor="t" bIns="45700" lIns="72000" spcFirstLastPara="1" rIns="72000" wrap="square" tIns="45700">
            <a:noAutofit/>
          </a:bodyPr>
          <a:lstStyle/>
          <a:p>
            <a:pPr indent="0" lvl="0" marL="0" marR="0" rtl="0" algn="ctr">
              <a:spcBef>
                <a:spcPts val="0"/>
              </a:spcBef>
              <a:spcAft>
                <a:spcPts val="0"/>
              </a:spcAft>
              <a:buNone/>
            </a:pPr>
            <a:r>
              <a:rPr lang="ja-JP" sz="1400" u="sng">
                <a:solidFill>
                  <a:schemeClr val="dk1"/>
                </a:solidFill>
                <a:latin typeface="Arial"/>
                <a:ea typeface="Arial"/>
                <a:cs typeface="Arial"/>
                <a:sym typeface="Arial"/>
              </a:rPr>
              <a:t>テスト内容</a:t>
            </a:r>
            <a:endParaRPr sz="1400" u="sng">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本番環境にてＩＦ機能がインタフェース仕様どおりであることを検証します。（周辺システムとの連携テストを実施）</a:t>
            </a:r>
            <a:endParaRPr sz="1400" u="sng">
              <a:solidFill>
                <a:schemeClr val="dk1"/>
              </a:solidFill>
              <a:latin typeface="Arial"/>
              <a:ea typeface="Arial"/>
              <a:cs typeface="Arial"/>
              <a:sym typeface="Arial"/>
            </a:endParaRPr>
          </a:p>
          <a:p>
            <a:pPr indent="0" lvl="0" marL="0" marR="0" rtl="0" algn="ctr">
              <a:spcBef>
                <a:spcPts val="0"/>
              </a:spcBef>
              <a:spcAft>
                <a:spcPts val="0"/>
              </a:spcAft>
              <a:buNone/>
            </a:pPr>
            <a:r>
              <a:t/>
            </a:r>
            <a:endParaRPr sz="1000" u="sng">
              <a:solidFill>
                <a:schemeClr val="dk1"/>
              </a:solidFill>
              <a:latin typeface="Arial"/>
              <a:ea typeface="Arial"/>
              <a:cs typeface="Arial"/>
              <a:sym typeface="Arial"/>
            </a:endParaRPr>
          </a:p>
          <a:p>
            <a:pPr indent="0" lvl="0" marL="0" marR="0" rtl="0" algn="ctr">
              <a:spcBef>
                <a:spcPts val="0"/>
              </a:spcBef>
              <a:spcAft>
                <a:spcPts val="0"/>
              </a:spcAft>
              <a:buNone/>
            </a:pPr>
            <a:r>
              <a:rPr lang="ja-JP" sz="1400" u="sng">
                <a:solidFill>
                  <a:schemeClr val="dk1"/>
                </a:solidFill>
                <a:latin typeface="Arial"/>
                <a:ea typeface="Arial"/>
                <a:cs typeface="Arial"/>
                <a:sym typeface="Arial"/>
              </a:rPr>
              <a:t>テスト環境</a:t>
            </a:r>
            <a:endParaRPr sz="1400" u="sng">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貴社本番環境</a:t>
            </a:r>
            <a:endParaRPr sz="1400">
              <a:solidFill>
                <a:schemeClr val="dk1"/>
              </a:solidFill>
              <a:latin typeface="Arial"/>
              <a:ea typeface="Arial"/>
              <a:cs typeface="Arial"/>
              <a:sym typeface="Arial"/>
            </a:endParaRPr>
          </a:p>
          <a:p>
            <a:pPr indent="0" lvl="0" marL="0" marR="0" rtl="0" algn="ctr">
              <a:spcBef>
                <a:spcPts val="0"/>
              </a:spcBef>
              <a:spcAft>
                <a:spcPts val="0"/>
              </a:spcAft>
              <a:buNone/>
            </a:pPr>
            <a:r>
              <a:t/>
            </a:r>
            <a:endParaRPr sz="1000">
              <a:solidFill>
                <a:schemeClr val="dk1"/>
              </a:solidFill>
              <a:latin typeface="Arial"/>
              <a:ea typeface="Arial"/>
              <a:cs typeface="Arial"/>
              <a:sym typeface="Arial"/>
            </a:endParaRPr>
          </a:p>
          <a:p>
            <a:pPr indent="0" lvl="0" marL="0" marR="0" rtl="0" algn="ctr">
              <a:spcBef>
                <a:spcPts val="0"/>
              </a:spcBef>
              <a:spcAft>
                <a:spcPts val="0"/>
              </a:spcAft>
              <a:buNone/>
            </a:pPr>
            <a:r>
              <a:rPr lang="ja-JP" sz="1400" u="sng">
                <a:solidFill>
                  <a:schemeClr val="dk1"/>
                </a:solidFill>
                <a:latin typeface="Arial"/>
                <a:ea typeface="Arial"/>
                <a:cs typeface="Arial"/>
                <a:sym typeface="Arial"/>
              </a:rPr>
              <a:t>主担当</a:t>
            </a:r>
            <a:endParaRPr sz="1400" u="sng">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弊社</a:t>
            </a:r>
            <a:endParaRPr sz="1400">
              <a:solidFill>
                <a:schemeClr val="dk1"/>
              </a:solidFill>
              <a:latin typeface="Arial"/>
              <a:ea typeface="Arial"/>
              <a:cs typeface="Arial"/>
              <a:sym typeface="Arial"/>
            </a:endParaRPr>
          </a:p>
        </p:txBody>
      </p:sp>
      <p:sp>
        <p:nvSpPr>
          <p:cNvPr id="1734" name="Google Shape;1734;p37"/>
          <p:cNvSpPr/>
          <p:nvPr/>
        </p:nvSpPr>
        <p:spPr>
          <a:xfrm>
            <a:off x="3240000" y="2808000"/>
            <a:ext cx="1296000" cy="3384000"/>
          </a:xfrm>
          <a:prstGeom prst="rect">
            <a:avLst/>
          </a:prstGeom>
          <a:solidFill>
            <a:schemeClr val="lt1"/>
          </a:solidFill>
          <a:ln cap="flat" cmpd="sng" w="12700">
            <a:solidFill>
              <a:schemeClr val="accent2"/>
            </a:solidFill>
            <a:prstDash val="solid"/>
            <a:miter lim="800000"/>
            <a:headEnd len="sm" w="sm" type="none"/>
            <a:tailEnd len="sm" w="sm" type="none"/>
          </a:ln>
        </p:spPr>
        <p:txBody>
          <a:bodyPr anchorCtr="0" anchor="t" bIns="45700" lIns="72000" spcFirstLastPara="1" rIns="72000" wrap="square" tIns="45700">
            <a:noAutofit/>
          </a:bodyPr>
          <a:lstStyle/>
          <a:p>
            <a:pPr indent="0" lvl="0" marL="0" marR="0" rtl="0" algn="ctr">
              <a:spcBef>
                <a:spcPts val="0"/>
              </a:spcBef>
              <a:spcAft>
                <a:spcPts val="0"/>
              </a:spcAft>
              <a:buNone/>
            </a:pPr>
            <a:r>
              <a:rPr lang="ja-JP" sz="1400" u="sng">
                <a:solidFill>
                  <a:schemeClr val="dk1"/>
                </a:solidFill>
                <a:latin typeface="Arial"/>
                <a:ea typeface="Arial"/>
                <a:cs typeface="Arial"/>
                <a:sym typeface="Arial"/>
              </a:rPr>
              <a:t>テスト内容</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本番環境を使用し、実際の業務に合わせたシナリオ（可能であれば周辺システムを含む）に関するテストを実施します。</a:t>
            </a:r>
            <a:endParaRPr sz="1400">
              <a:solidFill>
                <a:schemeClr val="dk1"/>
              </a:solidFill>
              <a:latin typeface="Arial"/>
              <a:ea typeface="Arial"/>
              <a:cs typeface="Arial"/>
              <a:sym typeface="Arial"/>
            </a:endParaRPr>
          </a:p>
          <a:p>
            <a:pPr indent="0" lvl="0" marL="0" marR="0" rtl="0" algn="ctr">
              <a:spcBef>
                <a:spcPts val="0"/>
              </a:spcBef>
              <a:spcAft>
                <a:spcPts val="0"/>
              </a:spcAft>
              <a:buNone/>
            </a:pPr>
            <a:r>
              <a:t/>
            </a:r>
            <a:endParaRPr sz="1000" u="sng">
              <a:solidFill>
                <a:schemeClr val="dk1"/>
              </a:solidFill>
              <a:latin typeface="Arial"/>
              <a:ea typeface="Arial"/>
              <a:cs typeface="Arial"/>
              <a:sym typeface="Arial"/>
            </a:endParaRPr>
          </a:p>
          <a:p>
            <a:pPr indent="0" lvl="0" marL="0" marR="0" rtl="0" algn="ctr">
              <a:spcBef>
                <a:spcPts val="0"/>
              </a:spcBef>
              <a:spcAft>
                <a:spcPts val="0"/>
              </a:spcAft>
              <a:buNone/>
            </a:pPr>
            <a:r>
              <a:rPr lang="ja-JP" sz="1400" u="sng">
                <a:solidFill>
                  <a:schemeClr val="dk1"/>
                </a:solidFill>
                <a:latin typeface="Arial"/>
                <a:ea typeface="Arial"/>
                <a:cs typeface="Arial"/>
                <a:sym typeface="Arial"/>
              </a:rPr>
              <a:t>テスト環境</a:t>
            </a:r>
            <a:endParaRPr sz="1400" u="sng">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貴社本番環境</a:t>
            </a:r>
            <a:endParaRPr sz="1400">
              <a:solidFill>
                <a:schemeClr val="dk1"/>
              </a:solidFill>
              <a:latin typeface="Arial"/>
              <a:ea typeface="Arial"/>
              <a:cs typeface="Arial"/>
              <a:sym typeface="Arial"/>
            </a:endParaRPr>
          </a:p>
          <a:p>
            <a:pPr indent="0" lvl="0" marL="0" marR="0" rtl="0" algn="ctr">
              <a:spcBef>
                <a:spcPts val="0"/>
              </a:spcBef>
              <a:spcAft>
                <a:spcPts val="0"/>
              </a:spcAft>
              <a:buNone/>
            </a:pPr>
            <a:r>
              <a:t/>
            </a:r>
            <a:endParaRPr sz="1000">
              <a:solidFill>
                <a:schemeClr val="dk1"/>
              </a:solidFill>
              <a:latin typeface="Arial"/>
              <a:ea typeface="Arial"/>
              <a:cs typeface="Arial"/>
              <a:sym typeface="Arial"/>
            </a:endParaRPr>
          </a:p>
          <a:p>
            <a:pPr indent="0" lvl="0" marL="0" marR="0" rtl="0" algn="ctr">
              <a:spcBef>
                <a:spcPts val="0"/>
              </a:spcBef>
              <a:spcAft>
                <a:spcPts val="0"/>
              </a:spcAft>
              <a:buNone/>
            </a:pPr>
            <a:r>
              <a:rPr lang="ja-JP" sz="1400" u="sng">
                <a:solidFill>
                  <a:schemeClr val="dk1"/>
                </a:solidFill>
                <a:latin typeface="Arial"/>
                <a:ea typeface="Arial"/>
                <a:cs typeface="Arial"/>
                <a:sym typeface="Arial"/>
              </a:rPr>
              <a:t>主担当</a:t>
            </a:r>
            <a:endParaRPr sz="1400" u="sng">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弊社</a:t>
            </a:r>
            <a:endParaRPr/>
          </a:p>
        </p:txBody>
      </p:sp>
      <p:sp>
        <p:nvSpPr>
          <p:cNvPr id="1735" name="Google Shape;1735;p37"/>
          <p:cNvSpPr/>
          <p:nvPr/>
        </p:nvSpPr>
        <p:spPr>
          <a:xfrm>
            <a:off x="144000" y="864000"/>
            <a:ext cx="1584000" cy="360000"/>
          </a:xfrm>
          <a:prstGeom prst="homePlate">
            <a:avLst>
              <a:gd fmla="val 33085" name="adj"/>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結合テスト(IT)</a:t>
            </a:r>
            <a:endParaRPr b="1" sz="1400">
              <a:solidFill>
                <a:schemeClr val="lt1"/>
              </a:solidFill>
              <a:latin typeface="Arial"/>
              <a:ea typeface="Arial"/>
              <a:cs typeface="Arial"/>
              <a:sym typeface="Arial"/>
            </a:endParaRPr>
          </a:p>
        </p:txBody>
      </p:sp>
      <p:sp>
        <p:nvSpPr>
          <p:cNvPr id="1736" name="Google Shape;1736;p37"/>
          <p:cNvSpPr/>
          <p:nvPr/>
        </p:nvSpPr>
        <p:spPr>
          <a:xfrm>
            <a:off x="144000" y="1295999"/>
            <a:ext cx="1584000" cy="5040000"/>
          </a:xfrm>
          <a:prstGeom prst="rect">
            <a:avLst/>
          </a:prstGeom>
          <a:solidFill>
            <a:schemeClr val="lt1"/>
          </a:solidFill>
          <a:ln cap="flat" cmpd="sng" w="12700">
            <a:solidFill>
              <a:schemeClr val="accent3"/>
            </a:solidFill>
            <a:prstDash val="solid"/>
            <a:miter lim="800000"/>
            <a:headEnd len="sm" w="sm" type="none"/>
            <a:tailEnd len="sm" w="sm" type="none"/>
          </a:ln>
        </p:spPr>
        <p:txBody>
          <a:bodyPr anchorCtr="0" anchor="t" bIns="72000" lIns="108000" spcFirstLastPara="1" rIns="108000" wrap="square" tIns="72000">
            <a:noAutofit/>
          </a:bodyPr>
          <a:lstStyle/>
          <a:p>
            <a:pPr indent="0" lvl="0" marL="0" marR="0" rtl="0" algn="ctr">
              <a:spcBef>
                <a:spcPts val="0"/>
              </a:spcBef>
              <a:spcAft>
                <a:spcPts val="0"/>
              </a:spcAft>
              <a:buNone/>
            </a:pPr>
            <a:r>
              <a:rPr lang="ja-JP" sz="1400" u="sng">
                <a:solidFill>
                  <a:schemeClr val="dk1"/>
                </a:solidFill>
                <a:latin typeface="Arial"/>
                <a:ea typeface="Arial"/>
                <a:cs typeface="Arial"/>
                <a:sym typeface="Arial"/>
              </a:rPr>
              <a:t>テスト内容</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プロセスおよび機能の品質を確保するために、検証されたプログラムをプロセスに統合し、プログラム間インターフェースがＳＳ工程の設計どおりか、プロセス機能を充足するかを検証します。基本的に</a:t>
            </a:r>
            <a:r>
              <a:rPr b="1" lang="ja-JP" sz="1400">
                <a:solidFill>
                  <a:schemeClr val="accent1"/>
                </a:solidFill>
                <a:latin typeface="Arial"/>
                <a:ea typeface="Arial"/>
                <a:cs typeface="Arial"/>
                <a:sym typeface="Arial"/>
              </a:rPr>
              <a:t>現新比較によるテストを実施</a:t>
            </a:r>
            <a:r>
              <a:rPr lang="ja-JP" sz="1400">
                <a:solidFill>
                  <a:schemeClr val="dk1"/>
                </a:solidFill>
                <a:latin typeface="Arial"/>
                <a:ea typeface="Arial"/>
                <a:cs typeface="Arial"/>
                <a:sym typeface="Arial"/>
              </a:rPr>
              <a:t>します。</a:t>
            </a:r>
            <a:endParaRPr sz="1400">
              <a:solidFill>
                <a:schemeClr val="dk1"/>
              </a:solidFill>
              <a:latin typeface="Arial"/>
              <a:ea typeface="Arial"/>
              <a:cs typeface="Arial"/>
              <a:sym typeface="Arial"/>
            </a:endParaRPr>
          </a:p>
          <a:p>
            <a:pPr indent="0" lvl="0" marL="0" marR="0" rtl="0" algn="ctr">
              <a:spcBef>
                <a:spcPts val="0"/>
              </a:spcBef>
              <a:spcAft>
                <a:spcPts val="0"/>
              </a:spcAft>
              <a:buNone/>
            </a:pPr>
            <a:r>
              <a:t/>
            </a:r>
            <a:endParaRPr sz="1000">
              <a:solidFill>
                <a:schemeClr val="dk1"/>
              </a:solidFill>
              <a:latin typeface="Arial"/>
              <a:ea typeface="Arial"/>
              <a:cs typeface="Arial"/>
              <a:sym typeface="Arial"/>
            </a:endParaRPr>
          </a:p>
          <a:p>
            <a:pPr indent="0" lvl="0" marL="0" marR="0" rtl="0" algn="ctr">
              <a:spcBef>
                <a:spcPts val="0"/>
              </a:spcBef>
              <a:spcAft>
                <a:spcPts val="0"/>
              </a:spcAft>
              <a:buNone/>
            </a:pPr>
            <a:r>
              <a:rPr lang="ja-JP" sz="1400" u="sng">
                <a:solidFill>
                  <a:schemeClr val="dk1"/>
                </a:solidFill>
                <a:latin typeface="Arial"/>
                <a:ea typeface="Arial"/>
                <a:cs typeface="Arial"/>
                <a:sym typeface="Arial"/>
              </a:rPr>
              <a:t>テスト環境</a:t>
            </a:r>
            <a:endParaRPr sz="1400" u="sng">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弊社環境</a:t>
            </a:r>
            <a:endParaRPr sz="1400">
              <a:solidFill>
                <a:schemeClr val="dk1"/>
              </a:solidFill>
              <a:latin typeface="Arial"/>
              <a:ea typeface="Arial"/>
              <a:cs typeface="Arial"/>
              <a:sym typeface="Arial"/>
            </a:endParaRPr>
          </a:p>
          <a:p>
            <a:pPr indent="0" lvl="0" marL="0" marR="0" rtl="0" algn="ctr">
              <a:spcBef>
                <a:spcPts val="0"/>
              </a:spcBef>
              <a:spcAft>
                <a:spcPts val="0"/>
              </a:spcAft>
              <a:buNone/>
            </a:pPr>
            <a:r>
              <a:t/>
            </a:r>
            <a:endParaRPr sz="1000">
              <a:solidFill>
                <a:schemeClr val="dk1"/>
              </a:solidFill>
              <a:latin typeface="Arial"/>
              <a:ea typeface="Arial"/>
              <a:cs typeface="Arial"/>
              <a:sym typeface="Arial"/>
            </a:endParaRPr>
          </a:p>
          <a:p>
            <a:pPr indent="0" lvl="0" marL="0" marR="0" rtl="0" algn="ctr">
              <a:spcBef>
                <a:spcPts val="0"/>
              </a:spcBef>
              <a:spcAft>
                <a:spcPts val="0"/>
              </a:spcAft>
              <a:buNone/>
            </a:pPr>
            <a:r>
              <a:rPr lang="ja-JP" sz="1400" u="sng">
                <a:solidFill>
                  <a:schemeClr val="dk1"/>
                </a:solidFill>
                <a:latin typeface="Arial"/>
                <a:ea typeface="Arial"/>
                <a:cs typeface="Arial"/>
                <a:sym typeface="Arial"/>
              </a:rPr>
              <a:t>主担当</a:t>
            </a:r>
            <a:endParaRPr sz="1400" u="sng">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弊社</a:t>
            </a:r>
            <a:endParaRPr sz="1400">
              <a:solidFill>
                <a:schemeClr val="dk1"/>
              </a:solidFill>
              <a:latin typeface="Arial"/>
              <a:ea typeface="Arial"/>
              <a:cs typeface="Arial"/>
              <a:sym typeface="Arial"/>
            </a:endParaRPr>
          </a:p>
          <a:p>
            <a:pPr indent="0" lvl="0" marL="0" marR="0" rtl="0" algn="ctr">
              <a:spcBef>
                <a:spcPts val="0"/>
              </a:spcBef>
              <a:spcAft>
                <a:spcPts val="0"/>
              </a:spcAft>
              <a:buNone/>
            </a:pPr>
            <a:r>
              <a:t/>
            </a:r>
            <a:endParaRPr sz="1400">
              <a:solidFill>
                <a:schemeClr val="dk1"/>
              </a:solidFill>
              <a:latin typeface="Arial"/>
              <a:ea typeface="Arial"/>
              <a:cs typeface="Arial"/>
              <a:sym typeface="Arial"/>
            </a:endParaRPr>
          </a:p>
        </p:txBody>
      </p:sp>
      <p:sp>
        <p:nvSpPr>
          <p:cNvPr id="1737" name="Google Shape;1737;p37"/>
          <p:cNvSpPr/>
          <p:nvPr/>
        </p:nvSpPr>
        <p:spPr>
          <a:xfrm>
            <a:off x="5976000" y="2808000"/>
            <a:ext cx="1296000" cy="3384000"/>
          </a:xfrm>
          <a:prstGeom prst="rect">
            <a:avLst/>
          </a:prstGeom>
          <a:solidFill>
            <a:schemeClr val="lt1"/>
          </a:solidFill>
          <a:ln cap="flat" cmpd="sng" w="12700">
            <a:solidFill>
              <a:schemeClr val="accent2"/>
            </a:solidFill>
            <a:prstDash val="solid"/>
            <a:miter lim="800000"/>
            <a:headEnd len="sm" w="sm" type="none"/>
            <a:tailEnd len="sm" w="sm" type="none"/>
          </a:ln>
        </p:spPr>
        <p:txBody>
          <a:bodyPr anchorCtr="0" anchor="t" bIns="45700" lIns="72000" spcFirstLastPara="1" rIns="72000" wrap="square" tIns="45700">
            <a:noAutofit/>
          </a:bodyPr>
          <a:lstStyle/>
          <a:p>
            <a:pPr indent="0" lvl="0" marL="0" marR="0" rtl="0" algn="ctr">
              <a:spcBef>
                <a:spcPts val="0"/>
              </a:spcBef>
              <a:spcAft>
                <a:spcPts val="0"/>
              </a:spcAft>
              <a:buNone/>
            </a:pPr>
            <a:r>
              <a:rPr lang="ja-JP" sz="1400" u="sng">
                <a:solidFill>
                  <a:schemeClr val="dk1"/>
                </a:solidFill>
                <a:latin typeface="Arial"/>
                <a:ea typeface="Arial"/>
                <a:cs typeface="Arial"/>
                <a:sym typeface="Arial"/>
              </a:rPr>
              <a:t>テスト内容</a:t>
            </a:r>
            <a:endParaRPr sz="1400" u="sng">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本番環境にて外部システムとの疎通に問題がないことを確認します。（周辺システムとの連携テストを実施）</a:t>
            </a:r>
            <a:endParaRPr sz="1400">
              <a:solidFill>
                <a:schemeClr val="dk1"/>
              </a:solidFill>
              <a:latin typeface="Arial"/>
              <a:ea typeface="Arial"/>
              <a:cs typeface="Arial"/>
              <a:sym typeface="Arial"/>
            </a:endParaRPr>
          </a:p>
          <a:p>
            <a:pPr indent="0" lvl="0" marL="0" marR="0" rtl="0" algn="ctr">
              <a:spcBef>
                <a:spcPts val="0"/>
              </a:spcBef>
              <a:spcAft>
                <a:spcPts val="0"/>
              </a:spcAft>
              <a:buNone/>
            </a:pPr>
            <a:r>
              <a:t/>
            </a:r>
            <a:endParaRPr sz="1400">
              <a:solidFill>
                <a:schemeClr val="dk1"/>
              </a:solidFill>
              <a:latin typeface="Arial"/>
              <a:ea typeface="Arial"/>
              <a:cs typeface="Arial"/>
              <a:sym typeface="Arial"/>
            </a:endParaRPr>
          </a:p>
          <a:p>
            <a:pPr indent="0" lvl="0" marL="0" marR="0" rtl="0" algn="ctr">
              <a:spcBef>
                <a:spcPts val="0"/>
              </a:spcBef>
              <a:spcAft>
                <a:spcPts val="0"/>
              </a:spcAft>
              <a:buNone/>
            </a:pPr>
            <a:r>
              <a:t/>
            </a:r>
            <a:endParaRPr sz="1000">
              <a:solidFill>
                <a:schemeClr val="dk1"/>
              </a:solidFill>
              <a:latin typeface="Arial"/>
              <a:ea typeface="Arial"/>
              <a:cs typeface="Arial"/>
              <a:sym typeface="Arial"/>
            </a:endParaRPr>
          </a:p>
          <a:p>
            <a:pPr indent="0" lvl="0" marL="0" marR="0" rtl="0" algn="ctr">
              <a:spcBef>
                <a:spcPts val="0"/>
              </a:spcBef>
              <a:spcAft>
                <a:spcPts val="0"/>
              </a:spcAft>
              <a:buNone/>
            </a:pPr>
            <a:r>
              <a:rPr lang="ja-JP" sz="1400" u="sng">
                <a:solidFill>
                  <a:schemeClr val="dk1"/>
                </a:solidFill>
                <a:latin typeface="Arial"/>
                <a:ea typeface="Arial"/>
                <a:cs typeface="Arial"/>
                <a:sym typeface="Arial"/>
              </a:rPr>
              <a:t>テスト環境</a:t>
            </a:r>
            <a:endParaRPr sz="1400" u="sng">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貴社本番環境</a:t>
            </a:r>
            <a:endParaRPr sz="1400">
              <a:solidFill>
                <a:schemeClr val="dk1"/>
              </a:solidFill>
              <a:latin typeface="Arial"/>
              <a:ea typeface="Arial"/>
              <a:cs typeface="Arial"/>
              <a:sym typeface="Arial"/>
            </a:endParaRPr>
          </a:p>
          <a:p>
            <a:pPr indent="0" lvl="0" marL="0" marR="0" rtl="0" algn="ctr">
              <a:spcBef>
                <a:spcPts val="0"/>
              </a:spcBef>
              <a:spcAft>
                <a:spcPts val="0"/>
              </a:spcAft>
              <a:buNone/>
            </a:pPr>
            <a:r>
              <a:t/>
            </a:r>
            <a:endParaRPr sz="1000">
              <a:solidFill>
                <a:schemeClr val="dk1"/>
              </a:solidFill>
              <a:latin typeface="Arial"/>
              <a:ea typeface="Arial"/>
              <a:cs typeface="Arial"/>
              <a:sym typeface="Arial"/>
            </a:endParaRPr>
          </a:p>
          <a:p>
            <a:pPr indent="0" lvl="0" marL="0" marR="0" rtl="0" algn="ctr">
              <a:spcBef>
                <a:spcPts val="0"/>
              </a:spcBef>
              <a:spcAft>
                <a:spcPts val="0"/>
              </a:spcAft>
              <a:buNone/>
            </a:pPr>
            <a:r>
              <a:rPr lang="ja-JP" sz="1400" u="sng">
                <a:solidFill>
                  <a:schemeClr val="dk1"/>
                </a:solidFill>
                <a:latin typeface="Arial"/>
                <a:ea typeface="Arial"/>
                <a:cs typeface="Arial"/>
                <a:sym typeface="Arial"/>
              </a:rPr>
              <a:t>主担当</a:t>
            </a:r>
            <a:endParaRPr sz="1400" u="sng">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弊社</a:t>
            </a:r>
            <a:endParaRPr/>
          </a:p>
        </p:txBody>
      </p:sp>
      <p:sp>
        <p:nvSpPr>
          <p:cNvPr id="1738" name="Google Shape;1738;p37"/>
          <p:cNvSpPr/>
          <p:nvPr/>
        </p:nvSpPr>
        <p:spPr>
          <a:xfrm>
            <a:off x="1800000" y="864000"/>
            <a:ext cx="5544000" cy="360000"/>
          </a:xfrm>
          <a:prstGeom prst="homePlate">
            <a:avLst>
              <a:gd fmla="val 33085"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システムテスト(ST)</a:t>
            </a:r>
            <a:endParaRPr b="1" sz="1400">
              <a:solidFill>
                <a:schemeClr val="lt1"/>
              </a:solidFill>
              <a:latin typeface="Arial"/>
              <a:ea typeface="Arial"/>
              <a:cs typeface="Arial"/>
              <a:sym typeface="Arial"/>
            </a:endParaRPr>
          </a:p>
        </p:txBody>
      </p:sp>
      <p:sp>
        <p:nvSpPr>
          <p:cNvPr id="1739" name="Google Shape;1739;p37"/>
          <p:cNvSpPr/>
          <p:nvPr/>
        </p:nvSpPr>
        <p:spPr>
          <a:xfrm>
            <a:off x="7416000" y="864000"/>
            <a:ext cx="1584000" cy="360000"/>
          </a:xfrm>
          <a:prstGeom prst="homePlate">
            <a:avLst>
              <a:gd fmla="val 33085" name="adj"/>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運用テスト(OT)</a:t>
            </a:r>
            <a:endParaRPr b="1" sz="1400">
              <a:solidFill>
                <a:schemeClr val="lt1"/>
              </a:solidFill>
              <a:latin typeface="Arial"/>
              <a:ea typeface="Arial"/>
              <a:cs typeface="Arial"/>
              <a:sym typeface="Arial"/>
            </a:endParaRPr>
          </a:p>
        </p:txBody>
      </p:sp>
      <p:sp>
        <p:nvSpPr>
          <p:cNvPr id="1740" name="Google Shape;1740;p37"/>
          <p:cNvSpPr/>
          <p:nvPr/>
        </p:nvSpPr>
        <p:spPr>
          <a:xfrm>
            <a:off x="1872000" y="2520000"/>
            <a:ext cx="1296000" cy="288000"/>
          </a:xfrm>
          <a:prstGeom prst="rect">
            <a:avLst/>
          </a:prstGeom>
          <a:solidFill>
            <a:srgbClr val="FBE4D4"/>
          </a:solidFill>
          <a:ln cap="flat" cmpd="sng" w="127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400">
                <a:solidFill>
                  <a:schemeClr val="dk1"/>
                </a:solidFill>
                <a:latin typeface="Arial"/>
                <a:ea typeface="Arial"/>
                <a:cs typeface="Arial"/>
                <a:sym typeface="Arial"/>
              </a:rPr>
              <a:t>IFテスト</a:t>
            </a:r>
            <a:endParaRPr/>
          </a:p>
        </p:txBody>
      </p:sp>
      <p:sp>
        <p:nvSpPr>
          <p:cNvPr id="1741" name="Google Shape;1741;p37"/>
          <p:cNvSpPr/>
          <p:nvPr/>
        </p:nvSpPr>
        <p:spPr>
          <a:xfrm>
            <a:off x="3240000" y="2520000"/>
            <a:ext cx="1296000" cy="288000"/>
          </a:xfrm>
          <a:prstGeom prst="rect">
            <a:avLst/>
          </a:prstGeom>
          <a:solidFill>
            <a:srgbClr val="FBE4D4"/>
          </a:solidFill>
          <a:ln cap="flat" cmpd="sng" w="127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400">
                <a:solidFill>
                  <a:schemeClr val="dk1"/>
                </a:solidFill>
                <a:latin typeface="Arial"/>
                <a:ea typeface="Arial"/>
                <a:cs typeface="Arial"/>
                <a:sym typeface="Arial"/>
              </a:rPr>
              <a:t>シナリオテスト</a:t>
            </a:r>
            <a:endParaRPr b="1" sz="1400">
              <a:solidFill>
                <a:schemeClr val="dk1"/>
              </a:solidFill>
              <a:latin typeface="Arial"/>
              <a:ea typeface="Arial"/>
              <a:cs typeface="Arial"/>
              <a:sym typeface="Arial"/>
            </a:endParaRPr>
          </a:p>
        </p:txBody>
      </p:sp>
      <p:sp>
        <p:nvSpPr>
          <p:cNvPr id="1742" name="Google Shape;1742;p37"/>
          <p:cNvSpPr/>
          <p:nvPr/>
        </p:nvSpPr>
        <p:spPr>
          <a:xfrm>
            <a:off x="4608000" y="2520000"/>
            <a:ext cx="1296000" cy="288000"/>
          </a:xfrm>
          <a:prstGeom prst="rect">
            <a:avLst/>
          </a:prstGeom>
          <a:solidFill>
            <a:srgbClr val="FBE4D4"/>
          </a:solidFill>
          <a:ln cap="flat" cmpd="sng" w="127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400">
                <a:solidFill>
                  <a:schemeClr val="dk1"/>
                </a:solidFill>
                <a:latin typeface="Arial"/>
                <a:ea typeface="Arial"/>
                <a:cs typeface="Arial"/>
                <a:sym typeface="Arial"/>
              </a:rPr>
              <a:t>性能テスト</a:t>
            </a:r>
            <a:endParaRPr/>
          </a:p>
        </p:txBody>
      </p:sp>
      <p:sp>
        <p:nvSpPr>
          <p:cNvPr id="1743" name="Google Shape;1743;p37"/>
          <p:cNvSpPr/>
          <p:nvPr/>
        </p:nvSpPr>
        <p:spPr>
          <a:xfrm>
            <a:off x="5976000" y="2520000"/>
            <a:ext cx="1296000" cy="288000"/>
          </a:xfrm>
          <a:prstGeom prst="rect">
            <a:avLst/>
          </a:prstGeom>
          <a:solidFill>
            <a:srgbClr val="FBE4D4"/>
          </a:solidFill>
          <a:ln cap="flat" cmpd="sng" w="127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400">
                <a:solidFill>
                  <a:schemeClr val="dk1"/>
                </a:solidFill>
                <a:latin typeface="Arial"/>
                <a:ea typeface="Arial"/>
                <a:cs typeface="Arial"/>
                <a:sym typeface="Arial"/>
              </a:rPr>
              <a:t>疎通テスト</a:t>
            </a:r>
            <a:endParaRPr/>
          </a:p>
        </p:txBody>
      </p:sp>
      <p:sp>
        <p:nvSpPr>
          <p:cNvPr id="1744" name="Google Shape;1744;p37"/>
          <p:cNvSpPr/>
          <p:nvPr/>
        </p:nvSpPr>
        <p:spPr>
          <a:xfrm>
            <a:off x="4608000" y="2808000"/>
            <a:ext cx="1296000" cy="3384000"/>
          </a:xfrm>
          <a:prstGeom prst="rect">
            <a:avLst/>
          </a:prstGeom>
          <a:solidFill>
            <a:schemeClr val="lt1"/>
          </a:solidFill>
          <a:ln cap="flat" cmpd="sng" w="12700">
            <a:solidFill>
              <a:schemeClr val="accent2"/>
            </a:solidFill>
            <a:prstDash val="solid"/>
            <a:miter lim="800000"/>
            <a:headEnd len="sm" w="sm" type="none"/>
            <a:tailEnd len="sm" w="sm" type="none"/>
          </a:ln>
        </p:spPr>
        <p:txBody>
          <a:bodyPr anchorCtr="0" anchor="t" bIns="45700" lIns="72000" spcFirstLastPara="1" rIns="72000" wrap="square" tIns="45700">
            <a:noAutofit/>
          </a:bodyPr>
          <a:lstStyle/>
          <a:p>
            <a:pPr indent="0" lvl="0" marL="0" marR="0" rtl="0" algn="ctr">
              <a:spcBef>
                <a:spcPts val="0"/>
              </a:spcBef>
              <a:spcAft>
                <a:spcPts val="0"/>
              </a:spcAft>
              <a:buNone/>
            </a:pPr>
            <a:r>
              <a:rPr lang="ja-JP" sz="1400" u="sng">
                <a:solidFill>
                  <a:schemeClr val="dk1"/>
                </a:solidFill>
                <a:latin typeface="Arial"/>
                <a:ea typeface="Arial"/>
                <a:cs typeface="Arial"/>
                <a:sym typeface="Arial"/>
              </a:rPr>
              <a:t>テスト内容</a:t>
            </a:r>
            <a:endParaRPr sz="1400" u="sng">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本番環境を使用しシステム方式設計で定義した性能要件を満たせているかどうかを確認します。</a:t>
            </a:r>
            <a:endParaRPr sz="1400">
              <a:solidFill>
                <a:schemeClr val="dk1"/>
              </a:solidFill>
              <a:latin typeface="Arial"/>
              <a:ea typeface="Arial"/>
              <a:cs typeface="Arial"/>
              <a:sym typeface="Arial"/>
            </a:endParaRPr>
          </a:p>
          <a:p>
            <a:pPr indent="0" lvl="0" marL="0" marR="0" rtl="0" algn="ctr">
              <a:spcBef>
                <a:spcPts val="0"/>
              </a:spcBef>
              <a:spcAft>
                <a:spcPts val="0"/>
              </a:spcAft>
              <a:buNone/>
            </a:pPr>
            <a:r>
              <a:t/>
            </a:r>
            <a:endParaRPr sz="1400">
              <a:solidFill>
                <a:schemeClr val="dk1"/>
              </a:solidFill>
              <a:latin typeface="Arial"/>
              <a:ea typeface="Arial"/>
              <a:cs typeface="Arial"/>
              <a:sym typeface="Arial"/>
            </a:endParaRPr>
          </a:p>
          <a:p>
            <a:pPr indent="0" lvl="0" marL="0" marR="0" rtl="0" algn="ctr">
              <a:spcBef>
                <a:spcPts val="0"/>
              </a:spcBef>
              <a:spcAft>
                <a:spcPts val="0"/>
              </a:spcAft>
              <a:buNone/>
            </a:pPr>
            <a:r>
              <a:t/>
            </a:r>
            <a:endParaRPr sz="1400">
              <a:solidFill>
                <a:schemeClr val="dk1"/>
              </a:solidFill>
              <a:latin typeface="Arial"/>
              <a:ea typeface="Arial"/>
              <a:cs typeface="Arial"/>
              <a:sym typeface="Arial"/>
            </a:endParaRPr>
          </a:p>
          <a:p>
            <a:pPr indent="0" lvl="0" marL="0" marR="0" rtl="0" algn="ctr">
              <a:spcBef>
                <a:spcPts val="0"/>
              </a:spcBef>
              <a:spcAft>
                <a:spcPts val="0"/>
              </a:spcAft>
              <a:buNone/>
            </a:pPr>
            <a:r>
              <a:t/>
            </a:r>
            <a:endParaRPr sz="1000">
              <a:solidFill>
                <a:schemeClr val="dk1"/>
              </a:solidFill>
              <a:latin typeface="Arial"/>
              <a:ea typeface="Arial"/>
              <a:cs typeface="Arial"/>
              <a:sym typeface="Arial"/>
            </a:endParaRPr>
          </a:p>
          <a:p>
            <a:pPr indent="0" lvl="0" marL="0" marR="0" rtl="0" algn="ctr">
              <a:spcBef>
                <a:spcPts val="0"/>
              </a:spcBef>
              <a:spcAft>
                <a:spcPts val="0"/>
              </a:spcAft>
              <a:buNone/>
            </a:pPr>
            <a:r>
              <a:rPr lang="ja-JP" sz="1400" u="sng">
                <a:solidFill>
                  <a:schemeClr val="dk1"/>
                </a:solidFill>
                <a:latin typeface="Arial"/>
                <a:ea typeface="Arial"/>
                <a:cs typeface="Arial"/>
                <a:sym typeface="Arial"/>
              </a:rPr>
              <a:t>テスト環境</a:t>
            </a:r>
            <a:endParaRPr sz="1400" u="sng">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貴社本番環境</a:t>
            </a:r>
            <a:endParaRPr sz="1400">
              <a:solidFill>
                <a:schemeClr val="dk1"/>
              </a:solidFill>
              <a:latin typeface="Arial"/>
              <a:ea typeface="Arial"/>
              <a:cs typeface="Arial"/>
              <a:sym typeface="Arial"/>
            </a:endParaRPr>
          </a:p>
          <a:p>
            <a:pPr indent="0" lvl="0" marL="0" marR="0" rtl="0" algn="ctr">
              <a:spcBef>
                <a:spcPts val="0"/>
              </a:spcBef>
              <a:spcAft>
                <a:spcPts val="0"/>
              </a:spcAft>
              <a:buNone/>
            </a:pPr>
            <a:r>
              <a:t/>
            </a:r>
            <a:endParaRPr sz="1000">
              <a:solidFill>
                <a:schemeClr val="dk1"/>
              </a:solidFill>
              <a:latin typeface="Arial"/>
              <a:ea typeface="Arial"/>
              <a:cs typeface="Arial"/>
              <a:sym typeface="Arial"/>
            </a:endParaRPr>
          </a:p>
          <a:p>
            <a:pPr indent="0" lvl="0" marL="0" marR="0" rtl="0" algn="ctr">
              <a:spcBef>
                <a:spcPts val="0"/>
              </a:spcBef>
              <a:spcAft>
                <a:spcPts val="0"/>
              </a:spcAft>
              <a:buNone/>
            </a:pPr>
            <a:r>
              <a:rPr lang="ja-JP" sz="1400" u="sng">
                <a:solidFill>
                  <a:schemeClr val="dk1"/>
                </a:solidFill>
                <a:latin typeface="Arial"/>
                <a:ea typeface="Arial"/>
                <a:cs typeface="Arial"/>
                <a:sym typeface="Arial"/>
              </a:rPr>
              <a:t>主担当</a:t>
            </a:r>
            <a:endParaRPr sz="1400" u="sng">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弊社</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8" name="Shape 1748"/>
        <p:cNvGrpSpPr/>
        <p:nvPr/>
      </p:nvGrpSpPr>
      <p:grpSpPr>
        <a:xfrm>
          <a:off x="0" y="0"/>
          <a:ext cx="0" cy="0"/>
          <a:chOff x="0" y="0"/>
          <a:chExt cx="0" cy="0"/>
        </a:xfrm>
      </p:grpSpPr>
      <p:sp>
        <p:nvSpPr>
          <p:cNvPr id="1749" name="Google Shape;1749;p38"/>
          <p:cNvSpPr txBox="1"/>
          <p:nvPr>
            <p:ph type="title"/>
          </p:nvPr>
        </p:nvSpPr>
        <p:spPr>
          <a:xfrm>
            <a:off x="144000" y="36000"/>
            <a:ext cx="8856000" cy="5760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3000"/>
              <a:buFont typeface="Arial"/>
              <a:buNone/>
            </a:pPr>
            <a:r>
              <a:rPr lang="ja-JP"/>
              <a:t>テスト時における周辺システム担当との連携方法</a:t>
            </a:r>
            <a:endParaRPr/>
          </a:p>
        </p:txBody>
      </p:sp>
      <p:sp>
        <p:nvSpPr>
          <p:cNvPr id="1750" name="Google Shape;1750;p38"/>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ja-JP"/>
              <a:t>Copyright© 2020 SystemEXE,Inc. all rights reserved.</a:t>
            </a:r>
            <a:endParaRPr/>
          </a:p>
        </p:txBody>
      </p:sp>
      <p:sp>
        <p:nvSpPr>
          <p:cNvPr id="1751" name="Google Shape;1751;p38"/>
          <p:cNvSpPr txBox="1"/>
          <p:nvPr>
            <p:ph idx="12" type="sldNum"/>
          </p:nvPr>
        </p:nvSpPr>
        <p:spPr>
          <a:xfrm>
            <a:off x="4212000" y="6500068"/>
            <a:ext cx="720000" cy="288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ja-JP"/>
              <a:t>‹#›</a:t>
            </a:fld>
            <a:endParaRPr/>
          </a:p>
        </p:txBody>
      </p:sp>
      <p:grpSp>
        <p:nvGrpSpPr>
          <p:cNvPr id="1752" name="Google Shape;1752;p38"/>
          <p:cNvGrpSpPr/>
          <p:nvPr/>
        </p:nvGrpSpPr>
        <p:grpSpPr>
          <a:xfrm>
            <a:off x="144000" y="864000"/>
            <a:ext cx="6624000" cy="5471999"/>
            <a:chOff x="2376000" y="864000"/>
            <a:chExt cx="6624000" cy="5471999"/>
          </a:xfrm>
        </p:grpSpPr>
        <p:sp>
          <p:nvSpPr>
            <p:cNvPr id="1753" name="Google Shape;1753;p38"/>
            <p:cNvSpPr/>
            <p:nvPr/>
          </p:nvSpPr>
          <p:spPr>
            <a:xfrm>
              <a:off x="4608000" y="1295999"/>
              <a:ext cx="2160000" cy="5040000"/>
            </a:xfrm>
            <a:prstGeom prst="rect">
              <a:avLst/>
            </a:prstGeom>
            <a:solidFill>
              <a:srgbClr val="FBE4D4"/>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b="1" sz="1600">
                <a:solidFill>
                  <a:schemeClr val="lt1"/>
                </a:solidFill>
                <a:latin typeface="Arial"/>
                <a:ea typeface="Arial"/>
                <a:cs typeface="Arial"/>
                <a:sym typeface="Arial"/>
              </a:endParaRPr>
            </a:p>
          </p:txBody>
        </p:sp>
        <p:sp>
          <p:nvSpPr>
            <p:cNvPr id="1754" name="Google Shape;1754;p38"/>
            <p:cNvSpPr/>
            <p:nvPr/>
          </p:nvSpPr>
          <p:spPr>
            <a:xfrm>
              <a:off x="6840000" y="1295999"/>
              <a:ext cx="2160000" cy="5040000"/>
            </a:xfrm>
            <a:prstGeom prst="rect">
              <a:avLst/>
            </a:prstGeom>
            <a:solidFill>
              <a:srgbClr val="FFF2CC"/>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ja-JP" sz="1200">
                  <a:solidFill>
                    <a:schemeClr val="dk1"/>
                  </a:solidFill>
                  <a:latin typeface="Arial"/>
                  <a:ea typeface="Arial"/>
                  <a:cs typeface="Arial"/>
                  <a:sym typeface="Arial"/>
                </a:rPr>
                <a:t>※ OneSAP担当を含みます</a:t>
              </a:r>
              <a:endParaRPr/>
            </a:p>
          </p:txBody>
        </p:sp>
        <p:sp>
          <p:nvSpPr>
            <p:cNvPr id="1755" name="Google Shape;1755;p38"/>
            <p:cNvSpPr/>
            <p:nvPr/>
          </p:nvSpPr>
          <p:spPr>
            <a:xfrm>
              <a:off x="4680000" y="4896000"/>
              <a:ext cx="4248000" cy="1260000"/>
            </a:xfrm>
            <a:prstGeom prst="roundRect">
              <a:avLst>
                <a:gd fmla="val 5040" name="adj"/>
              </a:avLst>
            </a:prstGeom>
            <a:solidFill>
              <a:schemeClr val="lt1"/>
            </a:solidFill>
            <a:ln cap="flat" cmpd="sng" w="19050">
              <a:solidFill>
                <a:schemeClr val="accent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b="1" lang="ja-JP" sz="1400">
                  <a:solidFill>
                    <a:schemeClr val="dk1"/>
                  </a:solidFill>
                  <a:latin typeface="Arial"/>
                  <a:ea typeface="Arial"/>
                  <a:cs typeface="Arial"/>
                  <a:sym typeface="Arial"/>
                </a:rPr>
                <a:t>テスト実施</a:t>
              </a:r>
              <a:endParaRPr b="1" sz="1400">
                <a:solidFill>
                  <a:schemeClr val="dk1"/>
                </a:solidFill>
                <a:latin typeface="Arial"/>
                <a:ea typeface="Arial"/>
                <a:cs typeface="Arial"/>
                <a:sym typeface="Arial"/>
              </a:endParaRPr>
            </a:p>
          </p:txBody>
        </p:sp>
        <p:sp>
          <p:nvSpPr>
            <p:cNvPr id="1756" name="Google Shape;1756;p38"/>
            <p:cNvSpPr/>
            <p:nvPr/>
          </p:nvSpPr>
          <p:spPr>
            <a:xfrm>
              <a:off x="2376000" y="864000"/>
              <a:ext cx="2160000" cy="3600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600">
                  <a:solidFill>
                    <a:schemeClr val="lt1"/>
                  </a:solidFill>
                  <a:latin typeface="Arial"/>
                  <a:ea typeface="Arial"/>
                  <a:cs typeface="Arial"/>
                  <a:sym typeface="Arial"/>
                </a:rPr>
                <a:t>情報システム部</a:t>
              </a:r>
              <a:endParaRPr b="1" sz="1600">
                <a:solidFill>
                  <a:schemeClr val="lt1"/>
                </a:solidFill>
                <a:latin typeface="Arial"/>
                <a:ea typeface="Arial"/>
                <a:cs typeface="Arial"/>
                <a:sym typeface="Arial"/>
              </a:endParaRPr>
            </a:p>
          </p:txBody>
        </p:sp>
        <p:sp>
          <p:nvSpPr>
            <p:cNvPr id="1757" name="Google Shape;1757;p38"/>
            <p:cNvSpPr/>
            <p:nvPr/>
          </p:nvSpPr>
          <p:spPr>
            <a:xfrm>
              <a:off x="4608000" y="864000"/>
              <a:ext cx="2160000" cy="3600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600">
                  <a:solidFill>
                    <a:schemeClr val="lt1"/>
                  </a:solidFill>
                  <a:latin typeface="Arial"/>
                  <a:ea typeface="Arial"/>
                  <a:cs typeface="Arial"/>
                  <a:sym typeface="Arial"/>
                </a:rPr>
                <a:t>弊社</a:t>
              </a:r>
              <a:endParaRPr/>
            </a:p>
          </p:txBody>
        </p:sp>
        <p:sp>
          <p:nvSpPr>
            <p:cNvPr id="1758" name="Google Shape;1758;p38"/>
            <p:cNvSpPr/>
            <p:nvPr/>
          </p:nvSpPr>
          <p:spPr>
            <a:xfrm>
              <a:off x="6840000" y="864000"/>
              <a:ext cx="2160000" cy="36000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600">
                  <a:solidFill>
                    <a:schemeClr val="lt1"/>
                  </a:solidFill>
                  <a:latin typeface="Arial"/>
                  <a:ea typeface="Arial"/>
                  <a:cs typeface="Arial"/>
                  <a:sym typeface="Arial"/>
                </a:rPr>
                <a:t>周辺システム担当</a:t>
              </a:r>
              <a:endParaRPr/>
            </a:p>
          </p:txBody>
        </p:sp>
        <p:sp>
          <p:nvSpPr>
            <p:cNvPr id="1759" name="Google Shape;1759;p38"/>
            <p:cNvSpPr/>
            <p:nvPr/>
          </p:nvSpPr>
          <p:spPr>
            <a:xfrm>
              <a:off x="2376000" y="1295999"/>
              <a:ext cx="2160000" cy="5040000"/>
            </a:xfrm>
            <a:prstGeom prst="rect">
              <a:avLst/>
            </a:prstGeom>
            <a:solidFill>
              <a:srgbClr val="DDEAF6"/>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b="1" sz="1600">
                <a:solidFill>
                  <a:schemeClr val="lt1"/>
                </a:solidFill>
                <a:latin typeface="Arial"/>
                <a:ea typeface="Arial"/>
                <a:cs typeface="Arial"/>
                <a:sym typeface="Arial"/>
              </a:endParaRPr>
            </a:p>
          </p:txBody>
        </p:sp>
        <p:sp>
          <p:nvSpPr>
            <p:cNvPr id="1760" name="Google Shape;1760;p38"/>
            <p:cNvSpPr/>
            <p:nvPr/>
          </p:nvSpPr>
          <p:spPr>
            <a:xfrm>
              <a:off x="4680000" y="1440000"/>
              <a:ext cx="2016000" cy="360000"/>
            </a:xfrm>
            <a:prstGeom prst="roundRect">
              <a:avLst>
                <a:gd fmla="val 17639" name="adj"/>
              </a:avLst>
            </a:prstGeom>
            <a:solidFill>
              <a:schemeClr val="lt1"/>
            </a:solidFill>
            <a:ln cap="flat" cmpd="sng" w="1905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全体テスト計画書作成</a:t>
              </a:r>
              <a:endParaRPr sz="1400">
                <a:solidFill>
                  <a:schemeClr val="dk1"/>
                </a:solidFill>
                <a:latin typeface="Arial"/>
                <a:ea typeface="Arial"/>
                <a:cs typeface="Arial"/>
                <a:sym typeface="Arial"/>
              </a:endParaRPr>
            </a:p>
          </p:txBody>
        </p:sp>
        <p:sp>
          <p:nvSpPr>
            <p:cNvPr id="1761" name="Google Shape;1761;p38"/>
            <p:cNvSpPr/>
            <p:nvPr/>
          </p:nvSpPr>
          <p:spPr>
            <a:xfrm>
              <a:off x="2448000" y="1944000"/>
              <a:ext cx="2016000" cy="360000"/>
            </a:xfrm>
            <a:prstGeom prst="roundRect">
              <a:avLst>
                <a:gd fmla="val 17639" name="adj"/>
              </a:avLst>
            </a:prstGeom>
            <a:solidFill>
              <a:schemeClr val="lt1"/>
            </a:solidFill>
            <a:ln cap="flat" cmpd="sng" w="1905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承認</a:t>
              </a:r>
              <a:endParaRPr sz="1400">
                <a:solidFill>
                  <a:schemeClr val="dk1"/>
                </a:solidFill>
                <a:latin typeface="Arial"/>
                <a:ea typeface="Arial"/>
                <a:cs typeface="Arial"/>
                <a:sym typeface="Arial"/>
              </a:endParaRPr>
            </a:p>
          </p:txBody>
        </p:sp>
        <p:sp>
          <p:nvSpPr>
            <p:cNvPr id="1762" name="Google Shape;1762;p38"/>
            <p:cNvSpPr/>
            <p:nvPr/>
          </p:nvSpPr>
          <p:spPr>
            <a:xfrm>
              <a:off x="6912000" y="1944000"/>
              <a:ext cx="2016000" cy="360000"/>
            </a:xfrm>
            <a:prstGeom prst="roundRect">
              <a:avLst>
                <a:gd fmla="val 17639" name="adj"/>
              </a:avLst>
            </a:prstGeom>
            <a:solidFill>
              <a:schemeClr val="lt1"/>
            </a:solidFill>
            <a:ln cap="flat" cmpd="sng" w="1905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承認</a:t>
              </a:r>
              <a:endParaRPr sz="1400">
                <a:solidFill>
                  <a:schemeClr val="dk1"/>
                </a:solidFill>
                <a:latin typeface="Arial"/>
                <a:ea typeface="Arial"/>
                <a:cs typeface="Arial"/>
                <a:sym typeface="Arial"/>
              </a:endParaRPr>
            </a:p>
          </p:txBody>
        </p:sp>
        <p:sp>
          <p:nvSpPr>
            <p:cNvPr id="1763" name="Google Shape;1763;p38"/>
            <p:cNvSpPr/>
            <p:nvPr/>
          </p:nvSpPr>
          <p:spPr>
            <a:xfrm>
              <a:off x="4680000" y="1944000"/>
              <a:ext cx="2016000" cy="360000"/>
            </a:xfrm>
            <a:prstGeom prst="roundRect">
              <a:avLst>
                <a:gd fmla="val 17639" name="adj"/>
              </a:avLst>
            </a:prstGeom>
            <a:solidFill>
              <a:schemeClr val="lt1"/>
            </a:solidFill>
            <a:ln cap="flat" cmpd="sng" w="1905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全体テスト計画の説明</a:t>
              </a:r>
              <a:endParaRPr sz="1400">
                <a:solidFill>
                  <a:schemeClr val="dk1"/>
                </a:solidFill>
                <a:latin typeface="Arial"/>
                <a:ea typeface="Arial"/>
                <a:cs typeface="Arial"/>
                <a:sym typeface="Arial"/>
              </a:endParaRPr>
            </a:p>
          </p:txBody>
        </p:sp>
        <p:cxnSp>
          <p:nvCxnSpPr>
            <p:cNvPr id="1764" name="Google Shape;1764;p38"/>
            <p:cNvCxnSpPr>
              <a:stCxn id="1760" idx="2"/>
              <a:endCxn id="1763" idx="0"/>
            </p:cNvCxnSpPr>
            <p:nvPr/>
          </p:nvCxnSpPr>
          <p:spPr>
            <a:xfrm>
              <a:off x="5688000" y="1800000"/>
              <a:ext cx="0" cy="144000"/>
            </a:xfrm>
            <a:prstGeom prst="straightConnector1">
              <a:avLst/>
            </a:prstGeom>
            <a:noFill/>
            <a:ln cap="flat" cmpd="sng" w="12700">
              <a:solidFill>
                <a:schemeClr val="accent3"/>
              </a:solidFill>
              <a:prstDash val="solid"/>
              <a:miter lim="800000"/>
              <a:headEnd len="sm" w="sm" type="none"/>
              <a:tailEnd len="med" w="med" type="triangle"/>
            </a:ln>
          </p:spPr>
        </p:cxnSp>
        <p:sp>
          <p:nvSpPr>
            <p:cNvPr id="1765" name="Google Shape;1765;p38"/>
            <p:cNvSpPr/>
            <p:nvPr/>
          </p:nvSpPr>
          <p:spPr>
            <a:xfrm>
              <a:off x="4680000" y="2448000"/>
              <a:ext cx="2016000" cy="360000"/>
            </a:xfrm>
            <a:prstGeom prst="roundRect">
              <a:avLst>
                <a:gd fmla="val 17639" name="adj"/>
              </a:avLst>
            </a:prstGeom>
            <a:solidFill>
              <a:schemeClr val="lt1"/>
            </a:solidFill>
            <a:ln cap="flat" cmpd="sng" w="1905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テスト仕様書作成</a:t>
              </a:r>
              <a:endParaRPr sz="1400">
                <a:solidFill>
                  <a:schemeClr val="dk1"/>
                </a:solidFill>
                <a:latin typeface="Arial"/>
                <a:ea typeface="Arial"/>
                <a:cs typeface="Arial"/>
                <a:sym typeface="Arial"/>
              </a:endParaRPr>
            </a:p>
          </p:txBody>
        </p:sp>
        <p:sp>
          <p:nvSpPr>
            <p:cNvPr id="1766" name="Google Shape;1766;p38"/>
            <p:cNvSpPr/>
            <p:nvPr/>
          </p:nvSpPr>
          <p:spPr>
            <a:xfrm>
              <a:off x="2448000" y="3168000"/>
              <a:ext cx="2016000" cy="360000"/>
            </a:xfrm>
            <a:prstGeom prst="roundRect">
              <a:avLst>
                <a:gd fmla="val 17639" name="adj"/>
              </a:avLst>
            </a:prstGeom>
            <a:solidFill>
              <a:schemeClr val="lt1"/>
            </a:solidFill>
            <a:ln cap="flat" cmpd="sng" w="1905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承認</a:t>
              </a:r>
              <a:endParaRPr sz="1400">
                <a:solidFill>
                  <a:schemeClr val="dk1"/>
                </a:solidFill>
                <a:latin typeface="Arial"/>
                <a:ea typeface="Arial"/>
                <a:cs typeface="Arial"/>
                <a:sym typeface="Arial"/>
              </a:endParaRPr>
            </a:p>
          </p:txBody>
        </p:sp>
        <p:sp>
          <p:nvSpPr>
            <p:cNvPr id="1767" name="Google Shape;1767;p38"/>
            <p:cNvSpPr/>
            <p:nvPr/>
          </p:nvSpPr>
          <p:spPr>
            <a:xfrm>
              <a:off x="6912000" y="3168000"/>
              <a:ext cx="2016000" cy="360000"/>
            </a:xfrm>
            <a:prstGeom prst="roundRect">
              <a:avLst>
                <a:gd fmla="val 17639" name="adj"/>
              </a:avLst>
            </a:prstGeom>
            <a:solidFill>
              <a:schemeClr val="lt1"/>
            </a:solidFill>
            <a:ln cap="flat" cmpd="sng" w="1905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承認</a:t>
              </a:r>
              <a:endParaRPr sz="1400">
                <a:solidFill>
                  <a:schemeClr val="dk1"/>
                </a:solidFill>
                <a:latin typeface="Arial"/>
                <a:ea typeface="Arial"/>
                <a:cs typeface="Arial"/>
                <a:sym typeface="Arial"/>
              </a:endParaRPr>
            </a:p>
          </p:txBody>
        </p:sp>
        <p:cxnSp>
          <p:nvCxnSpPr>
            <p:cNvPr id="1768" name="Google Shape;1768;p38"/>
            <p:cNvCxnSpPr/>
            <p:nvPr/>
          </p:nvCxnSpPr>
          <p:spPr>
            <a:xfrm>
              <a:off x="6696000" y="3348000"/>
              <a:ext cx="216000" cy="0"/>
            </a:xfrm>
            <a:prstGeom prst="straightConnector1">
              <a:avLst/>
            </a:prstGeom>
            <a:noFill/>
            <a:ln cap="flat" cmpd="sng" w="12700">
              <a:solidFill>
                <a:schemeClr val="accent3"/>
              </a:solidFill>
              <a:prstDash val="solid"/>
              <a:miter lim="800000"/>
              <a:headEnd len="sm" w="sm" type="none"/>
              <a:tailEnd len="med" w="med" type="triangle"/>
            </a:ln>
          </p:spPr>
        </p:cxnSp>
        <p:cxnSp>
          <p:nvCxnSpPr>
            <p:cNvPr id="1769" name="Google Shape;1769;p38"/>
            <p:cNvCxnSpPr>
              <a:stCxn id="1763" idx="1"/>
              <a:endCxn id="1761" idx="3"/>
            </p:cNvCxnSpPr>
            <p:nvPr/>
          </p:nvCxnSpPr>
          <p:spPr>
            <a:xfrm rot="10800000">
              <a:off x="4464000" y="2124000"/>
              <a:ext cx="216000" cy="0"/>
            </a:xfrm>
            <a:prstGeom prst="straightConnector1">
              <a:avLst/>
            </a:prstGeom>
            <a:noFill/>
            <a:ln cap="flat" cmpd="sng" w="12700">
              <a:solidFill>
                <a:schemeClr val="accent3"/>
              </a:solidFill>
              <a:prstDash val="solid"/>
              <a:miter lim="800000"/>
              <a:headEnd len="sm" w="sm" type="none"/>
              <a:tailEnd len="med" w="med" type="triangle"/>
            </a:ln>
          </p:spPr>
        </p:cxnSp>
        <p:cxnSp>
          <p:nvCxnSpPr>
            <p:cNvPr id="1770" name="Google Shape;1770;p38"/>
            <p:cNvCxnSpPr>
              <a:stCxn id="1763" idx="3"/>
              <a:endCxn id="1762" idx="1"/>
            </p:cNvCxnSpPr>
            <p:nvPr/>
          </p:nvCxnSpPr>
          <p:spPr>
            <a:xfrm>
              <a:off x="6696000" y="2124000"/>
              <a:ext cx="216000" cy="0"/>
            </a:xfrm>
            <a:prstGeom prst="straightConnector1">
              <a:avLst/>
            </a:prstGeom>
            <a:noFill/>
            <a:ln cap="flat" cmpd="sng" w="12700">
              <a:solidFill>
                <a:schemeClr val="accent3"/>
              </a:solidFill>
              <a:prstDash val="solid"/>
              <a:miter lim="800000"/>
              <a:headEnd len="sm" w="sm" type="none"/>
              <a:tailEnd len="med" w="med" type="triangle"/>
            </a:ln>
          </p:spPr>
        </p:cxnSp>
        <p:sp>
          <p:nvSpPr>
            <p:cNvPr id="1771" name="Google Shape;1771;p38"/>
            <p:cNvSpPr/>
            <p:nvPr/>
          </p:nvSpPr>
          <p:spPr>
            <a:xfrm>
              <a:off x="4680000" y="2952000"/>
              <a:ext cx="2016000" cy="576000"/>
            </a:xfrm>
            <a:prstGeom prst="roundRect">
              <a:avLst>
                <a:gd fmla="val 11024" name="adj"/>
              </a:avLst>
            </a:prstGeom>
            <a:solidFill>
              <a:schemeClr val="lt1"/>
            </a:solidFill>
            <a:ln cap="flat" cmpd="sng" w="1905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テスト仕様および</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IF仕様変更点の説明</a:t>
              </a:r>
              <a:endParaRPr sz="1400">
                <a:solidFill>
                  <a:schemeClr val="dk1"/>
                </a:solidFill>
                <a:latin typeface="Arial"/>
                <a:ea typeface="Arial"/>
                <a:cs typeface="Arial"/>
                <a:sym typeface="Arial"/>
              </a:endParaRPr>
            </a:p>
          </p:txBody>
        </p:sp>
        <p:cxnSp>
          <p:nvCxnSpPr>
            <p:cNvPr id="1772" name="Google Shape;1772;p38"/>
            <p:cNvCxnSpPr>
              <a:stCxn id="1765" idx="2"/>
              <a:endCxn id="1771" idx="0"/>
            </p:cNvCxnSpPr>
            <p:nvPr/>
          </p:nvCxnSpPr>
          <p:spPr>
            <a:xfrm>
              <a:off x="5688000" y="2808000"/>
              <a:ext cx="0" cy="144000"/>
            </a:xfrm>
            <a:prstGeom prst="straightConnector1">
              <a:avLst/>
            </a:prstGeom>
            <a:noFill/>
            <a:ln cap="flat" cmpd="sng" w="12700">
              <a:solidFill>
                <a:schemeClr val="accent3"/>
              </a:solidFill>
              <a:prstDash val="solid"/>
              <a:miter lim="800000"/>
              <a:headEnd len="sm" w="sm" type="none"/>
              <a:tailEnd len="med" w="med" type="triangle"/>
            </a:ln>
          </p:spPr>
        </p:cxnSp>
        <p:cxnSp>
          <p:nvCxnSpPr>
            <p:cNvPr id="1773" name="Google Shape;1773;p38"/>
            <p:cNvCxnSpPr/>
            <p:nvPr/>
          </p:nvCxnSpPr>
          <p:spPr>
            <a:xfrm rot="10800000">
              <a:off x="4464000" y="3348000"/>
              <a:ext cx="216000" cy="0"/>
            </a:xfrm>
            <a:prstGeom prst="straightConnector1">
              <a:avLst/>
            </a:prstGeom>
            <a:noFill/>
            <a:ln cap="flat" cmpd="sng" w="12700">
              <a:solidFill>
                <a:schemeClr val="accent3"/>
              </a:solidFill>
              <a:prstDash val="solid"/>
              <a:miter lim="800000"/>
              <a:headEnd len="sm" w="sm" type="none"/>
              <a:tailEnd len="med" w="med" type="triangle"/>
            </a:ln>
          </p:spPr>
        </p:cxnSp>
        <p:sp>
          <p:nvSpPr>
            <p:cNvPr id="1774" name="Google Shape;1774;p38"/>
            <p:cNvSpPr/>
            <p:nvPr/>
          </p:nvSpPr>
          <p:spPr>
            <a:xfrm>
              <a:off x="6912000" y="3672000"/>
              <a:ext cx="2016000" cy="360000"/>
            </a:xfrm>
            <a:prstGeom prst="roundRect">
              <a:avLst>
                <a:gd fmla="val 17639" name="adj"/>
              </a:avLst>
            </a:prstGeom>
            <a:solidFill>
              <a:schemeClr val="lt1"/>
            </a:solidFill>
            <a:ln cap="flat" cmpd="sng" w="1905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変更対応(設計・改修)</a:t>
              </a:r>
              <a:endParaRPr sz="1400">
                <a:solidFill>
                  <a:schemeClr val="dk1"/>
                </a:solidFill>
                <a:latin typeface="Arial"/>
                <a:ea typeface="Arial"/>
                <a:cs typeface="Arial"/>
                <a:sym typeface="Arial"/>
              </a:endParaRPr>
            </a:p>
          </p:txBody>
        </p:sp>
        <p:cxnSp>
          <p:nvCxnSpPr>
            <p:cNvPr id="1775" name="Google Shape;1775;p38"/>
            <p:cNvCxnSpPr>
              <a:stCxn id="1767" idx="2"/>
              <a:endCxn id="1774" idx="0"/>
            </p:cNvCxnSpPr>
            <p:nvPr/>
          </p:nvCxnSpPr>
          <p:spPr>
            <a:xfrm>
              <a:off x="7920000" y="3528000"/>
              <a:ext cx="0" cy="144000"/>
            </a:xfrm>
            <a:prstGeom prst="straightConnector1">
              <a:avLst/>
            </a:prstGeom>
            <a:noFill/>
            <a:ln cap="flat" cmpd="sng" w="12700">
              <a:solidFill>
                <a:schemeClr val="accent3"/>
              </a:solidFill>
              <a:prstDash val="solid"/>
              <a:miter lim="800000"/>
              <a:headEnd len="sm" w="sm" type="none"/>
              <a:tailEnd len="med" w="med" type="triangle"/>
            </a:ln>
          </p:spPr>
        </p:cxnSp>
        <p:sp>
          <p:nvSpPr>
            <p:cNvPr id="1776" name="Google Shape;1776;p38"/>
            <p:cNvSpPr/>
            <p:nvPr/>
          </p:nvSpPr>
          <p:spPr>
            <a:xfrm>
              <a:off x="4680000" y="3672000"/>
              <a:ext cx="2016000" cy="1080000"/>
            </a:xfrm>
            <a:prstGeom prst="roundRect">
              <a:avLst>
                <a:gd fmla="val 5880" name="adj"/>
              </a:avLst>
            </a:prstGeom>
            <a:solidFill>
              <a:schemeClr val="lt1"/>
            </a:solidFill>
            <a:ln cap="flat" cmpd="sng" w="19050">
              <a:solidFill>
                <a:schemeClr val="accent3"/>
              </a:solidFill>
              <a:prstDash val="solid"/>
              <a:miter lim="800000"/>
              <a:headEnd len="sm" w="sm" type="none"/>
              <a:tailEnd len="sm" w="sm" type="none"/>
            </a:ln>
          </p:spPr>
          <p:txBody>
            <a:bodyPr anchorCtr="0" anchor="ctr" bIns="45700" lIns="0" spcFirstLastPara="1" rIns="0" wrap="square" tIns="457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各種調整</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(ｽｹｼﾞｭｰﾙ・仕様等)</a:t>
              </a:r>
              <a:endParaRPr/>
            </a:p>
            <a:p>
              <a:pPr indent="0" lvl="0" marL="0" marR="0" rtl="0" algn="ctr">
                <a:spcBef>
                  <a:spcPts val="0"/>
                </a:spcBef>
                <a:spcAft>
                  <a:spcPts val="0"/>
                </a:spcAft>
                <a:buNone/>
              </a:pPr>
              <a:r>
                <a:t/>
              </a:r>
              <a:endParaRPr sz="1400">
                <a:solidFill>
                  <a:schemeClr val="dk1"/>
                </a:solidFill>
                <a:latin typeface="Arial"/>
                <a:ea typeface="Arial"/>
                <a:cs typeface="Arial"/>
                <a:sym typeface="Arial"/>
              </a:endParaRPr>
            </a:p>
            <a:p>
              <a:pPr indent="0" lvl="0" marL="0" marR="0" rtl="0" algn="ctr">
                <a:spcBef>
                  <a:spcPts val="0"/>
                </a:spcBef>
                <a:spcAft>
                  <a:spcPts val="0"/>
                </a:spcAft>
                <a:buNone/>
              </a:pPr>
              <a:r>
                <a:t/>
              </a:r>
              <a:endParaRPr sz="1400">
                <a:solidFill>
                  <a:schemeClr val="dk1"/>
                </a:solidFill>
                <a:latin typeface="Arial"/>
                <a:ea typeface="Arial"/>
                <a:cs typeface="Arial"/>
                <a:sym typeface="Arial"/>
              </a:endParaRPr>
            </a:p>
          </p:txBody>
        </p:sp>
        <p:cxnSp>
          <p:nvCxnSpPr>
            <p:cNvPr id="1777" name="Google Shape;1777;p38"/>
            <p:cNvCxnSpPr/>
            <p:nvPr/>
          </p:nvCxnSpPr>
          <p:spPr>
            <a:xfrm>
              <a:off x="6696000" y="4464000"/>
              <a:ext cx="216000" cy="0"/>
            </a:xfrm>
            <a:prstGeom prst="straightConnector1">
              <a:avLst/>
            </a:prstGeom>
            <a:noFill/>
            <a:ln cap="flat" cmpd="sng" w="12700">
              <a:solidFill>
                <a:schemeClr val="accent3"/>
              </a:solidFill>
              <a:prstDash val="solid"/>
              <a:miter lim="800000"/>
              <a:headEnd len="med" w="med" type="triangle"/>
              <a:tailEnd len="med" w="med" type="triangle"/>
            </a:ln>
          </p:spPr>
        </p:cxnSp>
        <p:sp>
          <p:nvSpPr>
            <p:cNvPr id="1778" name="Google Shape;1778;p38"/>
            <p:cNvSpPr/>
            <p:nvPr/>
          </p:nvSpPr>
          <p:spPr>
            <a:xfrm>
              <a:off x="2448000" y="4320000"/>
              <a:ext cx="2016000" cy="360000"/>
            </a:xfrm>
            <a:prstGeom prst="roundRect">
              <a:avLst>
                <a:gd fmla="val 17639" name="adj"/>
              </a:avLst>
            </a:prstGeom>
            <a:solidFill>
              <a:schemeClr val="lt1"/>
            </a:solidFill>
            <a:ln cap="flat" cmpd="sng" w="1905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状況把握</a:t>
              </a:r>
              <a:endParaRPr sz="1400">
                <a:solidFill>
                  <a:schemeClr val="dk1"/>
                </a:solidFill>
                <a:latin typeface="Arial"/>
                <a:ea typeface="Arial"/>
                <a:cs typeface="Arial"/>
                <a:sym typeface="Arial"/>
              </a:endParaRPr>
            </a:p>
          </p:txBody>
        </p:sp>
        <p:cxnSp>
          <p:nvCxnSpPr>
            <p:cNvPr id="1779" name="Google Shape;1779;p38"/>
            <p:cNvCxnSpPr>
              <a:stCxn id="1780" idx="1"/>
              <a:endCxn id="1778" idx="3"/>
            </p:cNvCxnSpPr>
            <p:nvPr/>
          </p:nvCxnSpPr>
          <p:spPr>
            <a:xfrm rot="10800000">
              <a:off x="4464000" y="4500000"/>
              <a:ext cx="288000" cy="0"/>
            </a:xfrm>
            <a:prstGeom prst="straightConnector1">
              <a:avLst/>
            </a:prstGeom>
            <a:noFill/>
            <a:ln cap="flat" cmpd="sng" w="12700">
              <a:solidFill>
                <a:schemeClr val="accent3"/>
              </a:solidFill>
              <a:prstDash val="solid"/>
              <a:miter lim="800000"/>
              <a:headEnd len="sm" w="sm" type="none"/>
              <a:tailEnd len="med" w="med" type="triangle"/>
            </a:ln>
          </p:spPr>
        </p:cxnSp>
        <p:sp>
          <p:nvSpPr>
            <p:cNvPr id="1781" name="Google Shape;1781;p38"/>
            <p:cNvSpPr/>
            <p:nvPr/>
          </p:nvSpPr>
          <p:spPr>
            <a:xfrm>
              <a:off x="6912000" y="4176000"/>
              <a:ext cx="2016000" cy="576000"/>
            </a:xfrm>
            <a:prstGeom prst="roundRect">
              <a:avLst>
                <a:gd fmla="val 11024" name="adj"/>
              </a:avLst>
            </a:prstGeom>
            <a:solidFill>
              <a:schemeClr val="lt1"/>
            </a:solidFill>
            <a:ln cap="flat" cmpd="sng" w="1905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テスト仕様書(周辺ｼｽﾃﾑ)作成</a:t>
              </a:r>
              <a:endParaRPr sz="1400">
                <a:solidFill>
                  <a:schemeClr val="dk1"/>
                </a:solidFill>
                <a:latin typeface="Arial"/>
                <a:ea typeface="Arial"/>
                <a:cs typeface="Arial"/>
                <a:sym typeface="Arial"/>
              </a:endParaRPr>
            </a:p>
          </p:txBody>
        </p:sp>
        <p:cxnSp>
          <p:nvCxnSpPr>
            <p:cNvPr id="1782" name="Google Shape;1782;p38"/>
            <p:cNvCxnSpPr>
              <a:stCxn id="1774" idx="2"/>
              <a:endCxn id="1781" idx="0"/>
            </p:cNvCxnSpPr>
            <p:nvPr/>
          </p:nvCxnSpPr>
          <p:spPr>
            <a:xfrm>
              <a:off x="7920000" y="4032000"/>
              <a:ext cx="0" cy="144000"/>
            </a:xfrm>
            <a:prstGeom prst="straightConnector1">
              <a:avLst/>
            </a:prstGeom>
            <a:noFill/>
            <a:ln cap="flat" cmpd="sng" w="12700">
              <a:solidFill>
                <a:schemeClr val="accent3"/>
              </a:solidFill>
              <a:prstDash val="solid"/>
              <a:miter lim="800000"/>
              <a:headEnd len="sm" w="sm" type="none"/>
              <a:tailEnd len="med" w="med" type="triangle"/>
            </a:ln>
          </p:spPr>
        </p:cxnSp>
        <p:cxnSp>
          <p:nvCxnSpPr>
            <p:cNvPr id="1783" name="Google Shape;1783;p38"/>
            <p:cNvCxnSpPr>
              <a:stCxn id="1771" idx="2"/>
              <a:endCxn id="1776" idx="0"/>
            </p:cNvCxnSpPr>
            <p:nvPr/>
          </p:nvCxnSpPr>
          <p:spPr>
            <a:xfrm>
              <a:off x="5688000" y="3528000"/>
              <a:ext cx="0" cy="144000"/>
            </a:xfrm>
            <a:prstGeom prst="straightConnector1">
              <a:avLst/>
            </a:prstGeom>
            <a:noFill/>
            <a:ln cap="flat" cmpd="sng" w="12700">
              <a:solidFill>
                <a:schemeClr val="accent3"/>
              </a:solidFill>
              <a:prstDash val="solid"/>
              <a:miter lim="800000"/>
              <a:headEnd len="sm" w="sm" type="none"/>
              <a:tailEnd len="med" w="med" type="triangle"/>
            </a:ln>
          </p:spPr>
        </p:cxnSp>
        <p:cxnSp>
          <p:nvCxnSpPr>
            <p:cNvPr id="1784" name="Google Shape;1784;p38"/>
            <p:cNvCxnSpPr>
              <a:stCxn id="1776" idx="2"/>
            </p:cNvCxnSpPr>
            <p:nvPr/>
          </p:nvCxnSpPr>
          <p:spPr>
            <a:xfrm>
              <a:off x="5688000" y="4752000"/>
              <a:ext cx="0" cy="144000"/>
            </a:xfrm>
            <a:prstGeom prst="straightConnector1">
              <a:avLst/>
            </a:prstGeom>
            <a:noFill/>
            <a:ln cap="flat" cmpd="sng" w="12700">
              <a:solidFill>
                <a:schemeClr val="accent3"/>
              </a:solidFill>
              <a:prstDash val="solid"/>
              <a:miter lim="800000"/>
              <a:headEnd len="sm" w="sm" type="none"/>
              <a:tailEnd len="med" w="med" type="triangle"/>
            </a:ln>
          </p:spPr>
        </p:cxnSp>
        <p:cxnSp>
          <p:nvCxnSpPr>
            <p:cNvPr id="1785" name="Google Shape;1785;p38"/>
            <p:cNvCxnSpPr>
              <a:stCxn id="1781" idx="2"/>
            </p:cNvCxnSpPr>
            <p:nvPr/>
          </p:nvCxnSpPr>
          <p:spPr>
            <a:xfrm>
              <a:off x="7920000" y="4752000"/>
              <a:ext cx="0" cy="144000"/>
            </a:xfrm>
            <a:prstGeom prst="straightConnector1">
              <a:avLst/>
            </a:prstGeom>
            <a:noFill/>
            <a:ln cap="flat" cmpd="sng" w="12700">
              <a:solidFill>
                <a:schemeClr val="accent3"/>
              </a:solidFill>
              <a:prstDash val="solid"/>
              <a:miter lim="800000"/>
              <a:headEnd len="sm" w="sm" type="none"/>
              <a:tailEnd len="med" w="med" type="triangle"/>
            </a:ln>
          </p:spPr>
        </p:cxnSp>
        <p:cxnSp>
          <p:nvCxnSpPr>
            <p:cNvPr id="1786" name="Google Shape;1786;p38"/>
            <p:cNvCxnSpPr/>
            <p:nvPr/>
          </p:nvCxnSpPr>
          <p:spPr>
            <a:xfrm>
              <a:off x="6696000" y="3852000"/>
              <a:ext cx="216000" cy="0"/>
            </a:xfrm>
            <a:prstGeom prst="straightConnector1">
              <a:avLst/>
            </a:prstGeom>
            <a:noFill/>
            <a:ln cap="flat" cmpd="sng" w="12700">
              <a:solidFill>
                <a:schemeClr val="accent3"/>
              </a:solidFill>
              <a:prstDash val="solid"/>
              <a:miter lim="800000"/>
              <a:headEnd len="med" w="med" type="triangle"/>
              <a:tailEnd len="med" w="med" type="triangle"/>
            </a:ln>
          </p:spPr>
        </p:cxnSp>
        <p:sp>
          <p:nvSpPr>
            <p:cNvPr id="1780" name="Google Shape;1780;p38"/>
            <p:cNvSpPr/>
            <p:nvPr/>
          </p:nvSpPr>
          <p:spPr>
            <a:xfrm>
              <a:off x="4752000" y="4320000"/>
              <a:ext cx="1872000" cy="360000"/>
            </a:xfrm>
            <a:prstGeom prst="roundRect">
              <a:avLst>
                <a:gd fmla="val 17639" name="adj"/>
              </a:avLst>
            </a:prstGeom>
            <a:solidFill>
              <a:srgbClr val="C55A11"/>
            </a:solidFill>
            <a:ln cap="flat" cmpd="sng" w="1905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随時、報告・相談</a:t>
              </a:r>
              <a:endParaRPr b="1" sz="1400">
                <a:solidFill>
                  <a:schemeClr val="lt1"/>
                </a:solidFill>
                <a:latin typeface="Arial"/>
                <a:ea typeface="Arial"/>
                <a:cs typeface="Arial"/>
                <a:sym typeface="Arial"/>
              </a:endParaRPr>
            </a:p>
          </p:txBody>
        </p:sp>
        <p:sp>
          <p:nvSpPr>
            <p:cNvPr id="1787" name="Google Shape;1787;p38"/>
            <p:cNvSpPr/>
            <p:nvPr/>
          </p:nvSpPr>
          <p:spPr>
            <a:xfrm>
              <a:off x="4752000" y="5220000"/>
              <a:ext cx="1872000" cy="360000"/>
            </a:xfrm>
            <a:prstGeom prst="roundRect">
              <a:avLst>
                <a:gd fmla="val 17639" name="adj"/>
              </a:avLst>
            </a:prstGeom>
            <a:solidFill>
              <a:srgbClr val="C55A11"/>
            </a:solidFill>
            <a:ln cap="flat" cmpd="sng" w="1905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取りまとめ・各種調整</a:t>
              </a:r>
              <a:endParaRPr b="1" sz="1400">
                <a:solidFill>
                  <a:schemeClr val="lt1"/>
                </a:solidFill>
                <a:latin typeface="Arial"/>
                <a:ea typeface="Arial"/>
                <a:cs typeface="Arial"/>
                <a:sym typeface="Arial"/>
              </a:endParaRPr>
            </a:p>
          </p:txBody>
        </p:sp>
        <p:sp>
          <p:nvSpPr>
            <p:cNvPr id="1788" name="Google Shape;1788;p38"/>
            <p:cNvSpPr/>
            <p:nvPr/>
          </p:nvSpPr>
          <p:spPr>
            <a:xfrm>
              <a:off x="4752000" y="5652000"/>
              <a:ext cx="1872000" cy="360000"/>
            </a:xfrm>
            <a:prstGeom prst="roundRect">
              <a:avLst>
                <a:gd fmla="val 17639" name="adj"/>
              </a:avLst>
            </a:prstGeom>
            <a:solidFill>
              <a:srgbClr val="C55A11"/>
            </a:solidFill>
            <a:ln cap="flat" cmpd="sng" w="1905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随時、報告・相談</a:t>
              </a:r>
              <a:endParaRPr b="1" sz="1400">
                <a:solidFill>
                  <a:schemeClr val="lt1"/>
                </a:solidFill>
                <a:latin typeface="Arial"/>
                <a:ea typeface="Arial"/>
                <a:cs typeface="Arial"/>
                <a:sym typeface="Arial"/>
              </a:endParaRPr>
            </a:p>
          </p:txBody>
        </p:sp>
        <p:sp>
          <p:nvSpPr>
            <p:cNvPr id="1789" name="Google Shape;1789;p38"/>
            <p:cNvSpPr/>
            <p:nvPr/>
          </p:nvSpPr>
          <p:spPr>
            <a:xfrm>
              <a:off x="2448000" y="5652000"/>
              <a:ext cx="2016000" cy="360000"/>
            </a:xfrm>
            <a:prstGeom prst="roundRect">
              <a:avLst>
                <a:gd fmla="val 17639" name="adj"/>
              </a:avLst>
            </a:prstGeom>
            <a:solidFill>
              <a:schemeClr val="lt1"/>
            </a:solidFill>
            <a:ln cap="flat" cmpd="sng" w="1905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状況把握</a:t>
              </a:r>
              <a:endParaRPr sz="1400">
                <a:solidFill>
                  <a:schemeClr val="dk1"/>
                </a:solidFill>
                <a:latin typeface="Arial"/>
                <a:ea typeface="Arial"/>
                <a:cs typeface="Arial"/>
                <a:sym typeface="Arial"/>
              </a:endParaRPr>
            </a:p>
          </p:txBody>
        </p:sp>
        <p:cxnSp>
          <p:nvCxnSpPr>
            <p:cNvPr id="1790" name="Google Shape;1790;p38"/>
            <p:cNvCxnSpPr>
              <a:stCxn id="1788" idx="1"/>
              <a:endCxn id="1789" idx="3"/>
            </p:cNvCxnSpPr>
            <p:nvPr/>
          </p:nvCxnSpPr>
          <p:spPr>
            <a:xfrm rot="10800000">
              <a:off x="4464000" y="5832000"/>
              <a:ext cx="288000" cy="0"/>
            </a:xfrm>
            <a:prstGeom prst="straightConnector1">
              <a:avLst/>
            </a:prstGeom>
            <a:noFill/>
            <a:ln cap="flat" cmpd="sng" w="12700">
              <a:solidFill>
                <a:schemeClr val="accent3"/>
              </a:solidFill>
              <a:prstDash val="solid"/>
              <a:miter lim="800000"/>
              <a:headEnd len="sm" w="sm" type="none"/>
              <a:tailEnd len="med" w="med" type="triangle"/>
            </a:ln>
          </p:spPr>
        </p:cxnSp>
      </p:grpSp>
      <p:sp>
        <p:nvSpPr>
          <p:cNvPr id="1791" name="Google Shape;1791;p38"/>
          <p:cNvSpPr/>
          <p:nvPr/>
        </p:nvSpPr>
        <p:spPr>
          <a:xfrm>
            <a:off x="6912000" y="864000"/>
            <a:ext cx="2088000" cy="5472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システムテスト(ST)工程時におきましては、周辺システム担当のご協力を頂きたく存じます。</a:t>
            </a:r>
            <a:endParaRPr sz="1400">
              <a:solidFill>
                <a:schemeClr val="dk1"/>
              </a:solidFill>
              <a:latin typeface="Arial"/>
              <a:ea typeface="Arial"/>
              <a:cs typeface="Arial"/>
              <a:sym typeface="Arial"/>
            </a:endParaRPr>
          </a:p>
          <a:p>
            <a:pPr indent="0" lvl="0" marL="0" marR="0" rtl="0" algn="l">
              <a:spcBef>
                <a:spcPts val="600"/>
              </a:spcBef>
              <a:spcAft>
                <a:spcPts val="0"/>
              </a:spcAft>
              <a:buNone/>
            </a:pPr>
            <a:r>
              <a:rPr lang="ja-JP" sz="1400">
                <a:solidFill>
                  <a:schemeClr val="dk1"/>
                </a:solidFill>
                <a:latin typeface="Arial"/>
                <a:ea typeface="Arial"/>
                <a:cs typeface="Arial"/>
                <a:sym typeface="Arial"/>
              </a:rPr>
              <a:t>仕様の変更内容によっては、周辺システムにも改修が生じる可能性があります。</a:t>
            </a:r>
            <a:endParaRPr sz="1400">
              <a:solidFill>
                <a:schemeClr val="dk1"/>
              </a:solidFill>
              <a:latin typeface="Arial"/>
              <a:ea typeface="Arial"/>
              <a:cs typeface="Arial"/>
              <a:sym typeface="Arial"/>
            </a:endParaRPr>
          </a:p>
          <a:p>
            <a:pPr indent="0" lvl="0" marL="0" marR="0" rtl="0" algn="l">
              <a:spcBef>
                <a:spcPts val="600"/>
              </a:spcBef>
              <a:spcAft>
                <a:spcPts val="0"/>
              </a:spcAft>
              <a:buNone/>
            </a:pPr>
            <a:r>
              <a:rPr lang="ja-JP" sz="1400">
                <a:solidFill>
                  <a:schemeClr val="dk1"/>
                </a:solidFill>
                <a:latin typeface="Arial"/>
                <a:ea typeface="Arial"/>
                <a:cs typeface="Arial"/>
                <a:sym typeface="Arial"/>
              </a:rPr>
              <a:t>テストの実施にあたりましては、周辺システム担当と連携し進めます。</a:t>
            </a:r>
            <a:r>
              <a:rPr b="1" lang="ja-JP" sz="1400">
                <a:solidFill>
                  <a:schemeClr val="accent1"/>
                </a:solidFill>
                <a:latin typeface="Arial"/>
                <a:ea typeface="Arial"/>
                <a:cs typeface="Arial"/>
                <a:sym typeface="Arial"/>
              </a:rPr>
              <a:t>弊社のPMOが事務局となり取りまとめし、貴社には随時報告・相談を実施</a:t>
            </a:r>
            <a:r>
              <a:rPr lang="ja-JP" sz="1400">
                <a:solidFill>
                  <a:schemeClr val="dk1"/>
                </a:solidFill>
                <a:latin typeface="Arial"/>
                <a:ea typeface="Arial"/>
                <a:cs typeface="Arial"/>
                <a:sym typeface="Arial"/>
              </a:rPr>
              <a:t>します。</a:t>
            </a:r>
            <a:endParaRPr sz="1400">
              <a:solidFill>
                <a:schemeClr val="dk1"/>
              </a:solidFill>
              <a:latin typeface="Arial"/>
              <a:ea typeface="Arial"/>
              <a:cs typeface="Arial"/>
              <a:sym typeface="Arial"/>
            </a:endParaRPr>
          </a:p>
          <a:p>
            <a:pPr indent="0" lvl="0" marL="0" marR="0" rtl="0" algn="l">
              <a:spcBef>
                <a:spcPts val="600"/>
              </a:spcBef>
              <a:spcAft>
                <a:spcPts val="0"/>
              </a:spcAft>
              <a:buNone/>
            </a:pPr>
            <a:r>
              <a:t/>
            </a:r>
            <a:endParaRPr sz="1400">
              <a:solidFill>
                <a:schemeClr val="dk1"/>
              </a:solidFill>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6" name="Shape 1796"/>
        <p:cNvGrpSpPr/>
        <p:nvPr/>
      </p:nvGrpSpPr>
      <p:grpSpPr>
        <a:xfrm>
          <a:off x="0" y="0"/>
          <a:ext cx="0" cy="0"/>
          <a:chOff x="0" y="0"/>
          <a:chExt cx="0" cy="0"/>
        </a:xfrm>
      </p:grpSpPr>
      <p:sp>
        <p:nvSpPr>
          <p:cNvPr id="1797" name="Google Shape;1797;p39"/>
          <p:cNvSpPr txBox="1"/>
          <p:nvPr>
            <p:ph type="title"/>
          </p:nvPr>
        </p:nvSpPr>
        <p:spPr>
          <a:xfrm>
            <a:off x="144000" y="36000"/>
            <a:ext cx="8856000" cy="5760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3000"/>
              <a:buFont typeface="Arial"/>
              <a:buNone/>
            </a:pPr>
            <a:r>
              <a:rPr lang="ja-JP"/>
              <a:t>本番移行</a:t>
            </a:r>
            <a:endParaRPr/>
          </a:p>
        </p:txBody>
      </p:sp>
      <p:sp>
        <p:nvSpPr>
          <p:cNvPr id="1798" name="Google Shape;1798;p39"/>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ja-JP"/>
              <a:t>Copyright© 2020 SystemEXE,Inc. all rights reserved.</a:t>
            </a:r>
            <a:endParaRPr/>
          </a:p>
        </p:txBody>
      </p:sp>
      <p:sp>
        <p:nvSpPr>
          <p:cNvPr id="1799" name="Google Shape;1799;p39"/>
          <p:cNvSpPr txBox="1"/>
          <p:nvPr>
            <p:ph idx="12" type="sldNum"/>
          </p:nvPr>
        </p:nvSpPr>
        <p:spPr>
          <a:xfrm>
            <a:off x="4212000" y="6500068"/>
            <a:ext cx="720000" cy="288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ja-JP"/>
              <a:t>‹#›</a:t>
            </a:fld>
            <a:endParaRPr/>
          </a:p>
        </p:txBody>
      </p:sp>
      <p:grpSp>
        <p:nvGrpSpPr>
          <p:cNvPr id="1800" name="Google Shape;1800;p39"/>
          <p:cNvGrpSpPr/>
          <p:nvPr/>
        </p:nvGrpSpPr>
        <p:grpSpPr>
          <a:xfrm>
            <a:off x="360000" y="3708000"/>
            <a:ext cx="8639999" cy="1224000"/>
            <a:chOff x="360000" y="4032000"/>
            <a:chExt cx="8639999" cy="1224000"/>
          </a:xfrm>
        </p:grpSpPr>
        <p:grpSp>
          <p:nvGrpSpPr>
            <p:cNvPr id="1801" name="Google Shape;1801;p39"/>
            <p:cNvGrpSpPr/>
            <p:nvPr/>
          </p:nvGrpSpPr>
          <p:grpSpPr>
            <a:xfrm>
              <a:off x="360000" y="4032000"/>
              <a:ext cx="8639999" cy="540000"/>
              <a:chOff x="360000" y="2664000"/>
              <a:chExt cx="8639999" cy="540000"/>
            </a:xfrm>
          </p:grpSpPr>
          <p:grpSp>
            <p:nvGrpSpPr>
              <p:cNvPr id="1802" name="Google Shape;1802;p39"/>
              <p:cNvGrpSpPr/>
              <p:nvPr/>
            </p:nvGrpSpPr>
            <p:grpSpPr>
              <a:xfrm>
                <a:off x="360000" y="2664000"/>
                <a:ext cx="432000" cy="432000"/>
                <a:chOff x="936727" y="1596367"/>
                <a:chExt cx="432000" cy="432000"/>
              </a:xfrm>
            </p:grpSpPr>
            <p:sp>
              <p:nvSpPr>
                <p:cNvPr id="1803" name="Google Shape;1803;p39"/>
                <p:cNvSpPr/>
                <p:nvPr/>
              </p:nvSpPr>
              <p:spPr>
                <a:xfrm rot="5400000">
                  <a:off x="936727" y="1596367"/>
                  <a:ext cx="432000" cy="432000"/>
                </a:xfrm>
                <a:prstGeom prst="teardrop">
                  <a:avLst>
                    <a:gd fmla="val 100000" name="adj"/>
                  </a:avLst>
                </a:prstGeom>
                <a:solidFill>
                  <a:srgbClr val="DDEAF6"/>
                </a:solidFill>
                <a:ln cap="flat" cmpd="sng" w="76200">
                  <a:solidFill>
                    <a:srgbClr val="BBD6EE"/>
                  </a:solidFill>
                  <a:prstDash val="solid"/>
                  <a:bevel/>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04" name="Google Shape;1804;p39"/>
                <p:cNvSpPr txBox="1"/>
                <p:nvPr/>
              </p:nvSpPr>
              <p:spPr>
                <a:xfrm>
                  <a:off x="1001884" y="1632367"/>
                  <a:ext cx="301686" cy="369332"/>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lang="ja-JP" sz="1800">
                      <a:solidFill>
                        <a:schemeClr val="accent1"/>
                      </a:solidFill>
                      <a:latin typeface="Calibri"/>
                      <a:ea typeface="Calibri"/>
                      <a:cs typeface="Calibri"/>
                      <a:sym typeface="Calibri"/>
                    </a:rPr>
                    <a:t>2</a:t>
                  </a:r>
                  <a:endParaRPr sz="1800">
                    <a:solidFill>
                      <a:schemeClr val="accent1"/>
                    </a:solidFill>
                    <a:latin typeface="Calibri"/>
                    <a:ea typeface="Calibri"/>
                    <a:cs typeface="Calibri"/>
                    <a:sym typeface="Calibri"/>
                  </a:endParaRPr>
                </a:p>
              </p:txBody>
            </p:sp>
          </p:grpSp>
          <p:sp>
            <p:nvSpPr>
              <p:cNvPr id="1805" name="Google Shape;1805;p39"/>
              <p:cNvSpPr txBox="1"/>
              <p:nvPr/>
            </p:nvSpPr>
            <p:spPr>
              <a:xfrm>
                <a:off x="899272" y="2700000"/>
                <a:ext cx="8100727"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4E79"/>
                  </a:buClr>
                  <a:buSzPts val="1600"/>
                  <a:buFont typeface="Arial"/>
                  <a:buNone/>
                </a:pPr>
                <a:r>
                  <a:rPr b="1" lang="ja-JP" sz="1600">
                    <a:solidFill>
                      <a:srgbClr val="1E4E79"/>
                    </a:solidFill>
                    <a:latin typeface="Arial"/>
                    <a:ea typeface="Arial"/>
                    <a:cs typeface="Arial"/>
                    <a:sym typeface="Arial"/>
                  </a:rPr>
                  <a:t>リスクを抑える移行リハーサル</a:t>
                </a:r>
                <a:endParaRPr b="1" sz="1600">
                  <a:solidFill>
                    <a:srgbClr val="1E4E79"/>
                  </a:solidFill>
                  <a:latin typeface="Arial"/>
                  <a:ea typeface="Arial"/>
                  <a:cs typeface="Arial"/>
                  <a:sym typeface="Arial"/>
                </a:endParaRPr>
              </a:p>
            </p:txBody>
          </p:sp>
        </p:grpSp>
        <p:sp>
          <p:nvSpPr>
            <p:cNvPr id="1806" name="Google Shape;1806;p39"/>
            <p:cNvSpPr txBox="1"/>
            <p:nvPr/>
          </p:nvSpPr>
          <p:spPr>
            <a:xfrm>
              <a:off x="360000" y="4536000"/>
              <a:ext cx="8424000" cy="72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一括移行方式は、ある時点で現行システムを休止し全機能を新システムへと一気に切り替える方法であるため、移行自体のリスクは大きいものとなります。そのリスクを極力抑えるため少なくとも３回のリハーサルを予定します。</a:t>
              </a:r>
              <a:endParaRPr sz="1400">
                <a:solidFill>
                  <a:schemeClr val="dk1"/>
                </a:solidFill>
                <a:latin typeface="Arial"/>
                <a:ea typeface="Arial"/>
                <a:cs typeface="Arial"/>
                <a:sym typeface="Arial"/>
              </a:endParaRPr>
            </a:p>
          </p:txBody>
        </p:sp>
      </p:grpSp>
      <p:grpSp>
        <p:nvGrpSpPr>
          <p:cNvPr id="1807" name="Google Shape;1807;p39"/>
          <p:cNvGrpSpPr/>
          <p:nvPr/>
        </p:nvGrpSpPr>
        <p:grpSpPr>
          <a:xfrm>
            <a:off x="360000" y="864000"/>
            <a:ext cx="8639272" cy="1224000"/>
            <a:chOff x="360000" y="1044000"/>
            <a:chExt cx="8639272" cy="1224000"/>
          </a:xfrm>
        </p:grpSpPr>
        <p:grpSp>
          <p:nvGrpSpPr>
            <p:cNvPr id="1808" name="Google Shape;1808;p39"/>
            <p:cNvGrpSpPr/>
            <p:nvPr/>
          </p:nvGrpSpPr>
          <p:grpSpPr>
            <a:xfrm>
              <a:off x="360000" y="1044000"/>
              <a:ext cx="432000" cy="432000"/>
              <a:chOff x="936727" y="1596367"/>
              <a:chExt cx="432000" cy="432000"/>
            </a:xfrm>
          </p:grpSpPr>
          <p:sp>
            <p:nvSpPr>
              <p:cNvPr id="1809" name="Google Shape;1809;p39"/>
              <p:cNvSpPr/>
              <p:nvPr/>
            </p:nvSpPr>
            <p:spPr>
              <a:xfrm rot="5400000">
                <a:off x="936727" y="1596367"/>
                <a:ext cx="432000" cy="432000"/>
              </a:xfrm>
              <a:prstGeom prst="teardrop">
                <a:avLst>
                  <a:gd fmla="val 100000" name="adj"/>
                </a:avLst>
              </a:prstGeom>
              <a:solidFill>
                <a:srgbClr val="DDEAF6"/>
              </a:solidFill>
              <a:ln cap="flat" cmpd="sng" w="76200">
                <a:solidFill>
                  <a:srgbClr val="BBD6EE"/>
                </a:solidFill>
                <a:prstDash val="solid"/>
                <a:bevel/>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10" name="Google Shape;1810;p39"/>
              <p:cNvSpPr txBox="1"/>
              <p:nvPr/>
            </p:nvSpPr>
            <p:spPr>
              <a:xfrm>
                <a:off x="1001884" y="1632367"/>
                <a:ext cx="301686" cy="369332"/>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lang="ja-JP" sz="1800">
                    <a:solidFill>
                      <a:schemeClr val="accent1"/>
                    </a:solidFill>
                    <a:latin typeface="Calibri"/>
                    <a:ea typeface="Calibri"/>
                    <a:cs typeface="Calibri"/>
                    <a:sym typeface="Calibri"/>
                  </a:rPr>
                  <a:t>1</a:t>
                </a:r>
                <a:endParaRPr sz="1800">
                  <a:solidFill>
                    <a:schemeClr val="accent1"/>
                  </a:solidFill>
                  <a:latin typeface="Calibri"/>
                  <a:ea typeface="Calibri"/>
                  <a:cs typeface="Calibri"/>
                  <a:sym typeface="Calibri"/>
                </a:endParaRPr>
              </a:p>
            </p:txBody>
          </p:sp>
        </p:grpSp>
        <p:sp>
          <p:nvSpPr>
            <p:cNvPr id="1811" name="Google Shape;1811;p39"/>
            <p:cNvSpPr txBox="1"/>
            <p:nvPr/>
          </p:nvSpPr>
          <p:spPr>
            <a:xfrm>
              <a:off x="899272" y="1080000"/>
              <a:ext cx="810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4E79"/>
                </a:buClr>
                <a:buSzPts val="1600"/>
                <a:buFont typeface="Arial"/>
                <a:buNone/>
              </a:pPr>
              <a:r>
                <a:rPr b="1" lang="ja-JP" sz="1600">
                  <a:solidFill>
                    <a:srgbClr val="1E4E79"/>
                  </a:solidFill>
                  <a:latin typeface="Arial"/>
                  <a:ea typeface="Arial"/>
                  <a:cs typeface="Arial"/>
                  <a:sym typeface="Arial"/>
                </a:rPr>
                <a:t>影響範囲を最小限にする一括移行</a:t>
              </a:r>
              <a:endParaRPr b="1" sz="1600">
                <a:solidFill>
                  <a:srgbClr val="1E4E79"/>
                </a:solidFill>
                <a:latin typeface="Arial"/>
                <a:ea typeface="Arial"/>
                <a:cs typeface="Arial"/>
                <a:sym typeface="Arial"/>
              </a:endParaRPr>
            </a:p>
          </p:txBody>
        </p:sp>
        <p:sp>
          <p:nvSpPr>
            <p:cNvPr id="1812" name="Google Shape;1812;p39"/>
            <p:cNvSpPr txBox="1"/>
            <p:nvPr/>
          </p:nvSpPr>
          <p:spPr>
            <a:xfrm>
              <a:off x="360000" y="1548000"/>
              <a:ext cx="8424000" cy="72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現行システムとのデータ連携などを考える必要がなく移行のコストを最小化できる</a:t>
              </a:r>
              <a:r>
                <a:rPr b="1" lang="ja-JP" sz="1400">
                  <a:solidFill>
                    <a:schemeClr val="accent1"/>
                  </a:solidFill>
                  <a:latin typeface="Arial"/>
                  <a:ea typeface="Arial"/>
                  <a:cs typeface="Arial"/>
                  <a:sym typeface="Arial"/>
                </a:rPr>
                <a:t>一括移行方式を採用します</a:t>
              </a:r>
              <a:r>
                <a:rPr lang="ja-JP" sz="1400">
                  <a:solidFill>
                    <a:schemeClr val="dk1"/>
                  </a:solidFill>
                  <a:latin typeface="Arial"/>
                  <a:ea typeface="Arial"/>
                  <a:cs typeface="Arial"/>
                  <a:sym typeface="Arial"/>
                </a:rPr>
                <a:t>。また、一括移行方式では、移行後も現行システムをそのまま温存できるため、万が一、移行時にトラブルが生じても、容易に現行システムに切り戻すことが可能です。</a:t>
              </a:r>
              <a:endParaRPr sz="1400">
                <a:solidFill>
                  <a:schemeClr val="dk1"/>
                </a:solidFill>
                <a:latin typeface="Arial"/>
                <a:ea typeface="Arial"/>
                <a:cs typeface="Arial"/>
                <a:sym typeface="Arial"/>
              </a:endParaRPr>
            </a:p>
          </p:txBody>
        </p:sp>
      </p:grpSp>
      <p:graphicFrame>
        <p:nvGraphicFramePr>
          <p:cNvPr id="1813" name="Google Shape;1813;p39"/>
          <p:cNvGraphicFramePr/>
          <p:nvPr/>
        </p:nvGraphicFramePr>
        <p:xfrm>
          <a:off x="360000" y="2124000"/>
          <a:ext cx="3000000" cy="3000000"/>
        </p:xfrm>
        <a:graphic>
          <a:graphicData uri="http://schemas.openxmlformats.org/drawingml/2006/table">
            <a:tbl>
              <a:tblPr bandRow="1" firstRow="1">
                <a:noFill/>
                <a:tableStyleId>{FE03F3E7-6964-46DF-ADC6-E4BCA3E1CC40}</a:tableStyleId>
              </a:tblPr>
              <a:tblGrid>
                <a:gridCol w="1404000"/>
                <a:gridCol w="1404000"/>
                <a:gridCol w="1404000"/>
                <a:gridCol w="1404000"/>
                <a:gridCol w="1404000"/>
                <a:gridCol w="1404000"/>
              </a:tblGrid>
              <a:tr h="177800">
                <a:tc>
                  <a:txBody>
                    <a:bodyPr/>
                    <a:lstStyle/>
                    <a:p>
                      <a:pPr indent="0" lvl="0" marL="0" marR="0" rtl="0" algn="l">
                        <a:spcBef>
                          <a:spcPts val="0"/>
                        </a:spcBef>
                        <a:spcAft>
                          <a:spcPts val="0"/>
                        </a:spcAft>
                        <a:buNone/>
                      </a:pPr>
                      <a:r>
                        <a:rPr b="1" lang="ja-JP" sz="1400">
                          <a:solidFill>
                            <a:schemeClr val="lt1"/>
                          </a:solidFill>
                          <a:latin typeface="Arial"/>
                          <a:ea typeface="Arial"/>
                          <a:cs typeface="Arial"/>
                          <a:sym typeface="Arial"/>
                        </a:rPr>
                        <a:t>移行方式</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c>
                  <a:txBody>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移行コスト</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c>
                  <a:txBody>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移行中の</a:t>
                      </a:r>
                      <a:endParaRPr b="1" sz="1400">
                        <a:solidFill>
                          <a:schemeClr val="lt1"/>
                        </a:solidFill>
                        <a:latin typeface="Arial"/>
                        <a:ea typeface="Arial"/>
                        <a:cs typeface="Arial"/>
                        <a:sym typeface="Arial"/>
                      </a:endParaRPr>
                    </a:p>
                    <a:p>
                      <a:pPr indent="0" lvl="0" marL="0" marR="0" rtl="0" algn="ctr">
                        <a:spcBef>
                          <a:spcPts val="0"/>
                        </a:spcBef>
                        <a:spcAft>
                          <a:spcPts val="0"/>
                        </a:spcAft>
                        <a:buNone/>
                      </a:pPr>
                      <a:r>
                        <a:rPr b="1" lang="ja-JP" sz="1400">
                          <a:solidFill>
                            <a:schemeClr val="lt1"/>
                          </a:solidFill>
                          <a:latin typeface="Arial"/>
                          <a:ea typeface="Arial"/>
                          <a:cs typeface="Arial"/>
                          <a:sym typeface="Arial"/>
                        </a:rPr>
                        <a:t>運用の手間</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c>
                  <a:txBody>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移行にかかる時間</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c>
                  <a:txBody>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移行失敗時の回復の容易さ</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c>
                  <a:txBody>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移行時の</a:t>
                      </a:r>
                      <a:endParaRPr b="1" sz="1400">
                        <a:solidFill>
                          <a:schemeClr val="lt1"/>
                        </a:solidFill>
                        <a:latin typeface="Arial"/>
                        <a:ea typeface="Arial"/>
                        <a:cs typeface="Arial"/>
                        <a:sym typeface="Arial"/>
                      </a:endParaRPr>
                    </a:p>
                    <a:p>
                      <a:pPr indent="0" lvl="0" marL="0" marR="0" rtl="0" algn="ctr">
                        <a:spcBef>
                          <a:spcPts val="0"/>
                        </a:spcBef>
                        <a:spcAft>
                          <a:spcPts val="0"/>
                        </a:spcAft>
                        <a:buNone/>
                      </a:pPr>
                      <a:r>
                        <a:rPr b="1" lang="ja-JP" sz="1400">
                          <a:solidFill>
                            <a:schemeClr val="lt1"/>
                          </a:solidFill>
                          <a:latin typeface="Arial"/>
                          <a:ea typeface="Arial"/>
                          <a:cs typeface="Arial"/>
                          <a:sym typeface="Arial"/>
                        </a:rPr>
                        <a:t>リスク</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r>
              <a:tr h="177800">
                <a:tc>
                  <a:txBody>
                    <a:bodyPr/>
                    <a:lstStyle/>
                    <a:p>
                      <a:pPr indent="0" lvl="0" marL="0" marR="0" rtl="0" algn="l">
                        <a:spcBef>
                          <a:spcPts val="0"/>
                        </a:spcBef>
                        <a:spcAft>
                          <a:spcPts val="0"/>
                        </a:spcAft>
                        <a:buNone/>
                      </a:pPr>
                      <a:r>
                        <a:rPr b="1" lang="ja-JP" sz="1400">
                          <a:solidFill>
                            <a:schemeClr val="dk1"/>
                          </a:solidFill>
                          <a:latin typeface="Arial"/>
                          <a:ea typeface="Arial"/>
                          <a:cs typeface="Arial"/>
                          <a:sym typeface="Arial"/>
                        </a:rPr>
                        <a:t>一括移行方式</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EDEDED"/>
                    </a:solidFill>
                  </a:tcPr>
                </a:tc>
                <a:tc>
                  <a:txBody>
                    <a:bodyPr/>
                    <a:lstStyle/>
                    <a:p>
                      <a:pPr indent="0" lvl="0" marL="0" marR="0" rtl="0" algn="l">
                        <a:spcBef>
                          <a:spcPts val="0"/>
                        </a:spcBef>
                        <a:spcAft>
                          <a:spcPts val="0"/>
                        </a:spcAft>
                        <a:buNone/>
                      </a:pPr>
                      <a:r>
                        <a:rPr b="1" lang="ja-JP" sz="1400">
                          <a:solidFill>
                            <a:schemeClr val="dk1"/>
                          </a:solidFill>
                          <a:latin typeface="Arial"/>
                          <a:ea typeface="Arial"/>
                          <a:cs typeface="Arial"/>
                          <a:sym typeface="Arial"/>
                        </a:rPr>
                        <a:t>◎</a:t>
                      </a:r>
                      <a:r>
                        <a:rPr b="1" lang="ja-JP" sz="1000">
                          <a:solidFill>
                            <a:schemeClr val="dk1"/>
                          </a:solidFill>
                          <a:latin typeface="Arial"/>
                          <a:ea typeface="Arial"/>
                          <a:cs typeface="Arial"/>
                          <a:sym typeface="Arial"/>
                        </a:rPr>
                        <a:t>（低い）</a:t>
                      </a:r>
                      <a:endParaRPr/>
                    </a:p>
                  </a:txBody>
                  <a:tcPr marT="45725" marB="45725" marR="91450" marL="21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rPr b="1" lang="ja-JP" sz="1400">
                          <a:solidFill>
                            <a:schemeClr val="dk1"/>
                          </a:solidFill>
                          <a:latin typeface="Arial"/>
                          <a:ea typeface="Arial"/>
                          <a:cs typeface="Arial"/>
                          <a:sym typeface="Arial"/>
                        </a:rPr>
                        <a:t>◎</a:t>
                      </a:r>
                      <a:r>
                        <a:rPr b="1" lang="ja-JP" sz="1000">
                          <a:solidFill>
                            <a:schemeClr val="dk1"/>
                          </a:solidFill>
                          <a:latin typeface="Arial"/>
                          <a:ea typeface="Arial"/>
                          <a:cs typeface="Arial"/>
                          <a:sym typeface="Arial"/>
                        </a:rPr>
                        <a:t>（少ない）</a:t>
                      </a:r>
                      <a:endParaRPr/>
                    </a:p>
                  </a:txBody>
                  <a:tcPr marT="45725" marB="45725" marR="91450" marL="21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rPr b="1" lang="ja-JP" sz="1400">
                          <a:solidFill>
                            <a:schemeClr val="dk1"/>
                          </a:solidFill>
                          <a:latin typeface="Arial"/>
                          <a:ea typeface="Arial"/>
                          <a:cs typeface="Arial"/>
                          <a:sym typeface="Arial"/>
                        </a:rPr>
                        <a:t>◎</a:t>
                      </a:r>
                      <a:r>
                        <a:rPr b="1" lang="ja-JP" sz="1000">
                          <a:solidFill>
                            <a:schemeClr val="dk1"/>
                          </a:solidFill>
                          <a:latin typeface="Arial"/>
                          <a:ea typeface="Arial"/>
                          <a:cs typeface="Arial"/>
                          <a:sym typeface="Arial"/>
                        </a:rPr>
                        <a:t>（短い）</a:t>
                      </a:r>
                      <a:endParaRPr/>
                    </a:p>
                  </a:txBody>
                  <a:tcPr marT="45725" marB="45725" marR="91450" marL="21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rPr b="1" lang="ja-JP" sz="1400">
                          <a:solidFill>
                            <a:schemeClr val="dk1"/>
                          </a:solidFill>
                          <a:latin typeface="Arial"/>
                          <a:ea typeface="Arial"/>
                          <a:cs typeface="Arial"/>
                          <a:sym typeface="Arial"/>
                        </a:rPr>
                        <a:t>◎</a:t>
                      </a:r>
                      <a:r>
                        <a:rPr b="1" lang="ja-JP" sz="1000">
                          <a:solidFill>
                            <a:schemeClr val="dk1"/>
                          </a:solidFill>
                          <a:latin typeface="Arial"/>
                          <a:ea typeface="Arial"/>
                          <a:cs typeface="Arial"/>
                          <a:sym typeface="Arial"/>
                        </a:rPr>
                        <a:t>（易しい）</a:t>
                      </a:r>
                      <a:endParaRPr/>
                    </a:p>
                  </a:txBody>
                  <a:tcPr marT="45725" marB="45725" marR="91450" marL="21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rPr b="1" lang="ja-JP" sz="1400">
                          <a:solidFill>
                            <a:schemeClr val="dk1"/>
                          </a:solidFill>
                          <a:latin typeface="Arial"/>
                          <a:ea typeface="Arial"/>
                          <a:cs typeface="Arial"/>
                          <a:sym typeface="Arial"/>
                        </a:rPr>
                        <a:t>△</a:t>
                      </a:r>
                      <a:r>
                        <a:rPr b="1" lang="ja-JP" sz="1000">
                          <a:solidFill>
                            <a:schemeClr val="dk1"/>
                          </a:solidFill>
                          <a:latin typeface="Arial"/>
                          <a:ea typeface="Arial"/>
                          <a:cs typeface="Arial"/>
                          <a:sym typeface="Arial"/>
                        </a:rPr>
                        <a:t>（大きい）</a:t>
                      </a:r>
                      <a:endParaRPr/>
                    </a:p>
                  </a:txBody>
                  <a:tcPr marT="45725" marB="45725" marR="91450" marL="21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r>
              <a:tr h="177800">
                <a:tc>
                  <a:txBody>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段階移行方式</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EDEDED"/>
                    </a:solidFill>
                  </a:tcPr>
                </a:tc>
                <a:tc>
                  <a:txBody>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〇</a:t>
                      </a:r>
                      <a:r>
                        <a:rPr lang="ja-JP" sz="1000">
                          <a:solidFill>
                            <a:schemeClr val="dk1"/>
                          </a:solidFill>
                          <a:latin typeface="Arial"/>
                          <a:ea typeface="Arial"/>
                          <a:cs typeface="Arial"/>
                          <a:sym typeface="Arial"/>
                        </a:rPr>
                        <a:t>（やや高い）</a:t>
                      </a:r>
                      <a:endParaRPr/>
                    </a:p>
                  </a:txBody>
                  <a:tcPr marT="45725" marB="45725" marR="91450" marL="21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〇</a:t>
                      </a:r>
                      <a:r>
                        <a:rPr lang="ja-JP" sz="1000">
                          <a:solidFill>
                            <a:schemeClr val="dk1"/>
                          </a:solidFill>
                          <a:latin typeface="Arial"/>
                          <a:ea typeface="Arial"/>
                          <a:cs typeface="Arial"/>
                          <a:sym typeface="Arial"/>
                        </a:rPr>
                        <a:t>（やや多い）</a:t>
                      </a:r>
                      <a:endParaRPr/>
                    </a:p>
                  </a:txBody>
                  <a:tcPr marT="45725" marB="45725" marR="91450" marL="21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〇</a:t>
                      </a:r>
                      <a:r>
                        <a:rPr lang="ja-JP" sz="1000">
                          <a:solidFill>
                            <a:schemeClr val="dk1"/>
                          </a:solidFill>
                          <a:latin typeface="Arial"/>
                          <a:ea typeface="Arial"/>
                          <a:cs typeface="Arial"/>
                          <a:sym typeface="Arial"/>
                        </a:rPr>
                        <a:t>（やや長い）</a:t>
                      </a:r>
                      <a:endParaRPr/>
                    </a:p>
                  </a:txBody>
                  <a:tcPr marT="45725" marB="45725" marR="91450" marL="21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〇</a:t>
                      </a:r>
                      <a:r>
                        <a:rPr lang="ja-JP" sz="1000">
                          <a:solidFill>
                            <a:schemeClr val="dk1"/>
                          </a:solidFill>
                          <a:latin typeface="Arial"/>
                          <a:ea typeface="Arial"/>
                          <a:cs typeface="Arial"/>
                          <a:sym typeface="Arial"/>
                        </a:rPr>
                        <a:t>（やや難しい）</a:t>
                      </a:r>
                      <a:endParaRPr/>
                    </a:p>
                  </a:txBody>
                  <a:tcPr marT="45725" marB="45725" marR="91450" marL="21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〇</a:t>
                      </a:r>
                      <a:r>
                        <a:rPr lang="ja-JP" sz="1000">
                          <a:solidFill>
                            <a:schemeClr val="dk1"/>
                          </a:solidFill>
                          <a:latin typeface="Arial"/>
                          <a:ea typeface="Arial"/>
                          <a:cs typeface="Arial"/>
                          <a:sym typeface="Arial"/>
                        </a:rPr>
                        <a:t>（やや小さい）</a:t>
                      </a:r>
                      <a:endParaRPr/>
                    </a:p>
                  </a:txBody>
                  <a:tcPr marT="45725" marB="45725" marR="91450" marL="21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r>
              <a:tr h="177800">
                <a:tc>
                  <a:txBody>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並行運用方式</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EDEDED"/>
                    </a:solidFill>
                  </a:tcPr>
                </a:tc>
                <a:tc>
                  <a:txBody>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a:t>
                      </a:r>
                      <a:r>
                        <a:rPr lang="ja-JP" sz="1000">
                          <a:solidFill>
                            <a:schemeClr val="dk1"/>
                          </a:solidFill>
                          <a:latin typeface="Arial"/>
                          <a:ea typeface="Arial"/>
                          <a:cs typeface="Arial"/>
                          <a:sym typeface="Arial"/>
                        </a:rPr>
                        <a:t>（高い）</a:t>
                      </a:r>
                      <a:endParaRPr/>
                    </a:p>
                  </a:txBody>
                  <a:tcPr marT="45725" marB="45725" marR="91450" marL="21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a:t>
                      </a:r>
                      <a:r>
                        <a:rPr lang="ja-JP" sz="1000">
                          <a:solidFill>
                            <a:schemeClr val="dk1"/>
                          </a:solidFill>
                          <a:latin typeface="Arial"/>
                          <a:ea typeface="Arial"/>
                          <a:cs typeface="Arial"/>
                          <a:sym typeface="Arial"/>
                        </a:rPr>
                        <a:t>（多い）</a:t>
                      </a:r>
                      <a:endParaRPr/>
                    </a:p>
                  </a:txBody>
                  <a:tcPr marT="45725" marB="45725" marR="91450" marL="21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a:t>
                      </a:r>
                      <a:r>
                        <a:rPr lang="ja-JP" sz="1000">
                          <a:solidFill>
                            <a:schemeClr val="dk1"/>
                          </a:solidFill>
                          <a:latin typeface="Arial"/>
                          <a:ea typeface="Arial"/>
                          <a:cs typeface="Arial"/>
                          <a:sym typeface="Arial"/>
                        </a:rPr>
                        <a:t>（長い）</a:t>
                      </a:r>
                      <a:endParaRPr/>
                    </a:p>
                  </a:txBody>
                  <a:tcPr marT="45725" marB="45725" marR="91450" marL="21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a:t>
                      </a:r>
                      <a:r>
                        <a:rPr lang="ja-JP" sz="1000">
                          <a:solidFill>
                            <a:schemeClr val="dk1"/>
                          </a:solidFill>
                          <a:latin typeface="Arial"/>
                          <a:ea typeface="Arial"/>
                          <a:cs typeface="Arial"/>
                          <a:sym typeface="Arial"/>
                        </a:rPr>
                        <a:t>（難しい）</a:t>
                      </a:r>
                      <a:endParaRPr/>
                    </a:p>
                  </a:txBody>
                  <a:tcPr marT="45725" marB="45725" marR="91450" marL="21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a:t>
                      </a:r>
                      <a:r>
                        <a:rPr lang="ja-JP" sz="1000">
                          <a:solidFill>
                            <a:schemeClr val="dk1"/>
                          </a:solidFill>
                          <a:latin typeface="Arial"/>
                          <a:ea typeface="Arial"/>
                          <a:cs typeface="Arial"/>
                          <a:sym typeface="Arial"/>
                        </a:rPr>
                        <a:t>（小さい）</a:t>
                      </a:r>
                      <a:endParaRPr/>
                    </a:p>
                  </a:txBody>
                  <a:tcPr marT="45725" marB="45725" marR="91450" marL="21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r>
            </a:tbl>
          </a:graphicData>
        </a:graphic>
      </p:graphicFrame>
      <p:sp>
        <p:nvSpPr>
          <p:cNvPr id="1814" name="Google Shape;1814;p39"/>
          <p:cNvSpPr/>
          <p:nvPr/>
        </p:nvSpPr>
        <p:spPr>
          <a:xfrm>
            <a:off x="287999" y="2628000"/>
            <a:ext cx="8568000" cy="360000"/>
          </a:xfrm>
          <a:prstGeom prst="rect">
            <a:avLst/>
          </a:prstGeom>
          <a:noFill/>
          <a:ln cap="flat" cmpd="sng" w="381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600">
              <a:solidFill>
                <a:schemeClr val="lt1"/>
              </a:solidFill>
              <a:latin typeface="Arial"/>
              <a:ea typeface="Arial"/>
              <a:cs typeface="Arial"/>
              <a:sym typeface="Arial"/>
            </a:endParaRPr>
          </a:p>
        </p:txBody>
      </p:sp>
      <p:graphicFrame>
        <p:nvGraphicFramePr>
          <p:cNvPr id="1815" name="Google Shape;1815;p39"/>
          <p:cNvGraphicFramePr/>
          <p:nvPr/>
        </p:nvGraphicFramePr>
        <p:xfrm>
          <a:off x="360000" y="4968000"/>
          <a:ext cx="3000000" cy="3000000"/>
        </p:xfrm>
        <a:graphic>
          <a:graphicData uri="http://schemas.openxmlformats.org/drawingml/2006/table">
            <a:tbl>
              <a:tblPr bandRow="1" firstRow="1">
                <a:noFill/>
                <a:tableStyleId>{FE03F3E7-6964-46DF-ADC6-E4BCA3E1CC40}</a:tableStyleId>
              </a:tblPr>
              <a:tblGrid>
                <a:gridCol w="1404000"/>
                <a:gridCol w="5607750"/>
                <a:gridCol w="1412250"/>
              </a:tblGrid>
              <a:tr h="177800">
                <a:tc>
                  <a:txBody>
                    <a:bodyPr/>
                    <a:lstStyle/>
                    <a:p>
                      <a:pPr indent="0" lvl="0" marL="0" marR="0" rtl="0" algn="l">
                        <a:spcBef>
                          <a:spcPts val="0"/>
                        </a:spcBef>
                        <a:spcAft>
                          <a:spcPts val="0"/>
                        </a:spcAft>
                        <a:buNone/>
                      </a:pPr>
                      <a:r>
                        <a:rPr b="1" lang="ja-JP" sz="1400">
                          <a:solidFill>
                            <a:schemeClr val="lt1"/>
                          </a:solidFill>
                          <a:latin typeface="Arial"/>
                          <a:ea typeface="Arial"/>
                          <a:cs typeface="Arial"/>
                          <a:sym typeface="Arial"/>
                        </a:rPr>
                        <a:t>リハーサル</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c>
                  <a:txBody>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目的</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c>
                  <a:txBody>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環境</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r>
              <a:tr h="177800">
                <a:tc>
                  <a:txBody>
                    <a:bodyPr/>
                    <a:lstStyle/>
                    <a:p>
                      <a:pPr indent="0" lvl="0" marL="0" marR="0" rtl="0" algn="l">
                        <a:spcBef>
                          <a:spcPts val="0"/>
                        </a:spcBef>
                        <a:spcAft>
                          <a:spcPts val="0"/>
                        </a:spcAft>
                        <a:buNone/>
                      </a:pPr>
                      <a:r>
                        <a:rPr b="1" lang="ja-JP" sz="1400">
                          <a:solidFill>
                            <a:schemeClr val="dk1"/>
                          </a:solidFill>
                          <a:latin typeface="Arial"/>
                          <a:ea typeface="Arial"/>
                          <a:cs typeface="Arial"/>
                          <a:sym typeface="Arial"/>
                        </a:rPr>
                        <a:t>１回目</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EDEDED"/>
                    </a:solidFill>
                  </a:tcPr>
                </a:tc>
                <a:tc>
                  <a:txBody>
                    <a:bodyPr/>
                    <a:lstStyle/>
                    <a:p>
                      <a:pPr indent="0" lvl="0" marL="0" marR="0" rtl="0" algn="l">
                        <a:spcBef>
                          <a:spcPts val="0"/>
                        </a:spcBef>
                        <a:spcAft>
                          <a:spcPts val="0"/>
                        </a:spcAft>
                        <a:buNone/>
                      </a:pPr>
                      <a:r>
                        <a:rPr b="0" lang="ja-JP" sz="1400">
                          <a:solidFill>
                            <a:schemeClr val="dk1"/>
                          </a:solidFill>
                          <a:latin typeface="Arial"/>
                          <a:ea typeface="Arial"/>
                          <a:cs typeface="Arial"/>
                          <a:sym typeface="Arial"/>
                        </a:rPr>
                        <a:t>移行プログラムの動作検証、移行時間の計測、移行計画の検証</a:t>
                      </a:r>
                      <a:endParaRPr/>
                    </a:p>
                  </a:txBody>
                  <a:tcPr marT="45725" marB="45725" marR="72000" marL="72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spcBef>
                          <a:spcPts val="0"/>
                        </a:spcBef>
                        <a:spcAft>
                          <a:spcPts val="0"/>
                        </a:spcAft>
                        <a:buNone/>
                      </a:pPr>
                      <a:r>
                        <a:rPr b="0" lang="ja-JP" sz="1400">
                          <a:solidFill>
                            <a:schemeClr val="dk1"/>
                          </a:solidFill>
                          <a:latin typeface="Arial"/>
                          <a:ea typeface="Arial"/>
                          <a:cs typeface="Arial"/>
                          <a:sym typeface="Arial"/>
                        </a:rPr>
                        <a:t>検証環境</a:t>
                      </a:r>
                      <a:endParaRPr/>
                    </a:p>
                  </a:txBody>
                  <a:tcPr marT="45725" marB="45725" marR="72000" marL="72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r>
              <a:tr h="177800">
                <a:tc>
                  <a:txBody>
                    <a:bodyPr/>
                    <a:lstStyle/>
                    <a:p>
                      <a:pPr indent="0" lvl="0" marL="0" marR="0" rtl="0" algn="l">
                        <a:spcBef>
                          <a:spcPts val="0"/>
                        </a:spcBef>
                        <a:spcAft>
                          <a:spcPts val="0"/>
                        </a:spcAft>
                        <a:buNone/>
                      </a:pPr>
                      <a:r>
                        <a:rPr b="1" lang="ja-JP" sz="1400">
                          <a:solidFill>
                            <a:schemeClr val="dk1"/>
                          </a:solidFill>
                          <a:latin typeface="Arial"/>
                          <a:ea typeface="Arial"/>
                          <a:cs typeface="Arial"/>
                          <a:sym typeface="Arial"/>
                        </a:rPr>
                        <a:t>２回目</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EDEDED"/>
                    </a:solidFill>
                  </a:tcPr>
                </a:tc>
                <a:tc>
                  <a:txBody>
                    <a:bodyPr/>
                    <a:lstStyle/>
                    <a:p>
                      <a:pPr indent="0" lvl="0" marL="0" marR="0" rtl="0" algn="l">
                        <a:spcBef>
                          <a:spcPts val="0"/>
                        </a:spcBef>
                        <a:spcAft>
                          <a:spcPts val="0"/>
                        </a:spcAft>
                        <a:buNone/>
                      </a:pPr>
                      <a:r>
                        <a:rPr b="0" lang="ja-JP" sz="1400">
                          <a:solidFill>
                            <a:schemeClr val="dk1"/>
                          </a:solidFill>
                          <a:latin typeface="Arial"/>
                          <a:ea typeface="Arial"/>
                          <a:cs typeface="Arial"/>
                          <a:sym typeface="Arial"/>
                        </a:rPr>
                        <a:t>移行手順および作業時間についての妥当性確認</a:t>
                      </a:r>
                      <a:endParaRPr/>
                    </a:p>
                  </a:txBody>
                  <a:tcPr marT="45725" marB="45725" marR="72000" marL="72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spcBef>
                          <a:spcPts val="0"/>
                        </a:spcBef>
                        <a:spcAft>
                          <a:spcPts val="0"/>
                        </a:spcAft>
                        <a:buNone/>
                      </a:pPr>
                      <a:r>
                        <a:rPr b="0" lang="ja-JP" sz="1400">
                          <a:solidFill>
                            <a:schemeClr val="dk1"/>
                          </a:solidFill>
                          <a:latin typeface="Arial"/>
                          <a:ea typeface="Arial"/>
                          <a:cs typeface="Arial"/>
                          <a:sym typeface="Arial"/>
                        </a:rPr>
                        <a:t>本番環境</a:t>
                      </a:r>
                      <a:endParaRPr/>
                    </a:p>
                  </a:txBody>
                  <a:tcPr marT="45725" marB="45725" marR="72000" marL="72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r>
              <a:tr h="177800">
                <a:tc>
                  <a:txBody>
                    <a:bodyPr/>
                    <a:lstStyle/>
                    <a:p>
                      <a:pPr indent="0" lvl="0" marL="0" marR="0" rtl="0" algn="l">
                        <a:spcBef>
                          <a:spcPts val="0"/>
                        </a:spcBef>
                        <a:spcAft>
                          <a:spcPts val="0"/>
                        </a:spcAft>
                        <a:buNone/>
                      </a:pPr>
                      <a:r>
                        <a:rPr b="1" lang="ja-JP" sz="1400">
                          <a:solidFill>
                            <a:schemeClr val="dk1"/>
                          </a:solidFill>
                          <a:latin typeface="Arial"/>
                          <a:ea typeface="Arial"/>
                          <a:cs typeface="Arial"/>
                          <a:sym typeface="Arial"/>
                        </a:rPr>
                        <a:t>３回目</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EDEDED"/>
                    </a:solidFill>
                  </a:tcPr>
                </a:tc>
                <a:tc>
                  <a:txBody>
                    <a:bodyPr/>
                    <a:lstStyle/>
                    <a:p>
                      <a:pPr indent="0" lvl="0" marL="0" marR="0" rtl="0" algn="l">
                        <a:spcBef>
                          <a:spcPts val="0"/>
                        </a:spcBef>
                        <a:spcAft>
                          <a:spcPts val="0"/>
                        </a:spcAft>
                        <a:buNone/>
                      </a:pPr>
                      <a:r>
                        <a:rPr b="0" lang="ja-JP" sz="1400">
                          <a:solidFill>
                            <a:schemeClr val="dk1"/>
                          </a:solidFill>
                          <a:latin typeface="Arial"/>
                          <a:ea typeface="Arial"/>
                          <a:cs typeface="Arial"/>
                          <a:sym typeface="Arial"/>
                        </a:rPr>
                        <a:t>移行手順および作業時間についての妥当性最終確認</a:t>
                      </a:r>
                      <a:endParaRPr/>
                    </a:p>
                  </a:txBody>
                  <a:tcPr marT="45725" marB="45725" marR="72000" marL="72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spcBef>
                          <a:spcPts val="0"/>
                        </a:spcBef>
                        <a:spcAft>
                          <a:spcPts val="0"/>
                        </a:spcAft>
                        <a:buNone/>
                      </a:pPr>
                      <a:r>
                        <a:rPr b="0" lang="ja-JP" sz="1400">
                          <a:solidFill>
                            <a:schemeClr val="dk1"/>
                          </a:solidFill>
                          <a:latin typeface="Arial"/>
                          <a:ea typeface="Arial"/>
                          <a:cs typeface="Arial"/>
                          <a:sym typeface="Arial"/>
                        </a:rPr>
                        <a:t>本番環境</a:t>
                      </a:r>
                      <a:endParaRPr/>
                    </a:p>
                  </a:txBody>
                  <a:tcPr marT="45725" marB="45725" marR="72000" marL="72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9" name="Shape 1819"/>
        <p:cNvGrpSpPr/>
        <p:nvPr/>
      </p:nvGrpSpPr>
      <p:grpSpPr>
        <a:xfrm>
          <a:off x="0" y="0"/>
          <a:ext cx="0" cy="0"/>
          <a:chOff x="0" y="0"/>
          <a:chExt cx="0" cy="0"/>
        </a:xfrm>
      </p:grpSpPr>
      <p:sp>
        <p:nvSpPr>
          <p:cNvPr id="1820" name="Google Shape;1820;p40"/>
          <p:cNvSpPr txBox="1"/>
          <p:nvPr>
            <p:ph type="title"/>
          </p:nvPr>
        </p:nvSpPr>
        <p:spPr>
          <a:xfrm>
            <a:off x="144000" y="36000"/>
            <a:ext cx="8856000" cy="5760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3000"/>
              <a:buFont typeface="Arial"/>
              <a:buNone/>
            </a:pPr>
            <a:r>
              <a:rPr lang="ja-JP"/>
              <a:t>ユーザ教育</a:t>
            </a:r>
            <a:endParaRPr/>
          </a:p>
        </p:txBody>
      </p:sp>
      <p:sp>
        <p:nvSpPr>
          <p:cNvPr id="1821" name="Google Shape;1821;p40"/>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ja-JP"/>
              <a:t>Copyright© 2020 SystemEXE,Inc. all rights reserved.</a:t>
            </a:r>
            <a:endParaRPr/>
          </a:p>
        </p:txBody>
      </p:sp>
      <p:sp>
        <p:nvSpPr>
          <p:cNvPr id="1822" name="Google Shape;1822;p40"/>
          <p:cNvSpPr txBox="1"/>
          <p:nvPr>
            <p:ph idx="12" type="sldNum"/>
          </p:nvPr>
        </p:nvSpPr>
        <p:spPr>
          <a:xfrm>
            <a:off x="4212000" y="6500068"/>
            <a:ext cx="720000" cy="288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ja-JP"/>
              <a:t>‹#›</a:t>
            </a:fld>
            <a:endParaRPr/>
          </a:p>
        </p:txBody>
      </p:sp>
      <p:sp>
        <p:nvSpPr>
          <p:cNvPr id="1823" name="Google Shape;1823;p40"/>
          <p:cNvSpPr txBox="1"/>
          <p:nvPr/>
        </p:nvSpPr>
        <p:spPr>
          <a:xfrm>
            <a:off x="144000" y="1080000"/>
            <a:ext cx="8856000" cy="540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ユーザ教育として利用部門および情報システム部を対象とした１回の説明会を予定します。</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また、運用テストで発生した問い合わせの一覧を含むドキュメント一式をASDに引継ぎます。</a:t>
            </a:r>
            <a:endParaRPr sz="1400">
              <a:solidFill>
                <a:schemeClr val="dk1"/>
              </a:solidFill>
              <a:latin typeface="Arial"/>
              <a:ea typeface="Arial"/>
              <a:cs typeface="Arial"/>
              <a:sym typeface="Arial"/>
            </a:endParaRPr>
          </a:p>
        </p:txBody>
      </p:sp>
      <p:cxnSp>
        <p:nvCxnSpPr>
          <p:cNvPr id="1824" name="Google Shape;1824;p40"/>
          <p:cNvCxnSpPr/>
          <p:nvPr/>
        </p:nvCxnSpPr>
        <p:spPr>
          <a:xfrm>
            <a:off x="144000" y="2592000"/>
            <a:ext cx="8856000" cy="0"/>
          </a:xfrm>
          <a:prstGeom prst="straightConnector1">
            <a:avLst/>
          </a:prstGeom>
          <a:noFill/>
          <a:ln cap="flat" cmpd="sng" w="12700">
            <a:solidFill>
              <a:schemeClr val="accent3"/>
            </a:solidFill>
            <a:prstDash val="lgDash"/>
            <a:miter lim="800000"/>
            <a:headEnd len="sm" w="sm" type="none"/>
            <a:tailEnd len="sm" w="sm" type="none"/>
          </a:ln>
        </p:spPr>
      </p:cxnSp>
      <p:sp>
        <p:nvSpPr>
          <p:cNvPr id="1825" name="Google Shape;1825;p40"/>
          <p:cNvSpPr/>
          <p:nvPr/>
        </p:nvSpPr>
        <p:spPr>
          <a:xfrm>
            <a:off x="144000" y="2232000"/>
            <a:ext cx="2952000" cy="360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400">
                <a:solidFill>
                  <a:srgbClr val="1E4E79"/>
                </a:solidFill>
                <a:latin typeface="Arial"/>
                <a:ea typeface="Arial"/>
                <a:cs typeface="Arial"/>
                <a:sym typeface="Arial"/>
              </a:rPr>
              <a:t>システムテスト（ST）</a:t>
            </a:r>
            <a:endParaRPr/>
          </a:p>
        </p:txBody>
      </p:sp>
      <p:sp>
        <p:nvSpPr>
          <p:cNvPr id="1826" name="Google Shape;1826;p40"/>
          <p:cNvSpPr/>
          <p:nvPr/>
        </p:nvSpPr>
        <p:spPr>
          <a:xfrm>
            <a:off x="3096000" y="2232000"/>
            <a:ext cx="2952000" cy="360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400">
                <a:solidFill>
                  <a:srgbClr val="1E4E79"/>
                </a:solidFill>
                <a:latin typeface="Arial"/>
                <a:ea typeface="Arial"/>
                <a:cs typeface="Arial"/>
                <a:sym typeface="Arial"/>
              </a:rPr>
              <a:t>運用テスト（OT）</a:t>
            </a:r>
            <a:endParaRPr/>
          </a:p>
        </p:txBody>
      </p:sp>
      <p:sp>
        <p:nvSpPr>
          <p:cNvPr id="1827" name="Google Shape;1827;p40"/>
          <p:cNvSpPr/>
          <p:nvPr/>
        </p:nvSpPr>
        <p:spPr>
          <a:xfrm>
            <a:off x="6048000" y="2232000"/>
            <a:ext cx="2952000" cy="360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400">
                <a:solidFill>
                  <a:srgbClr val="1E4E79"/>
                </a:solidFill>
                <a:latin typeface="Arial"/>
                <a:ea typeface="Arial"/>
                <a:cs typeface="Arial"/>
                <a:sym typeface="Arial"/>
              </a:rPr>
              <a:t>初期流動</a:t>
            </a:r>
            <a:endParaRPr b="1" sz="1400">
              <a:solidFill>
                <a:srgbClr val="1E4E79"/>
              </a:solidFill>
              <a:latin typeface="Arial"/>
              <a:ea typeface="Arial"/>
              <a:cs typeface="Arial"/>
              <a:sym typeface="Arial"/>
            </a:endParaRPr>
          </a:p>
        </p:txBody>
      </p:sp>
      <p:cxnSp>
        <p:nvCxnSpPr>
          <p:cNvPr id="1828" name="Google Shape;1828;p40"/>
          <p:cNvCxnSpPr/>
          <p:nvPr/>
        </p:nvCxnSpPr>
        <p:spPr>
          <a:xfrm>
            <a:off x="3096000" y="2232000"/>
            <a:ext cx="0" cy="3744000"/>
          </a:xfrm>
          <a:prstGeom prst="straightConnector1">
            <a:avLst/>
          </a:prstGeom>
          <a:noFill/>
          <a:ln cap="flat" cmpd="sng" w="12700">
            <a:solidFill>
              <a:schemeClr val="accent3"/>
            </a:solidFill>
            <a:prstDash val="lgDash"/>
            <a:miter lim="800000"/>
            <a:headEnd len="sm" w="sm" type="none"/>
            <a:tailEnd len="sm" w="sm" type="none"/>
          </a:ln>
        </p:spPr>
      </p:cxnSp>
      <p:cxnSp>
        <p:nvCxnSpPr>
          <p:cNvPr id="1829" name="Google Shape;1829;p40"/>
          <p:cNvCxnSpPr/>
          <p:nvPr/>
        </p:nvCxnSpPr>
        <p:spPr>
          <a:xfrm>
            <a:off x="6048000" y="2232000"/>
            <a:ext cx="0" cy="3744000"/>
          </a:xfrm>
          <a:prstGeom prst="straightConnector1">
            <a:avLst/>
          </a:prstGeom>
          <a:noFill/>
          <a:ln cap="flat" cmpd="sng" w="12700">
            <a:solidFill>
              <a:schemeClr val="accent3"/>
            </a:solidFill>
            <a:prstDash val="lgDash"/>
            <a:miter lim="800000"/>
            <a:headEnd len="sm" w="sm" type="none"/>
            <a:tailEnd len="sm" w="sm" type="none"/>
          </a:ln>
        </p:spPr>
      </p:cxnSp>
      <p:sp>
        <p:nvSpPr>
          <p:cNvPr id="1830" name="Google Shape;1830;p40"/>
          <p:cNvSpPr/>
          <p:nvPr/>
        </p:nvSpPr>
        <p:spPr>
          <a:xfrm>
            <a:off x="144000" y="2736000"/>
            <a:ext cx="1872000" cy="504000"/>
          </a:xfrm>
          <a:prstGeom prst="homePlate">
            <a:avLst>
              <a:gd fmla="val 33085" name="adj"/>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操作マニュアル</a:t>
            </a:r>
            <a:endParaRPr b="1" sz="1400">
              <a:solidFill>
                <a:schemeClr val="lt1"/>
              </a:solidFill>
              <a:latin typeface="Arial"/>
              <a:ea typeface="Arial"/>
              <a:cs typeface="Arial"/>
              <a:sym typeface="Arial"/>
            </a:endParaRPr>
          </a:p>
          <a:p>
            <a:pPr indent="0" lvl="0" marL="0" marR="0" rtl="0" algn="ctr">
              <a:spcBef>
                <a:spcPts val="0"/>
              </a:spcBef>
              <a:spcAft>
                <a:spcPts val="0"/>
              </a:spcAft>
              <a:buNone/>
            </a:pPr>
            <a:r>
              <a:rPr b="1" lang="ja-JP" sz="1400">
                <a:solidFill>
                  <a:schemeClr val="lt1"/>
                </a:solidFill>
                <a:latin typeface="Arial"/>
                <a:ea typeface="Arial"/>
                <a:cs typeface="Arial"/>
                <a:sym typeface="Arial"/>
              </a:rPr>
              <a:t>作成</a:t>
            </a:r>
            <a:endParaRPr/>
          </a:p>
        </p:txBody>
      </p:sp>
      <p:sp>
        <p:nvSpPr>
          <p:cNvPr id="1831" name="Google Shape;1831;p40"/>
          <p:cNvSpPr/>
          <p:nvPr/>
        </p:nvSpPr>
        <p:spPr>
          <a:xfrm>
            <a:off x="2088000" y="2736000"/>
            <a:ext cx="792000" cy="504000"/>
          </a:xfrm>
          <a:prstGeom prst="homePlate">
            <a:avLst>
              <a:gd fmla="val 33085" name="adj"/>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説明会</a:t>
            </a:r>
            <a:endParaRPr b="1" sz="1400">
              <a:solidFill>
                <a:schemeClr val="lt1"/>
              </a:solidFill>
              <a:latin typeface="Arial"/>
              <a:ea typeface="Arial"/>
              <a:cs typeface="Arial"/>
              <a:sym typeface="Arial"/>
            </a:endParaRPr>
          </a:p>
          <a:p>
            <a:pPr indent="0" lvl="0" marL="0" marR="0" rtl="0" algn="ctr">
              <a:spcBef>
                <a:spcPts val="0"/>
              </a:spcBef>
              <a:spcAft>
                <a:spcPts val="0"/>
              </a:spcAft>
              <a:buNone/>
            </a:pPr>
            <a:r>
              <a:rPr b="1" lang="ja-JP" sz="1400">
                <a:solidFill>
                  <a:schemeClr val="lt1"/>
                </a:solidFill>
                <a:latin typeface="Arial"/>
                <a:ea typeface="Arial"/>
                <a:cs typeface="Arial"/>
                <a:sym typeface="Arial"/>
              </a:rPr>
              <a:t>実施</a:t>
            </a:r>
            <a:endParaRPr/>
          </a:p>
        </p:txBody>
      </p:sp>
      <p:sp>
        <p:nvSpPr>
          <p:cNvPr id="1832" name="Google Shape;1832;p40"/>
          <p:cNvSpPr/>
          <p:nvPr/>
        </p:nvSpPr>
        <p:spPr>
          <a:xfrm>
            <a:off x="3312000" y="3024000"/>
            <a:ext cx="2520000" cy="504000"/>
          </a:xfrm>
          <a:prstGeom prst="homePlate">
            <a:avLst>
              <a:gd fmla="val 33085"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運用テスト実施</a:t>
            </a:r>
            <a:endParaRPr/>
          </a:p>
        </p:txBody>
      </p:sp>
      <p:sp>
        <p:nvSpPr>
          <p:cNvPr id="1833" name="Google Shape;1833;p40"/>
          <p:cNvSpPr/>
          <p:nvPr/>
        </p:nvSpPr>
        <p:spPr>
          <a:xfrm>
            <a:off x="3312000" y="3600000"/>
            <a:ext cx="2520000" cy="504000"/>
          </a:xfrm>
          <a:prstGeom prst="homePlate">
            <a:avLst>
              <a:gd fmla="val 33085" name="adj"/>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問合せ対応</a:t>
            </a:r>
            <a:endParaRPr b="1" sz="1400">
              <a:solidFill>
                <a:schemeClr val="lt1"/>
              </a:solidFill>
              <a:latin typeface="Arial"/>
              <a:ea typeface="Arial"/>
              <a:cs typeface="Arial"/>
              <a:sym typeface="Arial"/>
            </a:endParaRPr>
          </a:p>
          <a:p>
            <a:pPr indent="0" lvl="0" marL="0" marR="0" rtl="0" algn="ctr">
              <a:spcBef>
                <a:spcPts val="0"/>
              </a:spcBef>
              <a:spcAft>
                <a:spcPts val="0"/>
              </a:spcAft>
              <a:buNone/>
            </a:pPr>
            <a:r>
              <a:rPr b="1" lang="ja-JP" sz="1400">
                <a:solidFill>
                  <a:schemeClr val="lt1"/>
                </a:solidFill>
                <a:latin typeface="Arial"/>
                <a:ea typeface="Arial"/>
                <a:cs typeface="Arial"/>
                <a:sym typeface="Arial"/>
              </a:rPr>
              <a:t>FAQ作成</a:t>
            </a:r>
            <a:endParaRPr/>
          </a:p>
        </p:txBody>
      </p:sp>
      <p:sp>
        <p:nvSpPr>
          <p:cNvPr id="1834" name="Google Shape;1834;p40"/>
          <p:cNvSpPr/>
          <p:nvPr/>
        </p:nvSpPr>
        <p:spPr>
          <a:xfrm>
            <a:off x="6264000" y="3888000"/>
            <a:ext cx="1872000" cy="504000"/>
          </a:xfrm>
          <a:prstGeom prst="homePlate">
            <a:avLst>
              <a:gd fmla="val 33085" name="adj"/>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ASDへドキュメント</a:t>
            </a:r>
            <a:endParaRPr b="1" sz="1400">
              <a:solidFill>
                <a:schemeClr val="lt1"/>
              </a:solidFill>
              <a:latin typeface="Arial"/>
              <a:ea typeface="Arial"/>
              <a:cs typeface="Arial"/>
              <a:sym typeface="Arial"/>
            </a:endParaRPr>
          </a:p>
          <a:p>
            <a:pPr indent="0" lvl="0" marL="0" marR="0" rtl="0" algn="ctr">
              <a:spcBef>
                <a:spcPts val="0"/>
              </a:spcBef>
              <a:spcAft>
                <a:spcPts val="0"/>
              </a:spcAft>
              <a:buNone/>
            </a:pPr>
            <a:r>
              <a:rPr b="1" lang="ja-JP" sz="1400">
                <a:solidFill>
                  <a:schemeClr val="lt1"/>
                </a:solidFill>
                <a:latin typeface="Arial"/>
                <a:ea typeface="Arial"/>
                <a:cs typeface="Arial"/>
                <a:sym typeface="Arial"/>
              </a:rPr>
              <a:t>引き渡し</a:t>
            </a:r>
            <a:endParaRPr/>
          </a:p>
        </p:txBody>
      </p:sp>
      <p:cxnSp>
        <p:nvCxnSpPr>
          <p:cNvPr id="1835" name="Google Shape;1835;p40"/>
          <p:cNvCxnSpPr>
            <a:stCxn id="1833" idx="3"/>
            <a:endCxn id="1834" idx="1"/>
          </p:cNvCxnSpPr>
          <p:nvPr/>
        </p:nvCxnSpPr>
        <p:spPr>
          <a:xfrm>
            <a:off x="5832000" y="3852000"/>
            <a:ext cx="432000" cy="288000"/>
          </a:xfrm>
          <a:prstGeom prst="bentConnector3">
            <a:avLst>
              <a:gd fmla="val 50000" name="adj1"/>
            </a:avLst>
          </a:prstGeom>
          <a:noFill/>
          <a:ln cap="flat" cmpd="sng" w="31750">
            <a:solidFill>
              <a:schemeClr val="dk1"/>
            </a:solidFill>
            <a:prstDash val="solid"/>
            <a:miter lim="800000"/>
            <a:headEnd len="lg" w="lg" type="oval"/>
            <a:tailEnd len="lg" w="lg" type="triangle"/>
          </a:ln>
        </p:spPr>
      </p:cxnSp>
      <p:cxnSp>
        <p:nvCxnSpPr>
          <p:cNvPr id="1836" name="Google Shape;1836;p40"/>
          <p:cNvCxnSpPr>
            <a:stCxn id="1831" idx="3"/>
            <a:endCxn id="1832" idx="1"/>
          </p:cNvCxnSpPr>
          <p:nvPr/>
        </p:nvCxnSpPr>
        <p:spPr>
          <a:xfrm>
            <a:off x="2880000" y="2988000"/>
            <a:ext cx="432000" cy="288000"/>
          </a:xfrm>
          <a:prstGeom prst="bentConnector3">
            <a:avLst>
              <a:gd fmla="val 50000" name="adj1"/>
            </a:avLst>
          </a:prstGeom>
          <a:noFill/>
          <a:ln cap="flat" cmpd="sng" w="31750">
            <a:solidFill>
              <a:schemeClr val="dk1"/>
            </a:solidFill>
            <a:prstDash val="solid"/>
            <a:miter lim="800000"/>
            <a:headEnd len="lg" w="lg" type="oval"/>
            <a:tailEnd len="lg" w="lg" type="triangle"/>
          </a:ln>
        </p:spPr>
      </p:cxnSp>
      <p:sp>
        <p:nvSpPr>
          <p:cNvPr id="1837" name="Google Shape;1837;p40"/>
          <p:cNvSpPr/>
          <p:nvPr/>
        </p:nvSpPr>
        <p:spPr>
          <a:xfrm>
            <a:off x="6264000" y="4680000"/>
            <a:ext cx="2736000" cy="1296000"/>
          </a:xfrm>
          <a:prstGeom prst="wedgeRectCallout">
            <a:avLst>
              <a:gd fmla="val -20789" name="adj1"/>
              <a:gd fmla="val -73230" name="adj2"/>
            </a:avLst>
          </a:prstGeom>
          <a:solidFill>
            <a:srgbClr val="EDEDED"/>
          </a:solidFill>
          <a:ln>
            <a:noFill/>
          </a:ln>
        </p:spPr>
        <p:txBody>
          <a:bodyPr anchorCtr="0" anchor="t" bIns="108000" lIns="108000" spcFirstLastPara="1" rIns="108000" wrap="square" tIns="108000">
            <a:no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アプリサービスデスクへ設計書類一式・操作マニュアル・問合せ対応一覧・FAQをご提供します。必要に応じてお打合せによる説明も可能です。</a:t>
            </a:r>
            <a:endParaRPr/>
          </a:p>
        </p:txBody>
      </p:sp>
      <p:sp>
        <p:nvSpPr>
          <p:cNvPr id="1838" name="Google Shape;1838;p40"/>
          <p:cNvSpPr/>
          <p:nvPr/>
        </p:nvSpPr>
        <p:spPr>
          <a:xfrm>
            <a:off x="144000" y="3600000"/>
            <a:ext cx="2736000" cy="2304000"/>
          </a:xfrm>
          <a:prstGeom prst="wedgeRectCallout">
            <a:avLst>
              <a:gd fmla="val 31582" name="adj1"/>
              <a:gd fmla="val -64263" name="adj2"/>
            </a:avLst>
          </a:prstGeom>
          <a:solidFill>
            <a:srgbClr val="EDEDED"/>
          </a:solidFill>
          <a:ln>
            <a:noFill/>
          </a:ln>
        </p:spPr>
        <p:txBody>
          <a:bodyPr anchorCtr="0" anchor="t" bIns="108000" lIns="108000" spcFirstLastPara="1" rIns="108000" wrap="square" tIns="108000">
            <a:no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運用テスト開始前に運用テスト説明会を実施します。説明会にて操作マニュアルをもとにシステムの操作方法について説明を実施し、また、運用テストの実施方法についても説明します。</a:t>
            </a:r>
            <a:endParaRPr sz="1400">
              <a:solidFill>
                <a:schemeClr val="dk1"/>
              </a:solidFill>
              <a:latin typeface="Arial"/>
              <a:ea typeface="Arial"/>
              <a:cs typeface="Arial"/>
              <a:sym typeface="Arial"/>
            </a:endParaRPr>
          </a:p>
          <a:p>
            <a:pPr indent="0" lvl="0" marL="0" marR="0" rtl="0" algn="l">
              <a:spcBef>
                <a:spcPts val="0"/>
              </a:spcBef>
              <a:spcAft>
                <a:spcPts val="0"/>
              </a:spcAft>
              <a:buNone/>
            </a:pPr>
            <a:r>
              <a:rPr lang="ja-JP" sz="1400">
                <a:solidFill>
                  <a:schemeClr val="dk1"/>
                </a:solidFill>
                <a:latin typeface="Arial"/>
                <a:ea typeface="Arial"/>
                <a:cs typeface="Arial"/>
                <a:sym typeface="Arial"/>
              </a:rPr>
              <a:t>説明会は１回を予定しますが、予備日を設け、最大２回まで実施可とします。</a:t>
            </a:r>
            <a:endParaRPr sz="1400">
              <a:solidFill>
                <a:schemeClr val="dk1"/>
              </a:solidFill>
              <a:latin typeface="Arial"/>
              <a:ea typeface="Arial"/>
              <a:cs typeface="Arial"/>
              <a:sym typeface="Arial"/>
            </a:endParaRPr>
          </a:p>
        </p:txBody>
      </p:sp>
      <p:sp>
        <p:nvSpPr>
          <p:cNvPr id="1839" name="Google Shape;1839;p40"/>
          <p:cNvSpPr/>
          <p:nvPr/>
        </p:nvSpPr>
        <p:spPr>
          <a:xfrm>
            <a:off x="3312000" y="4464000"/>
            <a:ext cx="2520000" cy="1512000"/>
          </a:xfrm>
          <a:prstGeom prst="wedgeRectCallout">
            <a:avLst>
              <a:gd fmla="val 20439" name="adj1"/>
              <a:gd fmla="val -67602" name="adj2"/>
            </a:avLst>
          </a:prstGeom>
          <a:solidFill>
            <a:srgbClr val="EDEDED"/>
          </a:solidFill>
          <a:ln>
            <a:noFill/>
          </a:ln>
        </p:spPr>
        <p:txBody>
          <a:bodyPr anchorCtr="0" anchor="t" bIns="108000" lIns="108000" spcFirstLastPara="1" rIns="108000" wrap="square" tIns="108000">
            <a:no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運用テスト中に頂いた問合せについて、発生頻度の高い質問などを整理しFAQとして作成します。</a:t>
            </a:r>
            <a:endParaRPr sz="1400">
              <a:solidFill>
                <a:schemeClr val="dk1"/>
              </a:solidFill>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3" name="Shape 1843"/>
        <p:cNvGrpSpPr/>
        <p:nvPr/>
      </p:nvGrpSpPr>
      <p:grpSpPr>
        <a:xfrm>
          <a:off x="0" y="0"/>
          <a:ext cx="0" cy="0"/>
          <a:chOff x="0" y="0"/>
          <a:chExt cx="0" cy="0"/>
        </a:xfrm>
      </p:grpSpPr>
      <p:sp>
        <p:nvSpPr>
          <p:cNvPr id="1844" name="Google Shape;1844;p41"/>
          <p:cNvSpPr txBox="1"/>
          <p:nvPr>
            <p:ph type="title"/>
          </p:nvPr>
        </p:nvSpPr>
        <p:spPr>
          <a:xfrm>
            <a:off x="144000" y="36000"/>
            <a:ext cx="8856000" cy="5760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3000"/>
              <a:buFont typeface="Arial"/>
              <a:buNone/>
            </a:pPr>
            <a:r>
              <a:rPr lang="ja-JP"/>
              <a:t>初期流動</a:t>
            </a:r>
            <a:endParaRPr/>
          </a:p>
        </p:txBody>
      </p:sp>
      <p:sp>
        <p:nvSpPr>
          <p:cNvPr id="1845" name="Google Shape;1845;p41"/>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ja-JP"/>
              <a:t>Copyright© 2020 SystemEXE,Inc. all rights reserved.</a:t>
            </a:r>
            <a:endParaRPr/>
          </a:p>
        </p:txBody>
      </p:sp>
      <p:sp>
        <p:nvSpPr>
          <p:cNvPr id="1846" name="Google Shape;1846;p41"/>
          <p:cNvSpPr txBox="1"/>
          <p:nvPr>
            <p:ph idx="12" type="sldNum"/>
          </p:nvPr>
        </p:nvSpPr>
        <p:spPr>
          <a:xfrm>
            <a:off x="4212000" y="6500068"/>
            <a:ext cx="720000" cy="288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ja-JP"/>
              <a:t>‹#›</a:t>
            </a:fld>
            <a:endParaRPr/>
          </a:p>
        </p:txBody>
      </p:sp>
      <p:grpSp>
        <p:nvGrpSpPr>
          <p:cNvPr id="1847" name="Google Shape;1847;p41"/>
          <p:cNvGrpSpPr/>
          <p:nvPr/>
        </p:nvGrpSpPr>
        <p:grpSpPr>
          <a:xfrm>
            <a:off x="3168000" y="1008000"/>
            <a:ext cx="2772000" cy="5327999"/>
            <a:chOff x="3168000" y="1152000"/>
            <a:chExt cx="2772000" cy="5327999"/>
          </a:xfrm>
        </p:grpSpPr>
        <p:cxnSp>
          <p:nvCxnSpPr>
            <p:cNvPr id="1848" name="Google Shape;1848;p41"/>
            <p:cNvCxnSpPr/>
            <p:nvPr/>
          </p:nvCxnSpPr>
          <p:spPr>
            <a:xfrm>
              <a:off x="3168000" y="1152000"/>
              <a:ext cx="0" cy="720000"/>
            </a:xfrm>
            <a:prstGeom prst="straightConnector1">
              <a:avLst/>
            </a:prstGeom>
            <a:noFill/>
            <a:ln cap="flat" cmpd="sng" w="38100">
              <a:solidFill>
                <a:schemeClr val="accent1"/>
              </a:solidFill>
              <a:prstDash val="solid"/>
              <a:miter lim="800000"/>
              <a:headEnd len="sm" w="sm" type="none"/>
              <a:tailEnd len="sm" w="sm" type="none"/>
            </a:ln>
          </p:spPr>
        </p:cxnSp>
        <p:sp>
          <p:nvSpPr>
            <p:cNvPr id="1849" name="Google Shape;1849;p41"/>
            <p:cNvSpPr txBox="1"/>
            <p:nvPr/>
          </p:nvSpPr>
          <p:spPr>
            <a:xfrm>
              <a:off x="3240000" y="1152000"/>
              <a:ext cx="2664000"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ja-JP" sz="1600">
                  <a:solidFill>
                    <a:srgbClr val="1E4E79"/>
                  </a:solidFill>
                  <a:latin typeface="Arial"/>
                  <a:ea typeface="Arial"/>
                  <a:cs typeface="Arial"/>
                  <a:sym typeface="Arial"/>
                </a:rPr>
                <a:t>受付時間</a:t>
              </a:r>
              <a:endParaRPr b="1" sz="1600">
                <a:solidFill>
                  <a:srgbClr val="1E4E79"/>
                </a:solidFill>
                <a:latin typeface="Arial"/>
                <a:ea typeface="Arial"/>
                <a:cs typeface="Arial"/>
                <a:sym typeface="Arial"/>
              </a:endParaRPr>
            </a:p>
          </p:txBody>
        </p:sp>
        <p:sp>
          <p:nvSpPr>
            <p:cNvPr id="1850" name="Google Shape;1850;p41"/>
            <p:cNvSpPr txBox="1"/>
            <p:nvPr/>
          </p:nvSpPr>
          <p:spPr>
            <a:xfrm>
              <a:off x="3240000" y="1511999"/>
              <a:ext cx="2700000" cy="4968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ja-JP" sz="1400">
                  <a:solidFill>
                    <a:schemeClr val="dk1"/>
                  </a:solidFill>
                  <a:latin typeface="Arial"/>
                  <a:ea typeface="Arial"/>
                  <a:cs typeface="Arial"/>
                  <a:sym typeface="Arial"/>
                </a:rPr>
                <a:t>通常時お問い合わせ受付時間</a:t>
              </a:r>
              <a:endParaRPr b="1" sz="1400">
                <a:solidFill>
                  <a:schemeClr val="dk1"/>
                </a:solidFill>
                <a:latin typeface="Arial"/>
                <a:ea typeface="Arial"/>
                <a:cs typeface="Arial"/>
                <a:sym typeface="Arial"/>
              </a:endParaRPr>
            </a:p>
            <a:p>
              <a:pPr indent="0" lvl="0" marL="0" marR="0" rtl="0" algn="l">
                <a:spcBef>
                  <a:spcPts val="600"/>
                </a:spcBef>
                <a:spcAft>
                  <a:spcPts val="0"/>
                </a:spcAft>
                <a:buNone/>
              </a:pPr>
              <a:r>
                <a:rPr lang="ja-JP" sz="1400">
                  <a:solidFill>
                    <a:schemeClr val="dk1"/>
                  </a:solidFill>
                  <a:latin typeface="Arial"/>
                  <a:ea typeface="Arial"/>
                  <a:cs typeface="Arial"/>
                  <a:sym typeface="Arial"/>
                </a:rPr>
                <a:t>平日（月曜日～金曜日）の 9:00 ～ 18:00</a:t>
              </a:r>
              <a:endParaRPr/>
            </a:p>
            <a:p>
              <a:pPr indent="-285750" lvl="0" marL="285750" marR="0" rtl="0" algn="l">
                <a:spcBef>
                  <a:spcPts val="600"/>
                </a:spcBef>
                <a:spcAft>
                  <a:spcPts val="0"/>
                </a:spcAft>
                <a:buClr>
                  <a:schemeClr val="dk1"/>
                </a:buClr>
                <a:buSzPts val="1400"/>
                <a:buFont typeface="Arial"/>
                <a:buChar char="※"/>
              </a:pPr>
              <a:r>
                <a:rPr lang="ja-JP" sz="1400">
                  <a:solidFill>
                    <a:schemeClr val="dk1"/>
                  </a:solidFill>
                  <a:latin typeface="Arial"/>
                  <a:ea typeface="Arial"/>
                  <a:cs typeface="Arial"/>
                  <a:sym typeface="Arial"/>
                </a:rPr>
                <a:t>土曜日・日曜日・祝日につきましては、必要に応じて体制を整え対応いたします。</a:t>
              </a:r>
              <a:endParaRPr sz="1400">
                <a:solidFill>
                  <a:schemeClr val="dk1"/>
                </a:solidFill>
                <a:latin typeface="Arial"/>
                <a:ea typeface="Arial"/>
                <a:cs typeface="Arial"/>
                <a:sym typeface="Arial"/>
              </a:endParaRPr>
            </a:p>
            <a:p>
              <a:pPr indent="0" lvl="0" marL="0" marR="0" rtl="0" algn="l">
                <a:spcBef>
                  <a:spcPts val="600"/>
                </a:spcBef>
                <a:spcAft>
                  <a:spcPts val="0"/>
                </a:spcAft>
                <a:buNone/>
              </a:pPr>
              <a:r>
                <a:rPr b="1" lang="ja-JP" sz="1400">
                  <a:solidFill>
                    <a:schemeClr val="dk1"/>
                  </a:solidFill>
                  <a:latin typeface="Arial"/>
                  <a:ea typeface="Arial"/>
                  <a:cs typeface="Arial"/>
                  <a:sym typeface="Arial"/>
                </a:rPr>
                <a:t>緊急時のお問い合わせについて</a:t>
              </a:r>
              <a:endParaRPr b="1" sz="1400">
                <a:solidFill>
                  <a:schemeClr val="dk1"/>
                </a:solidFill>
                <a:latin typeface="Arial"/>
                <a:ea typeface="Arial"/>
                <a:cs typeface="Arial"/>
                <a:sym typeface="Arial"/>
              </a:endParaRPr>
            </a:p>
            <a:p>
              <a:pPr indent="0" lvl="0" marL="0" marR="0" rtl="0" algn="l">
                <a:spcBef>
                  <a:spcPts val="600"/>
                </a:spcBef>
                <a:spcAft>
                  <a:spcPts val="0"/>
                </a:spcAft>
                <a:buNone/>
              </a:pPr>
              <a:r>
                <a:rPr lang="ja-JP" sz="1400">
                  <a:solidFill>
                    <a:schemeClr val="dk1"/>
                  </a:solidFill>
                  <a:latin typeface="Arial"/>
                  <a:ea typeface="Arial"/>
                  <a:cs typeface="Arial"/>
                  <a:sym typeface="Arial"/>
                </a:rPr>
                <a:t>緊急時におきましては、上記時間帯を問わず受け付けいたしますが、状況により対応できない場合がございます。</a:t>
              </a:r>
              <a:endParaRPr sz="1400">
                <a:solidFill>
                  <a:schemeClr val="dk1"/>
                </a:solidFill>
                <a:latin typeface="Arial"/>
                <a:ea typeface="Arial"/>
                <a:cs typeface="Arial"/>
                <a:sym typeface="Arial"/>
              </a:endParaRPr>
            </a:p>
            <a:p>
              <a:pPr indent="0" lvl="0" marL="0" marR="0" rtl="0" algn="l">
                <a:spcBef>
                  <a:spcPts val="600"/>
                </a:spcBef>
                <a:spcAft>
                  <a:spcPts val="0"/>
                </a:spcAft>
                <a:buNone/>
              </a:pPr>
              <a:r>
                <a:rPr lang="ja-JP" sz="1400">
                  <a:solidFill>
                    <a:schemeClr val="dk1"/>
                  </a:solidFill>
                  <a:latin typeface="Arial"/>
                  <a:ea typeface="Arial"/>
                  <a:cs typeface="Arial"/>
                  <a:sym typeface="Arial"/>
                </a:rPr>
                <a:t>非常事態発生時において、作業が必要となった場合は、担当者が自宅から専用に準備した機器により、リモート接続にてメンテナンスを実施することも可能です。</a:t>
              </a:r>
              <a:endParaRPr/>
            </a:p>
            <a:p>
              <a:pPr indent="0" lvl="0" marL="0" marR="0" rtl="0" algn="l">
                <a:spcBef>
                  <a:spcPts val="600"/>
                </a:spcBef>
                <a:spcAft>
                  <a:spcPts val="0"/>
                </a:spcAft>
                <a:buNone/>
              </a:pPr>
              <a:r>
                <a:rPr lang="ja-JP" sz="1400">
                  <a:solidFill>
                    <a:schemeClr val="dk1"/>
                  </a:solidFill>
                  <a:latin typeface="Arial"/>
                  <a:ea typeface="Arial"/>
                  <a:cs typeface="Arial"/>
                  <a:sym typeface="Arial"/>
                </a:rPr>
                <a:t>この場合は、貴社在宅勤務システムを利用させて頂く想定です。詳細につきましては、別途ご相談させてください。</a:t>
              </a:r>
              <a:br>
                <a:rPr lang="ja-JP" sz="1400">
                  <a:solidFill>
                    <a:schemeClr val="dk1"/>
                  </a:solidFill>
                  <a:latin typeface="Arial"/>
                  <a:ea typeface="Arial"/>
                  <a:cs typeface="Arial"/>
                  <a:sym typeface="Arial"/>
                </a:rPr>
              </a:br>
              <a:endParaRPr sz="1400">
                <a:solidFill>
                  <a:schemeClr val="dk1"/>
                </a:solidFill>
                <a:latin typeface="Arial"/>
                <a:ea typeface="Arial"/>
                <a:cs typeface="Arial"/>
                <a:sym typeface="Arial"/>
              </a:endParaRPr>
            </a:p>
          </p:txBody>
        </p:sp>
      </p:grpSp>
      <p:grpSp>
        <p:nvGrpSpPr>
          <p:cNvPr id="1851" name="Google Shape;1851;p41"/>
          <p:cNvGrpSpPr/>
          <p:nvPr/>
        </p:nvGrpSpPr>
        <p:grpSpPr>
          <a:xfrm>
            <a:off x="6120000" y="1008000"/>
            <a:ext cx="2772000" cy="5327999"/>
            <a:chOff x="6192000" y="1152000"/>
            <a:chExt cx="2772000" cy="5327999"/>
          </a:xfrm>
        </p:grpSpPr>
        <p:cxnSp>
          <p:nvCxnSpPr>
            <p:cNvPr id="1852" name="Google Shape;1852;p41"/>
            <p:cNvCxnSpPr/>
            <p:nvPr/>
          </p:nvCxnSpPr>
          <p:spPr>
            <a:xfrm>
              <a:off x="6192000" y="1152000"/>
              <a:ext cx="0" cy="720000"/>
            </a:xfrm>
            <a:prstGeom prst="straightConnector1">
              <a:avLst/>
            </a:prstGeom>
            <a:noFill/>
            <a:ln cap="flat" cmpd="sng" w="38100">
              <a:solidFill>
                <a:schemeClr val="accent1"/>
              </a:solidFill>
              <a:prstDash val="solid"/>
              <a:miter lim="800000"/>
              <a:headEnd len="sm" w="sm" type="none"/>
              <a:tailEnd len="sm" w="sm" type="none"/>
            </a:ln>
          </p:spPr>
        </p:cxnSp>
        <p:sp>
          <p:nvSpPr>
            <p:cNvPr id="1853" name="Google Shape;1853;p41"/>
            <p:cNvSpPr txBox="1"/>
            <p:nvPr/>
          </p:nvSpPr>
          <p:spPr>
            <a:xfrm>
              <a:off x="6264000" y="1152000"/>
              <a:ext cx="2664000"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ja-JP" sz="1600">
                  <a:solidFill>
                    <a:srgbClr val="1E4E79"/>
                  </a:solidFill>
                  <a:latin typeface="Arial"/>
                  <a:ea typeface="Arial"/>
                  <a:cs typeface="Arial"/>
                  <a:sym typeface="Arial"/>
                </a:rPr>
                <a:t>作業範囲</a:t>
              </a:r>
              <a:endParaRPr b="1" sz="1600">
                <a:solidFill>
                  <a:srgbClr val="1E4E79"/>
                </a:solidFill>
                <a:latin typeface="Arial"/>
                <a:ea typeface="Arial"/>
                <a:cs typeface="Arial"/>
                <a:sym typeface="Arial"/>
              </a:endParaRPr>
            </a:p>
          </p:txBody>
        </p:sp>
        <p:sp>
          <p:nvSpPr>
            <p:cNvPr id="1854" name="Google Shape;1854;p41"/>
            <p:cNvSpPr txBox="1"/>
            <p:nvPr/>
          </p:nvSpPr>
          <p:spPr>
            <a:xfrm>
              <a:off x="6264000" y="1511999"/>
              <a:ext cx="2700000" cy="4968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ja-JP" sz="1400">
                  <a:solidFill>
                    <a:schemeClr val="dk1"/>
                  </a:solidFill>
                  <a:latin typeface="Arial"/>
                  <a:ea typeface="Arial"/>
                  <a:cs typeface="Arial"/>
                  <a:sym typeface="Arial"/>
                </a:rPr>
                <a:t>お問い合わせ対応</a:t>
              </a:r>
              <a:endParaRPr/>
            </a:p>
            <a:p>
              <a:pPr indent="0" lvl="0" marL="0" marR="0" rtl="0" algn="l">
                <a:spcBef>
                  <a:spcPts val="600"/>
                </a:spcBef>
                <a:spcAft>
                  <a:spcPts val="0"/>
                </a:spcAft>
                <a:buNone/>
              </a:pPr>
              <a:r>
                <a:rPr lang="ja-JP" sz="1400">
                  <a:solidFill>
                    <a:schemeClr val="dk1"/>
                  </a:solidFill>
                  <a:latin typeface="Arial"/>
                  <a:ea typeface="Arial"/>
                  <a:cs typeface="Arial"/>
                  <a:sym typeface="Arial"/>
                </a:rPr>
                <a:t>貴社情報システム部様からのお問い合わせに対し対応いたします。電話、メールでのお問い合わせを受け付けます。</a:t>
              </a:r>
              <a:endParaRPr sz="1400">
                <a:solidFill>
                  <a:schemeClr val="dk1"/>
                </a:solidFill>
                <a:latin typeface="Arial"/>
                <a:ea typeface="Arial"/>
                <a:cs typeface="Arial"/>
                <a:sym typeface="Arial"/>
              </a:endParaRPr>
            </a:p>
            <a:p>
              <a:pPr indent="0" lvl="0" marL="0" marR="0" rtl="0" algn="l">
                <a:spcBef>
                  <a:spcPts val="600"/>
                </a:spcBef>
                <a:spcAft>
                  <a:spcPts val="0"/>
                </a:spcAft>
                <a:buNone/>
              </a:pPr>
              <a:r>
                <a:rPr b="1" lang="ja-JP" sz="1400">
                  <a:solidFill>
                    <a:schemeClr val="dk1"/>
                  </a:solidFill>
                  <a:latin typeface="Arial"/>
                  <a:ea typeface="Arial"/>
                  <a:cs typeface="Arial"/>
                  <a:sym typeface="Arial"/>
                </a:rPr>
                <a:t>お問い合わせの管理</a:t>
              </a:r>
              <a:endParaRPr b="1" sz="1400">
                <a:solidFill>
                  <a:schemeClr val="dk1"/>
                </a:solidFill>
                <a:latin typeface="Arial"/>
                <a:ea typeface="Arial"/>
                <a:cs typeface="Arial"/>
                <a:sym typeface="Arial"/>
              </a:endParaRPr>
            </a:p>
            <a:p>
              <a:pPr indent="0" lvl="0" marL="0" marR="0" rtl="0" algn="l">
                <a:spcBef>
                  <a:spcPts val="600"/>
                </a:spcBef>
                <a:spcAft>
                  <a:spcPts val="0"/>
                </a:spcAft>
                <a:buNone/>
              </a:pPr>
              <a:r>
                <a:rPr lang="ja-JP" sz="1400">
                  <a:solidFill>
                    <a:schemeClr val="dk1"/>
                  </a:solidFill>
                  <a:latin typeface="Arial"/>
                  <a:ea typeface="Arial"/>
                  <a:cs typeface="Arial"/>
                  <a:sym typeface="Arial"/>
                </a:rPr>
                <a:t>頂いたお問い合わせは初期流動問合せ一覧にて管理し、完了するまでステータスを監視します。</a:t>
              </a:r>
              <a:endParaRPr sz="1400">
                <a:solidFill>
                  <a:schemeClr val="dk1"/>
                </a:solidFill>
                <a:latin typeface="Arial"/>
                <a:ea typeface="Arial"/>
                <a:cs typeface="Arial"/>
                <a:sym typeface="Arial"/>
              </a:endParaRPr>
            </a:p>
            <a:p>
              <a:pPr indent="0" lvl="0" marL="0" marR="0" rtl="0" algn="l">
                <a:spcBef>
                  <a:spcPts val="600"/>
                </a:spcBef>
                <a:spcAft>
                  <a:spcPts val="0"/>
                </a:spcAft>
                <a:buNone/>
              </a:pPr>
              <a:r>
                <a:rPr b="1" lang="ja-JP" sz="1400">
                  <a:solidFill>
                    <a:schemeClr val="dk1"/>
                  </a:solidFill>
                  <a:latin typeface="Arial"/>
                  <a:ea typeface="Arial"/>
                  <a:cs typeface="Arial"/>
                  <a:sym typeface="Arial"/>
                </a:rPr>
                <a:t>障害対応・不具合対応</a:t>
              </a:r>
              <a:endParaRPr/>
            </a:p>
            <a:p>
              <a:pPr indent="0" lvl="0" marL="0" marR="0" rtl="0" algn="l">
                <a:spcBef>
                  <a:spcPts val="600"/>
                </a:spcBef>
                <a:spcAft>
                  <a:spcPts val="0"/>
                </a:spcAft>
                <a:buNone/>
              </a:pPr>
              <a:r>
                <a:rPr lang="ja-JP" sz="1400">
                  <a:solidFill>
                    <a:schemeClr val="dk1"/>
                  </a:solidFill>
                  <a:latin typeface="Arial"/>
                  <a:ea typeface="Arial"/>
                  <a:cs typeface="Arial"/>
                  <a:sym typeface="Arial"/>
                </a:rPr>
                <a:t>障害発生時の復旧作業を実施または支援します。また、プログラム不具合の発覚時は改善作業を実施します。</a:t>
              </a:r>
              <a:endParaRPr/>
            </a:p>
            <a:p>
              <a:pPr indent="0" lvl="0" marL="0" marR="0" rtl="0" algn="l">
                <a:spcBef>
                  <a:spcPts val="600"/>
                </a:spcBef>
                <a:spcAft>
                  <a:spcPts val="0"/>
                </a:spcAft>
                <a:buNone/>
              </a:pPr>
              <a:r>
                <a:rPr b="1" lang="ja-JP" sz="1400">
                  <a:solidFill>
                    <a:schemeClr val="dk1"/>
                  </a:solidFill>
                  <a:latin typeface="Arial"/>
                  <a:ea typeface="Arial"/>
                  <a:cs typeface="Arial"/>
                  <a:sym typeface="Arial"/>
                </a:rPr>
                <a:t>完了報告</a:t>
              </a:r>
              <a:endParaRPr/>
            </a:p>
            <a:p>
              <a:pPr indent="0" lvl="0" marL="0" marR="0" rtl="0" algn="l">
                <a:spcBef>
                  <a:spcPts val="600"/>
                </a:spcBef>
                <a:spcAft>
                  <a:spcPts val="0"/>
                </a:spcAft>
                <a:buNone/>
              </a:pPr>
              <a:r>
                <a:rPr lang="ja-JP" sz="1400">
                  <a:solidFill>
                    <a:schemeClr val="dk1"/>
                  </a:solidFill>
                  <a:latin typeface="Arial"/>
                  <a:ea typeface="Arial"/>
                  <a:cs typeface="Arial"/>
                  <a:sym typeface="Arial"/>
                </a:rPr>
                <a:t>初期流動期間完了時に報告会を開催し、初期流動問合せ一覧を提出いたします。</a:t>
              </a:r>
              <a:endParaRPr sz="1400">
                <a:solidFill>
                  <a:schemeClr val="dk1"/>
                </a:solidFill>
                <a:latin typeface="Arial"/>
                <a:ea typeface="Arial"/>
                <a:cs typeface="Arial"/>
                <a:sym typeface="Arial"/>
              </a:endParaRPr>
            </a:p>
          </p:txBody>
        </p:sp>
      </p:grpSp>
      <p:grpSp>
        <p:nvGrpSpPr>
          <p:cNvPr id="1855" name="Google Shape;1855;p41"/>
          <p:cNvGrpSpPr/>
          <p:nvPr/>
        </p:nvGrpSpPr>
        <p:grpSpPr>
          <a:xfrm>
            <a:off x="216000" y="1008000"/>
            <a:ext cx="2772000" cy="5328000"/>
            <a:chOff x="144000" y="1008000"/>
            <a:chExt cx="2772000" cy="5328000"/>
          </a:xfrm>
        </p:grpSpPr>
        <p:grpSp>
          <p:nvGrpSpPr>
            <p:cNvPr id="1856" name="Google Shape;1856;p41"/>
            <p:cNvGrpSpPr/>
            <p:nvPr/>
          </p:nvGrpSpPr>
          <p:grpSpPr>
            <a:xfrm>
              <a:off x="144000" y="1008000"/>
              <a:ext cx="2772000" cy="2808000"/>
              <a:chOff x="144000" y="1152000"/>
              <a:chExt cx="2772000" cy="2808000"/>
            </a:xfrm>
          </p:grpSpPr>
          <p:cxnSp>
            <p:nvCxnSpPr>
              <p:cNvPr id="1857" name="Google Shape;1857;p41"/>
              <p:cNvCxnSpPr/>
              <p:nvPr/>
            </p:nvCxnSpPr>
            <p:spPr>
              <a:xfrm>
                <a:off x="144000" y="1152000"/>
                <a:ext cx="0" cy="720000"/>
              </a:xfrm>
              <a:prstGeom prst="straightConnector1">
                <a:avLst/>
              </a:prstGeom>
              <a:noFill/>
              <a:ln cap="flat" cmpd="sng" w="38100">
                <a:solidFill>
                  <a:schemeClr val="accent1"/>
                </a:solidFill>
                <a:prstDash val="solid"/>
                <a:miter lim="800000"/>
                <a:headEnd len="sm" w="sm" type="none"/>
                <a:tailEnd len="sm" w="sm" type="none"/>
              </a:ln>
            </p:spPr>
          </p:cxnSp>
          <p:sp>
            <p:nvSpPr>
              <p:cNvPr id="1858" name="Google Shape;1858;p41"/>
              <p:cNvSpPr txBox="1"/>
              <p:nvPr/>
            </p:nvSpPr>
            <p:spPr>
              <a:xfrm>
                <a:off x="216000" y="1152000"/>
                <a:ext cx="2664000"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ja-JP" sz="1600">
                    <a:solidFill>
                      <a:srgbClr val="1E4E79"/>
                    </a:solidFill>
                    <a:latin typeface="Arial"/>
                    <a:ea typeface="Arial"/>
                    <a:cs typeface="Arial"/>
                    <a:sym typeface="Arial"/>
                  </a:rPr>
                  <a:t>対象範囲</a:t>
                </a:r>
                <a:endParaRPr b="1" sz="1600">
                  <a:solidFill>
                    <a:srgbClr val="1E4E79"/>
                  </a:solidFill>
                  <a:latin typeface="Arial"/>
                  <a:ea typeface="Arial"/>
                  <a:cs typeface="Arial"/>
                  <a:sym typeface="Arial"/>
                </a:endParaRPr>
              </a:p>
            </p:txBody>
          </p:sp>
          <p:sp>
            <p:nvSpPr>
              <p:cNvPr id="1859" name="Google Shape;1859;p41"/>
              <p:cNvSpPr txBox="1"/>
              <p:nvPr/>
            </p:nvSpPr>
            <p:spPr>
              <a:xfrm>
                <a:off x="216000" y="1512000"/>
                <a:ext cx="2700000" cy="2448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ja-JP" sz="1400">
                    <a:solidFill>
                      <a:schemeClr val="dk1"/>
                    </a:solidFill>
                    <a:latin typeface="Arial"/>
                    <a:ea typeface="Arial"/>
                    <a:cs typeface="Arial"/>
                    <a:sym typeface="Arial"/>
                  </a:rPr>
                  <a:t>千葉運転管理システム</a:t>
                </a:r>
                <a:endParaRPr b="1" sz="1400">
                  <a:solidFill>
                    <a:schemeClr val="dk1"/>
                  </a:solidFill>
                  <a:latin typeface="Arial"/>
                  <a:ea typeface="Arial"/>
                  <a:cs typeface="Arial"/>
                  <a:sym typeface="Arial"/>
                </a:endParaRPr>
              </a:p>
              <a:p>
                <a:pPr indent="-285750" lvl="0" marL="285750" marR="0" rtl="0" algn="l">
                  <a:spcBef>
                    <a:spcPts val="300"/>
                  </a:spcBef>
                  <a:spcAft>
                    <a:spcPts val="0"/>
                  </a:spcAft>
                  <a:buClr>
                    <a:schemeClr val="dk1"/>
                  </a:buClr>
                  <a:buSzPts val="1400"/>
                  <a:buFont typeface="Arial"/>
                  <a:buChar char="•"/>
                </a:pPr>
                <a:r>
                  <a:rPr lang="ja-JP" sz="1400">
                    <a:solidFill>
                      <a:schemeClr val="dk1"/>
                    </a:solidFill>
                    <a:latin typeface="Arial"/>
                    <a:ea typeface="Arial"/>
                    <a:cs typeface="Arial"/>
                    <a:sym typeface="Arial"/>
                  </a:rPr>
                  <a:t>クライアントアプリケーション</a:t>
                </a:r>
                <a:endParaRPr sz="1400">
                  <a:solidFill>
                    <a:schemeClr val="dk1"/>
                  </a:solidFill>
                  <a:latin typeface="Arial"/>
                  <a:ea typeface="Arial"/>
                  <a:cs typeface="Arial"/>
                  <a:sym typeface="Arial"/>
                </a:endParaRPr>
              </a:p>
              <a:p>
                <a:pPr indent="-285750" lvl="0" marL="285750" marR="0" rtl="0" algn="l">
                  <a:spcBef>
                    <a:spcPts val="300"/>
                  </a:spcBef>
                  <a:spcAft>
                    <a:spcPts val="0"/>
                  </a:spcAft>
                  <a:buClr>
                    <a:schemeClr val="dk1"/>
                  </a:buClr>
                  <a:buSzPts val="1400"/>
                  <a:buFont typeface="Arial"/>
                  <a:buChar char="•"/>
                </a:pPr>
                <a:r>
                  <a:rPr lang="ja-JP" sz="1400">
                    <a:solidFill>
                      <a:schemeClr val="dk1"/>
                    </a:solidFill>
                    <a:latin typeface="Arial"/>
                    <a:ea typeface="Arial"/>
                    <a:cs typeface="Arial"/>
                    <a:sym typeface="Arial"/>
                  </a:rPr>
                  <a:t>クライアントアプリケーション配布サイト</a:t>
                </a:r>
                <a:endParaRPr sz="1400">
                  <a:solidFill>
                    <a:schemeClr val="dk1"/>
                  </a:solidFill>
                  <a:latin typeface="Arial"/>
                  <a:ea typeface="Arial"/>
                  <a:cs typeface="Arial"/>
                  <a:sym typeface="Arial"/>
                </a:endParaRPr>
              </a:p>
              <a:p>
                <a:pPr indent="-285750" lvl="0" marL="285750" marR="0" rtl="0" algn="l">
                  <a:spcBef>
                    <a:spcPts val="300"/>
                  </a:spcBef>
                  <a:spcAft>
                    <a:spcPts val="0"/>
                  </a:spcAft>
                  <a:buClr>
                    <a:schemeClr val="dk1"/>
                  </a:buClr>
                  <a:buSzPts val="1400"/>
                  <a:buFont typeface="Arial"/>
                  <a:buChar char="•"/>
                </a:pPr>
                <a:r>
                  <a:rPr lang="ja-JP" sz="1400">
                    <a:solidFill>
                      <a:schemeClr val="dk1"/>
                    </a:solidFill>
                    <a:latin typeface="Arial"/>
                    <a:ea typeface="Arial"/>
                    <a:cs typeface="Arial"/>
                    <a:sym typeface="Arial"/>
                  </a:rPr>
                  <a:t>データベース（ミドルウェア除く）</a:t>
                </a:r>
                <a:endParaRPr sz="1400">
                  <a:solidFill>
                    <a:schemeClr val="dk1"/>
                  </a:solidFill>
                  <a:latin typeface="Arial"/>
                  <a:ea typeface="Arial"/>
                  <a:cs typeface="Arial"/>
                  <a:sym typeface="Arial"/>
                </a:endParaRPr>
              </a:p>
              <a:p>
                <a:pPr indent="-285750" lvl="0" marL="285750" marR="0" rtl="0" algn="l">
                  <a:spcBef>
                    <a:spcPts val="300"/>
                  </a:spcBef>
                  <a:spcAft>
                    <a:spcPts val="0"/>
                  </a:spcAft>
                  <a:buClr>
                    <a:schemeClr val="dk1"/>
                  </a:buClr>
                  <a:buSzPts val="1400"/>
                  <a:buFont typeface="Arial"/>
                  <a:buChar char="•"/>
                </a:pPr>
                <a:r>
                  <a:rPr lang="ja-JP" sz="1400">
                    <a:solidFill>
                      <a:schemeClr val="dk1"/>
                    </a:solidFill>
                    <a:latin typeface="Arial"/>
                    <a:ea typeface="Arial"/>
                    <a:cs typeface="Arial"/>
                    <a:sym typeface="Arial"/>
                  </a:rPr>
                  <a:t>バッチプログラム</a:t>
                </a:r>
                <a:endParaRPr sz="1400">
                  <a:solidFill>
                    <a:schemeClr val="dk1"/>
                  </a:solidFill>
                  <a:latin typeface="Arial"/>
                  <a:ea typeface="Arial"/>
                  <a:cs typeface="Arial"/>
                  <a:sym typeface="Arial"/>
                </a:endParaRPr>
              </a:p>
              <a:p>
                <a:pPr indent="-285750" lvl="0" marL="285750" marR="0" rtl="0" algn="l">
                  <a:spcBef>
                    <a:spcPts val="300"/>
                  </a:spcBef>
                  <a:spcAft>
                    <a:spcPts val="0"/>
                  </a:spcAft>
                  <a:buClr>
                    <a:schemeClr val="dk1"/>
                  </a:buClr>
                  <a:buSzPts val="1400"/>
                  <a:buFont typeface="Arial"/>
                  <a:buChar char="•"/>
                </a:pPr>
                <a:r>
                  <a:rPr lang="ja-JP" sz="1400">
                    <a:solidFill>
                      <a:schemeClr val="dk1"/>
                    </a:solidFill>
                    <a:latin typeface="Arial"/>
                    <a:ea typeface="Arial"/>
                    <a:cs typeface="Arial"/>
                    <a:sym typeface="Arial"/>
                  </a:rPr>
                  <a:t>バッチプログラム起動設定</a:t>
                </a:r>
                <a:endParaRPr/>
              </a:p>
            </p:txBody>
          </p:sp>
        </p:grpSp>
        <p:grpSp>
          <p:nvGrpSpPr>
            <p:cNvPr id="1860" name="Google Shape;1860;p41"/>
            <p:cNvGrpSpPr/>
            <p:nvPr/>
          </p:nvGrpSpPr>
          <p:grpSpPr>
            <a:xfrm>
              <a:off x="144000" y="3672000"/>
              <a:ext cx="2772000" cy="2664000"/>
              <a:chOff x="144000" y="3816000"/>
              <a:chExt cx="2772000" cy="2664000"/>
            </a:xfrm>
          </p:grpSpPr>
          <p:cxnSp>
            <p:nvCxnSpPr>
              <p:cNvPr id="1861" name="Google Shape;1861;p41"/>
              <p:cNvCxnSpPr/>
              <p:nvPr/>
            </p:nvCxnSpPr>
            <p:spPr>
              <a:xfrm>
                <a:off x="144000" y="3816000"/>
                <a:ext cx="0" cy="720000"/>
              </a:xfrm>
              <a:prstGeom prst="straightConnector1">
                <a:avLst/>
              </a:prstGeom>
              <a:noFill/>
              <a:ln cap="flat" cmpd="sng" w="38100">
                <a:solidFill>
                  <a:schemeClr val="accent1"/>
                </a:solidFill>
                <a:prstDash val="solid"/>
                <a:miter lim="800000"/>
                <a:headEnd len="sm" w="sm" type="none"/>
                <a:tailEnd len="sm" w="sm" type="none"/>
              </a:ln>
            </p:spPr>
          </p:cxnSp>
          <p:sp>
            <p:nvSpPr>
              <p:cNvPr id="1862" name="Google Shape;1862;p41"/>
              <p:cNvSpPr txBox="1"/>
              <p:nvPr/>
            </p:nvSpPr>
            <p:spPr>
              <a:xfrm>
                <a:off x="216000" y="3816000"/>
                <a:ext cx="2664000"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ja-JP" sz="1600">
                    <a:solidFill>
                      <a:srgbClr val="1E4E79"/>
                    </a:solidFill>
                    <a:latin typeface="Arial"/>
                    <a:ea typeface="Arial"/>
                    <a:cs typeface="Arial"/>
                    <a:sym typeface="Arial"/>
                  </a:rPr>
                  <a:t>初期流動体制</a:t>
                </a:r>
                <a:endParaRPr b="1" sz="1600">
                  <a:solidFill>
                    <a:srgbClr val="1E4E79"/>
                  </a:solidFill>
                  <a:latin typeface="Arial"/>
                  <a:ea typeface="Arial"/>
                  <a:cs typeface="Arial"/>
                  <a:sym typeface="Arial"/>
                </a:endParaRPr>
              </a:p>
            </p:txBody>
          </p:sp>
          <p:sp>
            <p:nvSpPr>
              <p:cNvPr id="1863" name="Google Shape;1863;p41"/>
              <p:cNvSpPr txBox="1"/>
              <p:nvPr/>
            </p:nvSpPr>
            <p:spPr>
              <a:xfrm>
                <a:off x="216000" y="4176000"/>
                <a:ext cx="2700000" cy="2304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ja-JP" sz="1400">
                    <a:solidFill>
                      <a:schemeClr val="dk1"/>
                    </a:solidFill>
                    <a:latin typeface="Arial"/>
                    <a:ea typeface="Arial"/>
                    <a:cs typeface="Arial"/>
                    <a:sym typeface="Arial"/>
                  </a:rPr>
                  <a:t>要員</a:t>
                </a:r>
                <a:endParaRPr b="1" sz="1400">
                  <a:solidFill>
                    <a:schemeClr val="dk1"/>
                  </a:solidFill>
                  <a:latin typeface="Arial"/>
                  <a:ea typeface="Arial"/>
                  <a:cs typeface="Arial"/>
                  <a:sym typeface="Arial"/>
                </a:endParaRPr>
              </a:p>
              <a:p>
                <a:pPr indent="0" lvl="0" marL="0" marR="0" rtl="0" algn="l">
                  <a:spcBef>
                    <a:spcPts val="600"/>
                  </a:spcBef>
                  <a:spcAft>
                    <a:spcPts val="0"/>
                  </a:spcAft>
                  <a:buNone/>
                </a:pPr>
                <a:r>
                  <a:rPr lang="ja-JP" sz="1400">
                    <a:solidFill>
                      <a:schemeClr val="dk1"/>
                    </a:solidFill>
                    <a:latin typeface="Arial"/>
                    <a:ea typeface="Arial"/>
                    <a:cs typeface="Arial"/>
                    <a:sym typeface="Arial"/>
                  </a:rPr>
                  <a:t>初期流動期間中は、リリース時の体制(オフショア要員除く)をそのまま維持し対応いたします。</a:t>
                </a:r>
                <a:endParaRPr sz="1400">
                  <a:solidFill>
                    <a:schemeClr val="dk1"/>
                  </a:solidFill>
                  <a:latin typeface="Arial"/>
                  <a:ea typeface="Arial"/>
                  <a:cs typeface="Arial"/>
                  <a:sym typeface="Arial"/>
                </a:endParaRPr>
              </a:p>
              <a:p>
                <a:pPr indent="0" lvl="0" marL="0" marR="0" rtl="0" algn="l">
                  <a:spcBef>
                    <a:spcPts val="600"/>
                  </a:spcBef>
                  <a:spcAft>
                    <a:spcPts val="0"/>
                  </a:spcAft>
                  <a:buNone/>
                </a:pPr>
                <a:r>
                  <a:rPr b="1" lang="ja-JP" sz="1400">
                    <a:solidFill>
                      <a:schemeClr val="dk1"/>
                    </a:solidFill>
                    <a:latin typeface="Arial"/>
                    <a:ea typeface="Arial"/>
                    <a:cs typeface="Arial"/>
                    <a:sym typeface="Arial"/>
                  </a:rPr>
                  <a:t>作業場所</a:t>
                </a:r>
                <a:endParaRPr b="1" sz="1400">
                  <a:solidFill>
                    <a:schemeClr val="dk1"/>
                  </a:solidFill>
                  <a:latin typeface="Arial"/>
                  <a:ea typeface="Arial"/>
                  <a:cs typeface="Arial"/>
                  <a:sym typeface="Arial"/>
                </a:endParaRPr>
              </a:p>
              <a:p>
                <a:pPr indent="0" lvl="0" marL="0" marR="0" rtl="0" algn="l">
                  <a:spcBef>
                    <a:spcPts val="600"/>
                  </a:spcBef>
                  <a:spcAft>
                    <a:spcPts val="0"/>
                  </a:spcAft>
                  <a:buNone/>
                </a:pPr>
                <a:r>
                  <a:rPr lang="ja-JP" sz="1400">
                    <a:solidFill>
                      <a:schemeClr val="dk1"/>
                    </a:solidFill>
                    <a:latin typeface="Arial"/>
                    <a:ea typeface="Arial"/>
                    <a:cs typeface="Arial"/>
                    <a:sym typeface="Arial"/>
                  </a:rPr>
                  <a:t>弊社千葉オフィスにて作業し必要に応じてリモート接続にて、貴社環境に接続し作業致します。</a:t>
                </a:r>
                <a:endParaRPr sz="1400">
                  <a:solidFill>
                    <a:schemeClr val="dk1"/>
                  </a:solidFill>
                  <a:latin typeface="Arial"/>
                  <a:ea typeface="Arial"/>
                  <a:cs typeface="Arial"/>
                  <a:sym typeface="Arial"/>
                </a:endParaRPr>
              </a:p>
              <a:p>
                <a:pPr indent="0" lvl="0" marL="0" marR="0" rtl="0" algn="l">
                  <a:spcBef>
                    <a:spcPts val="600"/>
                  </a:spcBef>
                  <a:spcAft>
                    <a:spcPts val="0"/>
                  </a:spcAft>
                  <a:buNone/>
                </a:pPr>
                <a:r>
                  <a:rPr lang="ja-JP" sz="1400">
                    <a:solidFill>
                      <a:schemeClr val="dk1"/>
                    </a:solidFill>
                    <a:latin typeface="Arial"/>
                    <a:ea typeface="Arial"/>
                    <a:cs typeface="Arial"/>
                    <a:sym typeface="Arial"/>
                  </a:rPr>
                  <a:t>P.49にて体制図を示します。</a:t>
                </a:r>
                <a:endParaRPr/>
              </a:p>
            </p:txBody>
          </p:sp>
        </p:grpSp>
      </p:gr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7" name="Shape 1867"/>
        <p:cNvGrpSpPr/>
        <p:nvPr/>
      </p:nvGrpSpPr>
      <p:grpSpPr>
        <a:xfrm>
          <a:off x="0" y="0"/>
          <a:ext cx="0" cy="0"/>
          <a:chOff x="0" y="0"/>
          <a:chExt cx="0" cy="0"/>
        </a:xfrm>
      </p:grpSpPr>
      <p:sp>
        <p:nvSpPr>
          <p:cNvPr id="1868" name="Google Shape;1868;p42"/>
          <p:cNvSpPr txBox="1"/>
          <p:nvPr>
            <p:ph type="title"/>
          </p:nvPr>
        </p:nvSpPr>
        <p:spPr>
          <a:xfrm>
            <a:off x="144000" y="36000"/>
            <a:ext cx="8856000" cy="5760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3000"/>
              <a:buFont typeface="Arial"/>
              <a:buNone/>
            </a:pPr>
            <a:r>
              <a:rPr lang="ja-JP"/>
              <a:t>保守</a:t>
            </a:r>
            <a:endParaRPr/>
          </a:p>
        </p:txBody>
      </p:sp>
      <p:sp>
        <p:nvSpPr>
          <p:cNvPr id="1869" name="Google Shape;1869;p42"/>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ja-JP"/>
              <a:t>Copyright© 2020 SystemEXE,Inc. all rights reserved.</a:t>
            </a:r>
            <a:endParaRPr/>
          </a:p>
        </p:txBody>
      </p:sp>
      <p:sp>
        <p:nvSpPr>
          <p:cNvPr id="1870" name="Google Shape;1870;p42"/>
          <p:cNvSpPr txBox="1"/>
          <p:nvPr>
            <p:ph idx="12" type="sldNum"/>
          </p:nvPr>
        </p:nvSpPr>
        <p:spPr>
          <a:xfrm>
            <a:off x="4212000" y="6500068"/>
            <a:ext cx="720000" cy="288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ja-JP"/>
              <a:t>‹#›</a:t>
            </a:fld>
            <a:endParaRPr/>
          </a:p>
        </p:txBody>
      </p:sp>
      <p:grpSp>
        <p:nvGrpSpPr>
          <p:cNvPr id="1871" name="Google Shape;1871;p42"/>
          <p:cNvGrpSpPr/>
          <p:nvPr/>
        </p:nvGrpSpPr>
        <p:grpSpPr>
          <a:xfrm>
            <a:off x="3168000" y="1008000"/>
            <a:ext cx="2772000" cy="5327999"/>
            <a:chOff x="3168000" y="1152000"/>
            <a:chExt cx="2772000" cy="5327999"/>
          </a:xfrm>
        </p:grpSpPr>
        <p:cxnSp>
          <p:nvCxnSpPr>
            <p:cNvPr id="1872" name="Google Shape;1872;p42"/>
            <p:cNvCxnSpPr/>
            <p:nvPr/>
          </p:nvCxnSpPr>
          <p:spPr>
            <a:xfrm>
              <a:off x="3168000" y="1152000"/>
              <a:ext cx="0" cy="720000"/>
            </a:xfrm>
            <a:prstGeom prst="straightConnector1">
              <a:avLst/>
            </a:prstGeom>
            <a:noFill/>
            <a:ln cap="flat" cmpd="sng" w="38100">
              <a:solidFill>
                <a:schemeClr val="accent1"/>
              </a:solidFill>
              <a:prstDash val="solid"/>
              <a:miter lim="800000"/>
              <a:headEnd len="sm" w="sm" type="none"/>
              <a:tailEnd len="sm" w="sm" type="none"/>
            </a:ln>
          </p:spPr>
        </p:cxnSp>
        <p:sp>
          <p:nvSpPr>
            <p:cNvPr id="1873" name="Google Shape;1873;p42"/>
            <p:cNvSpPr txBox="1"/>
            <p:nvPr/>
          </p:nvSpPr>
          <p:spPr>
            <a:xfrm>
              <a:off x="3240000" y="1152000"/>
              <a:ext cx="2664000"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ja-JP" sz="1600">
                  <a:solidFill>
                    <a:srgbClr val="1E4E79"/>
                  </a:solidFill>
                  <a:latin typeface="Arial"/>
                  <a:ea typeface="Arial"/>
                  <a:cs typeface="Arial"/>
                  <a:sym typeface="Arial"/>
                </a:rPr>
                <a:t>受付時間</a:t>
              </a:r>
              <a:endParaRPr b="1" sz="1600">
                <a:solidFill>
                  <a:srgbClr val="1E4E79"/>
                </a:solidFill>
                <a:latin typeface="Arial"/>
                <a:ea typeface="Arial"/>
                <a:cs typeface="Arial"/>
                <a:sym typeface="Arial"/>
              </a:endParaRPr>
            </a:p>
          </p:txBody>
        </p:sp>
        <p:sp>
          <p:nvSpPr>
            <p:cNvPr id="1874" name="Google Shape;1874;p42"/>
            <p:cNvSpPr txBox="1"/>
            <p:nvPr/>
          </p:nvSpPr>
          <p:spPr>
            <a:xfrm>
              <a:off x="3240000" y="1511999"/>
              <a:ext cx="2700000" cy="4968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ja-JP" sz="1400">
                  <a:solidFill>
                    <a:schemeClr val="dk1"/>
                  </a:solidFill>
                  <a:latin typeface="Arial"/>
                  <a:ea typeface="Arial"/>
                  <a:cs typeface="Arial"/>
                  <a:sym typeface="Arial"/>
                </a:rPr>
                <a:t>通常時お問い合わせ受付時間</a:t>
              </a:r>
              <a:endParaRPr b="1" sz="1400">
                <a:solidFill>
                  <a:schemeClr val="dk1"/>
                </a:solidFill>
                <a:latin typeface="Arial"/>
                <a:ea typeface="Arial"/>
                <a:cs typeface="Arial"/>
                <a:sym typeface="Arial"/>
              </a:endParaRPr>
            </a:p>
            <a:p>
              <a:pPr indent="0" lvl="0" marL="0" marR="0" rtl="0" algn="l">
                <a:spcBef>
                  <a:spcPts val="600"/>
                </a:spcBef>
                <a:spcAft>
                  <a:spcPts val="0"/>
                </a:spcAft>
                <a:buNone/>
              </a:pPr>
              <a:r>
                <a:rPr lang="ja-JP" sz="1400">
                  <a:solidFill>
                    <a:schemeClr val="dk1"/>
                  </a:solidFill>
                  <a:latin typeface="Arial"/>
                  <a:ea typeface="Arial"/>
                  <a:cs typeface="Arial"/>
                  <a:sym typeface="Arial"/>
                </a:rPr>
                <a:t>平日（月曜日～金曜日）の 9:00 ～ 18:00</a:t>
              </a:r>
              <a:endParaRPr/>
            </a:p>
            <a:p>
              <a:pPr indent="-285750" lvl="0" marL="285750" marR="0" rtl="0" algn="l">
                <a:spcBef>
                  <a:spcPts val="600"/>
                </a:spcBef>
                <a:spcAft>
                  <a:spcPts val="0"/>
                </a:spcAft>
                <a:buClr>
                  <a:schemeClr val="dk1"/>
                </a:buClr>
                <a:buSzPts val="1400"/>
                <a:buFont typeface="Arial"/>
                <a:buChar char="※"/>
              </a:pPr>
              <a:r>
                <a:rPr lang="ja-JP" sz="1400">
                  <a:solidFill>
                    <a:schemeClr val="dk1"/>
                  </a:solidFill>
                  <a:latin typeface="Arial"/>
                  <a:ea typeface="Arial"/>
                  <a:cs typeface="Arial"/>
                  <a:sym typeface="Arial"/>
                </a:rPr>
                <a:t>土曜日、日曜日、祝日、年末年始は除きます。</a:t>
              </a:r>
              <a:endParaRPr sz="1400">
                <a:solidFill>
                  <a:schemeClr val="dk1"/>
                </a:solidFill>
                <a:latin typeface="Arial"/>
                <a:ea typeface="Arial"/>
                <a:cs typeface="Arial"/>
                <a:sym typeface="Arial"/>
              </a:endParaRPr>
            </a:p>
            <a:p>
              <a:pPr indent="0" lvl="0" marL="0" marR="0" rtl="0" algn="l">
                <a:spcBef>
                  <a:spcPts val="600"/>
                </a:spcBef>
                <a:spcAft>
                  <a:spcPts val="0"/>
                </a:spcAft>
                <a:buNone/>
              </a:pPr>
              <a:r>
                <a:rPr b="1" lang="ja-JP" sz="1400">
                  <a:solidFill>
                    <a:schemeClr val="dk1"/>
                  </a:solidFill>
                  <a:latin typeface="Arial"/>
                  <a:ea typeface="Arial"/>
                  <a:cs typeface="Arial"/>
                  <a:sym typeface="Arial"/>
                </a:rPr>
                <a:t>緊急時のお問い合わせについて</a:t>
              </a:r>
              <a:endParaRPr b="1" sz="1400">
                <a:solidFill>
                  <a:schemeClr val="dk1"/>
                </a:solidFill>
                <a:latin typeface="Arial"/>
                <a:ea typeface="Arial"/>
                <a:cs typeface="Arial"/>
                <a:sym typeface="Arial"/>
              </a:endParaRPr>
            </a:p>
            <a:p>
              <a:pPr indent="0" lvl="0" marL="0" marR="0" rtl="0" algn="l">
                <a:spcBef>
                  <a:spcPts val="600"/>
                </a:spcBef>
                <a:spcAft>
                  <a:spcPts val="0"/>
                </a:spcAft>
                <a:buNone/>
              </a:pPr>
              <a:r>
                <a:rPr lang="ja-JP" sz="1400">
                  <a:solidFill>
                    <a:schemeClr val="dk1"/>
                  </a:solidFill>
                  <a:latin typeface="Arial"/>
                  <a:ea typeface="Arial"/>
                  <a:cs typeface="Arial"/>
                  <a:sym typeface="Arial"/>
                </a:rPr>
                <a:t>緊急時におきましては、上記時間帯を問わず受け付けいたしますが、状況により対応できない場合がございます。</a:t>
              </a:r>
              <a:endParaRPr sz="1400">
                <a:solidFill>
                  <a:schemeClr val="dk1"/>
                </a:solidFill>
                <a:latin typeface="Arial"/>
                <a:ea typeface="Arial"/>
                <a:cs typeface="Arial"/>
                <a:sym typeface="Arial"/>
              </a:endParaRPr>
            </a:p>
            <a:p>
              <a:pPr indent="0" lvl="0" marL="0" marR="0" rtl="0" algn="l">
                <a:spcBef>
                  <a:spcPts val="600"/>
                </a:spcBef>
                <a:spcAft>
                  <a:spcPts val="0"/>
                </a:spcAft>
                <a:buNone/>
              </a:pPr>
              <a:r>
                <a:rPr lang="ja-JP" sz="1400">
                  <a:solidFill>
                    <a:schemeClr val="dk1"/>
                  </a:solidFill>
                  <a:latin typeface="Arial"/>
                  <a:ea typeface="Arial"/>
                  <a:cs typeface="Arial"/>
                  <a:sym typeface="Arial"/>
                </a:rPr>
                <a:t>非常事態発生時において、作業が必要となった場合は、保守担当者が自宅から専用に準備した機器により、リモート接続にてメンテナンスを実施することも可能です。</a:t>
              </a:r>
              <a:endParaRPr/>
            </a:p>
            <a:p>
              <a:pPr indent="0" lvl="0" marL="0" marR="0" rtl="0" algn="l">
                <a:spcBef>
                  <a:spcPts val="600"/>
                </a:spcBef>
                <a:spcAft>
                  <a:spcPts val="0"/>
                </a:spcAft>
                <a:buNone/>
              </a:pPr>
              <a:r>
                <a:rPr lang="ja-JP" sz="1400">
                  <a:solidFill>
                    <a:schemeClr val="dk1"/>
                  </a:solidFill>
                  <a:latin typeface="Arial"/>
                  <a:ea typeface="Arial"/>
                  <a:cs typeface="Arial"/>
                  <a:sym typeface="Arial"/>
                </a:rPr>
                <a:t>この場合は、貴社在宅勤務システムを利用させて頂く想定です。詳細につきましては、別途ご相談させてください。</a:t>
              </a:r>
              <a:br>
                <a:rPr lang="ja-JP" sz="1400">
                  <a:solidFill>
                    <a:schemeClr val="dk1"/>
                  </a:solidFill>
                  <a:latin typeface="Arial"/>
                  <a:ea typeface="Arial"/>
                  <a:cs typeface="Arial"/>
                  <a:sym typeface="Arial"/>
                </a:rPr>
              </a:br>
              <a:endParaRPr sz="1400">
                <a:solidFill>
                  <a:schemeClr val="dk1"/>
                </a:solidFill>
                <a:latin typeface="Arial"/>
                <a:ea typeface="Arial"/>
                <a:cs typeface="Arial"/>
                <a:sym typeface="Arial"/>
              </a:endParaRPr>
            </a:p>
          </p:txBody>
        </p:sp>
      </p:grpSp>
      <p:grpSp>
        <p:nvGrpSpPr>
          <p:cNvPr id="1875" name="Google Shape;1875;p42"/>
          <p:cNvGrpSpPr/>
          <p:nvPr/>
        </p:nvGrpSpPr>
        <p:grpSpPr>
          <a:xfrm>
            <a:off x="6120000" y="1008000"/>
            <a:ext cx="2772000" cy="5327999"/>
            <a:chOff x="6192000" y="1152000"/>
            <a:chExt cx="2772000" cy="5327999"/>
          </a:xfrm>
        </p:grpSpPr>
        <p:cxnSp>
          <p:nvCxnSpPr>
            <p:cNvPr id="1876" name="Google Shape;1876;p42"/>
            <p:cNvCxnSpPr/>
            <p:nvPr/>
          </p:nvCxnSpPr>
          <p:spPr>
            <a:xfrm>
              <a:off x="6192000" y="1152000"/>
              <a:ext cx="0" cy="720000"/>
            </a:xfrm>
            <a:prstGeom prst="straightConnector1">
              <a:avLst/>
            </a:prstGeom>
            <a:noFill/>
            <a:ln cap="flat" cmpd="sng" w="38100">
              <a:solidFill>
                <a:schemeClr val="accent1"/>
              </a:solidFill>
              <a:prstDash val="solid"/>
              <a:miter lim="800000"/>
              <a:headEnd len="sm" w="sm" type="none"/>
              <a:tailEnd len="sm" w="sm" type="none"/>
            </a:ln>
          </p:spPr>
        </p:cxnSp>
        <p:sp>
          <p:nvSpPr>
            <p:cNvPr id="1877" name="Google Shape;1877;p42"/>
            <p:cNvSpPr txBox="1"/>
            <p:nvPr/>
          </p:nvSpPr>
          <p:spPr>
            <a:xfrm>
              <a:off x="6264000" y="1152000"/>
              <a:ext cx="2664000"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ja-JP" sz="1600">
                  <a:solidFill>
                    <a:srgbClr val="1E4E79"/>
                  </a:solidFill>
                  <a:latin typeface="Arial"/>
                  <a:ea typeface="Arial"/>
                  <a:cs typeface="Arial"/>
                  <a:sym typeface="Arial"/>
                </a:rPr>
                <a:t>作業範囲</a:t>
              </a:r>
              <a:endParaRPr b="1" sz="1600">
                <a:solidFill>
                  <a:srgbClr val="1E4E79"/>
                </a:solidFill>
                <a:latin typeface="Arial"/>
                <a:ea typeface="Arial"/>
                <a:cs typeface="Arial"/>
                <a:sym typeface="Arial"/>
              </a:endParaRPr>
            </a:p>
          </p:txBody>
        </p:sp>
        <p:sp>
          <p:nvSpPr>
            <p:cNvPr id="1878" name="Google Shape;1878;p42"/>
            <p:cNvSpPr txBox="1"/>
            <p:nvPr/>
          </p:nvSpPr>
          <p:spPr>
            <a:xfrm>
              <a:off x="6264000" y="1511999"/>
              <a:ext cx="2700000" cy="4968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ja-JP" sz="1400">
                  <a:solidFill>
                    <a:schemeClr val="dk1"/>
                  </a:solidFill>
                  <a:latin typeface="Arial"/>
                  <a:ea typeface="Arial"/>
                  <a:cs typeface="Arial"/>
                  <a:sym typeface="Arial"/>
                </a:rPr>
                <a:t>お問い合わせ対応</a:t>
              </a:r>
              <a:endParaRPr/>
            </a:p>
            <a:p>
              <a:pPr indent="0" lvl="0" marL="0" marR="0" rtl="0" algn="l">
                <a:spcBef>
                  <a:spcPts val="600"/>
                </a:spcBef>
                <a:spcAft>
                  <a:spcPts val="0"/>
                </a:spcAft>
                <a:buNone/>
              </a:pPr>
              <a:r>
                <a:rPr lang="ja-JP" sz="1400">
                  <a:solidFill>
                    <a:schemeClr val="dk1"/>
                  </a:solidFill>
                  <a:latin typeface="Arial"/>
                  <a:ea typeface="Arial"/>
                  <a:cs typeface="Arial"/>
                  <a:sym typeface="Arial"/>
                </a:rPr>
                <a:t>アプリサービスデスク様からのお問い合わせに対し対応いたします。LMIS、電話、メールでのお問い合わせを受け付けます。</a:t>
              </a:r>
              <a:endParaRPr sz="1400">
                <a:solidFill>
                  <a:schemeClr val="dk1"/>
                </a:solidFill>
                <a:latin typeface="Arial"/>
                <a:ea typeface="Arial"/>
                <a:cs typeface="Arial"/>
                <a:sym typeface="Arial"/>
              </a:endParaRPr>
            </a:p>
            <a:p>
              <a:pPr indent="0" lvl="0" marL="0" marR="0" rtl="0" algn="l">
                <a:spcBef>
                  <a:spcPts val="600"/>
                </a:spcBef>
                <a:spcAft>
                  <a:spcPts val="0"/>
                </a:spcAft>
                <a:buNone/>
              </a:pPr>
              <a:r>
                <a:rPr b="1" lang="ja-JP" sz="1400">
                  <a:solidFill>
                    <a:schemeClr val="dk1"/>
                  </a:solidFill>
                  <a:latin typeface="Arial"/>
                  <a:ea typeface="Arial"/>
                  <a:cs typeface="Arial"/>
                  <a:sym typeface="Arial"/>
                </a:rPr>
                <a:t>障害対応・不具合対応</a:t>
              </a:r>
              <a:endParaRPr/>
            </a:p>
            <a:p>
              <a:pPr indent="0" lvl="0" marL="0" marR="0" rtl="0" algn="l">
                <a:spcBef>
                  <a:spcPts val="600"/>
                </a:spcBef>
                <a:spcAft>
                  <a:spcPts val="0"/>
                </a:spcAft>
                <a:buNone/>
              </a:pPr>
              <a:r>
                <a:rPr lang="ja-JP" sz="1400">
                  <a:solidFill>
                    <a:schemeClr val="dk1"/>
                  </a:solidFill>
                  <a:latin typeface="Arial"/>
                  <a:ea typeface="Arial"/>
                  <a:cs typeface="Arial"/>
                  <a:sym typeface="Arial"/>
                </a:rPr>
                <a:t>障害発生時の復旧作業を実施または支援します。また、プログラム不具合の発覚時は改善作業を実施します。</a:t>
              </a:r>
              <a:endParaRPr/>
            </a:p>
            <a:p>
              <a:pPr indent="0" lvl="0" marL="0" marR="0" rtl="0" algn="l">
                <a:spcBef>
                  <a:spcPts val="600"/>
                </a:spcBef>
                <a:spcAft>
                  <a:spcPts val="0"/>
                </a:spcAft>
                <a:buNone/>
              </a:pPr>
              <a:r>
                <a:rPr b="1" lang="ja-JP" sz="1400">
                  <a:solidFill>
                    <a:schemeClr val="dk1"/>
                  </a:solidFill>
                  <a:latin typeface="Arial"/>
                  <a:ea typeface="Arial"/>
                  <a:cs typeface="Arial"/>
                  <a:sym typeface="Arial"/>
                </a:rPr>
                <a:t>資源の維持</a:t>
              </a:r>
              <a:endParaRPr b="1" sz="1400">
                <a:solidFill>
                  <a:schemeClr val="dk1"/>
                </a:solidFill>
                <a:latin typeface="Arial"/>
                <a:ea typeface="Arial"/>
                <a:cs typeface="Arial"/>
                <a:sym typeface="Arial"/>
              </a:endParaRPr>
            </a:p>
            <a:p>
              <a:pPr indent="0" lvl="0" marL="0" marR="0" rtl="0" algn="l">
                <a:spcBef>
                  <a:spcPts val="600"/>
                </a:spcBef>
                <a:spcAft>
                  <a:spcPts val="0"/>
                </a:spcAft>
                <a:buNone/>
              </a:pPr>
              <a:r>
                <a:rPr lang="ja-JP" sz="1400">
                  <a:solidFill>
                    <a:schemeClr val="dk1"/>
                  </a:solidFill>
                  <a:latin typeface="Arial"/>
                  <a:ea typeface="Arial"/>
                  <a:cs typeface="Arial"/>
                  <a:sym typeface="Arial"/>
                </a:rPr>
                <a:t>ドキュメントおよびソースについては、貴社標準の保管環境を利用させて頂き維持します。また、変更が発生した際は、都度、最新化を実施します。</a:t>
              </a:r>
              <a:endParaRPr sz="1400">
                <a:solidFill>
                  <a:schemeClr val="dk1"/>
                </a:solidFill>
                <a:latin typeface="Arial"/>
                <a:ea typeface="Arial"/>
                <a:cs typeface="Arial"/>
                <a:sym typeface="Arial"/>
              </a:endParaRPr>
            </a:p>
            <a:p>
              <a:pPr indent="0" lvl="0" marL="0" marR="0" rtl="0" algn="l">
                <a:spcBef>
                  <a:spcPts val="600"/>
                </a:spcBef>
                <a:spcAft>
                  <a:spcPts val="0"/>
                </a:spcAft>
                <a:buNone/>
              </a:pPr>
              <a:r>
                <a:rPr b="1" lang="ja-JP" sz="1400">
                  <a:solidFill>
                    <a:schemeClr val="dk1"/>
                  </a:solidFill>
                  <a:latin typeface="Arial"/>
                  <a:ea typeface="Arial"/>
                  <a:cs typeface="Arial"/>
                  <a:sym typeface="Arial"/>
                </a:rPr>
                <a:t>作業報告</a:t>
              </a:r>
              <a:endParaRPr/>
            </a:p>
            <a:p>
              <a:pPr indent="0" lvl="0" marL="0" marR="0" rtl="0" algn="l">
                <a:spcBef>
                  <a:spcPts val="600"/>
                </a:spcBef>
                <a:spcAft>
                  <a:spcPts val="0"/>
                </a:spcAft>
                <a:buNone/>
              </a:pPr>
              <a:r>
                <a:rPr lang="ja-JP" sz="1400">
                  <a:solidFill>
                    <a:schemeClr val="dk1"/>
                  </a:solidFill>
                  <a:latin typeface="Arial"/>
                  <a:ea typeface="Arial"/>
                  <a:cs typeface="Arial"/>
                  <a:sym typeface="Arial"/>
                </a:rPr>
                <a:t>月1回、保守作業報告会を開催し、保守作業報告書を提出いたします。</a:t>
              </a:r>
              <a:endParaRPr sz="1400">
                <a:solidFill>
                  <a:schemeClr val="dk1"/>
                </a:solidFill>
                <a:latin typeface="Arial"/>
                <a:ea typeface="Arial"/>
                <a:cs typeface="Arial"/>
                <a:sym typeface="Arial"/>
              </a:endParaRPr>
            </a:p>
          </p:txBody>
        </p:sp>
      </p:grpSp>
      <p:grpSp>
        <p:nvGrpSpPr>
          <p:cNvPr id="1879" name="Google Shape;1879;p42"/>
          <p:cNvGrpSpPr/>
          <p:nvPr/>
        </p:nvGrpSpPr>
        <p:grpSpPr>
          <a:xfrm>
            <a:off x="216000" y="1008000"/>
            <a:ext cx="2772000" cy="5328000"/>
            <a:chOff x="144000" y="1008000"/>
            <a:chExt cx="2772000" cy="5328000"/>
          </a:xfrm>
        </p:grpSpPr>
        <p:grpSp>
          <p:nvGrpSpPr>
            <p:cNvPr id="1880" name="Google Shape;1880;p42"/>
            <p:cNvGrpSpPr/>
            <p:nvPr/>
          </p:nvGrpSpPr>
          <p:grpSpPr>
            <a:xfrm>
              <a:off x="144000" y="1008000"/>
              <a:ext cx="2772000" cy="2808000"/>
              <a:chOff x="144000" y="1152000"/>
              <a:chExt cx="2772000" cy="2808000"/>
            </a:xfrm>
          </p:grpSpPr>
          <p:cxnSp>
            <p:nvCxnSpPr>
              <p:cNvPr id="1881" name="Google Shape;1881;p42"/>
              <p:cNvCxnSpPr/>
              <p:nvPr/>
            </p:nvCxnSpPr>
            <p:spPr>
              <a:xfrm>
                <a:off x="144000" y="1152000"/>
                <a:ext cx="0" cy="720000"/>
              </a:xfrm>
              <a:prstGeom prst="straightConnector1">
                <a:avLst/>
              </a:prstGeom>
              <a:noFill/>
              <a:ln cap="flat" cmpd="sng" w="38100">
                <a:solidFill>
                  <a:schemeClr val="accent1"/>
                </a:solidFill>
                <a:prstDash val="solid"/>
                <a:miter lim="800000"/>
                <a:headEnd len="sm" w="sm" type="none"/>
                <a:tailEnd len="sm" w="sm" type="none"/>
              </a:ln>
            </p:spPr>
          </p:cxnSp>
          <p:sp>
            <p:nvSpPr>
              <p:cNvPr id="1882" name="Google Shape;1882;p42"/>
              <p:cNvSpPr txBox="1"/>
              <p:nvPr/>
            </p:nvSpPr>
            <p:spPr>
              <a:xfrm>
                <a:off x="216000" y="1152000"/>
                <a:ext cx="2664000"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ja-JP" sz="1600">
                    <a:solidFill>
                      <a:srgbClr val="1E4E79"/>
                    </a:solidFill>
                    <a:latin typeface="Arial"/>
                    <a:ea typeface="Arial"/>
                    <a:cs typeface="Arial"/>
                    <a:sym typeface="Arial"/>
                  </a:rPr>
                  <a:t>対象範囲</a:t>
                </a:r>
                <a:endParaRPr b="1" sz="1600">
                  <a:solidFill>
                    <a:srgbClr val="1E4E79"/>
                  </a:solidFill>
                  <a:latin typeface="Arial"/>
                  <a:ea typeface="Arial"/>
                  <a:cs typeface="Arial"/>
                  <a:sym typeface="Arial"/>
                </a:endParaRPr>
              </a:p>
            </p:txBody>
          </p:sp>
          <p:sp>
            <p:nvSpPr>
              <p:cNvPr id="1883" name="Google Shape;1883;p42"/>
              <p:cNvSpPr txBox="1"/>
              <p:nvPr/>
            </p:nvSpPr>
            <p:spPr>
              <a:xfrm>
                <a:off x="216000" y="1512000"/>
                <a:ext cx="2700000" cy="2448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ja-JP" sz="1400">
                    <a:solidFill>
                      <a:schemeClr val="dk1"/>
                    </a:solidFill>
                    <a:latin typeface="Arial"/>
                    <a:ea typeface="Arial"/>
                    <a:cs typeface="Arial"/>
                    <a:sym typeface="Arial"/>
                  </a:rPr>
                  <a:t>千葉運転管理システム</a:t>
                </a:r>
                <a:endParaRPr b="1" sz="1400">
                  <a:solidFill>
                    <a:schemeClr val="dk1"/>
                  </a:solidFill>
                  <a:latin typeface="Arial"/>
                  <a:ea typeface="Arial"/>
                  <a:cs typeface="Arial"/>
                  <a:sym typeface="Arial"/>
                </a:endParaRPr>
              </a:p>
              <a:p>
                <a:pPr indent="-285750" lvl="0" marL="285750" marR="0" rtl="0" algn="l">
                  <a:spcBef>
                    <a:spcPts val="300"/>
                  </a:spcBef>
                  <a:spcAft>
                    <a:spcPts val="0"/>
                  </a:spcAft>
                  <a:buClr>
                    <a:schemeClr val="dk1"/>
                  </a:buClr>
                  <a:buSzPts val="1400"/>
                  <a:buFont typeface="Arial"/>
                  <a:buChar char="•"/>
                </a:pPr>
                <a:r>
                  <a:rPr lang="ja-JP" sz="1400">
                    <a:solidFill>
                      <a:schemeClr val="dk1"/>
                    </a:solidFill>
                    <a:latin typeface="Arial"/>
                    <a:ea typeface="Arial"/>
                    <a:cs typeface="Arial"/>
                    <a:sym typeface="Arial"/>
                  </a:rPr>
                  <a:t>クライアントアプリケーション</a:t>
                </a:r>
                <a:endParaRPr sz="1400">
                  <a:solidFill>
                    <a:schemeClr val="dk1"/>
                  </a:solidFill>
                  <a:latin typeface="Arial"/>
                  <a:ea typeface="Arial"/>
                  <a:cs typeface="Arial"/>
                  <a:sym typeface="Arial"/>
                </a:endParaRPr>
              </a:p>
              <a:p>
                <a:pPr indent="-285750" lvl="0" marL="285750" marR="0" rtl="0" algn="l">
                  <a:spcBef>
                    <a:spcPts val="300"/>
                  </a:spcBef>
                  <a:spcAft>
                    <a:spcPts val="0"/>
                  </a:spcAft>
                  <a:buClr>
                    <a:schemeClr val="dk1"/>
                  </a:buClr>
                  <a:buSzPts val="1400"/>
                  <a:buFont typeface="Arial"/>
                  <a:buChar char="•"/>
                </a:pPr>
                <a:r>
                  <a:rPr lang="ja-JP" sz="1400">
                    <a:solidFill>
                      <a:schemeClr val="dk1"/>
                    </a:solidFill>
                    <a:latin typeface="Arial"/>
                    <a:ea typeface="Arial"/>
                    <a:cs typeface="Arial"/>
                    <a:sym typeface="Arial"/>
                  </a:rPr>
                  <a:t>クライアントアプリケーション配布サイト</a:t>
                </a:r>
                <a:endParaRPr sz="1400">
                  <a:solidFill>
                    <a:schemeClr val="dk1"/>
                  </a:solidFill>
                  <a:latin typeface="Arial"/>
                  <a:ea typeface="Arial"/>
                  <a:cs typeface="Arial"/>
                  <a:sym typeface="Arial"/>
                </a:endParaRPr>
              </a:p>
              <a:p>
                <a:pPr indent="-285750" lvl="0" marL="285750" marR="0" rtl="0" algn="l">
                  <a:spcBef>
                    <a:spcPts val="300"/>
                  </a:spcBef>
                  <a:spcAft>
                    <a:spcPts val="0"/>
                  </a:spcAft>
                  <a:buClr>
                    <a:schemeClr val="dk1"/>
                  </a:buClr>
                  <a:buSzPts val="1400"/>
                  <a:buFont typeface="Arial"/>
                  <a:buChar char="•"/>
                </a:pPr>
                <a:r>
                  <a:rPr lang="ja-JP" sz="1400">
                    <a:solidFill>
                      <a:schemeClr val="dk1"/>
                    </a:solidFill>
                    <a:latin typeface="Arial"/>
                    <a:ea typeface="Arial"/>
                    <a:cs typeface="Arial"/>
                    <a:sym typeface="Arial"/>
                  </a:rPr>
                  <a:t>データベース（ミドルウェア除く）</a:t>
                </a:r>
                <a:endParaRPr sz="1400">
                  <a:solidFill>
                    <a:schemeClr val="dk1"/>
                  </a:solidFill>
                  <a:latin typeface="Arial"/>
                  <a:ea typeface="Arial"/>
                  <a:cs typeface="Arial"/>
                  <a:sym typeface="Arial"/>
                </a:endParaRPr>
              </a:p>
              <a:p>
                <a:pPr indent="-285750" lvl="0" marL="285750" marR="0" rtl="0" algn="l">
                  <a:spcBef>
                    <a:spcPts val="300"/>
                  </a:spcBef>
                  <a:spcAft>
                    <a:spcPts val="0"/>
                  </a:spcAft>
                  <a:buClr>
                    <a:schemeClr val="dk1"/>
                  </a:buClr>
                  <a:buSzPts val="1400"/>
                  <a:buFont typeface="Arial"/>
                  <a:buChar char="•"/>
                </a:pPr>
                <a:r>
                  <a:rPr lang="ja-JP" sz="1400">
                    <a:solidFill>
                      <a:schemeClr val="dk1"/>
                    </a:solidFill>
                    <a:latin typeface="Arial"/>
                    <a:ea typeface="Arial"/>
                    <a:cs typeface="Arial"/>
                    <a:sym typeface="Arial"/>
                  </a:rPr>
                  <a:t>バッチプログラム</a:t>
                </a:r>
                <a:endParaRPr sz="1400">
                  <a:solidFill>
                    <a:schemeClr val="dk1"/>
                  </a:solidFill>
                  <a:latin typeface="Arial"/>
                  <a:ea typeface="Arial"/>
                  <a:cs typeface="Arial"/>
                  <a:sym typeface="Arial"/>
                </a:endParaRPr>
              </a:p>
              <a:p>
                <a:pPr indent="-285750" lvl="0" marL="285750" marR="0" rtl="0" algn="l">
                  <a:spcBef>
                    <a:spcPts val="300"/>
                  </a:spcBef>
                  <a:spcAft>
                    <a:spcPts val="0"/>
                  </a:spcAft>
                  <a:buClr>
                    <a:schemeClr val="dk1"/>
                  </a:buClr>
                  <a:buSzPts val="1400"/>
                  <a:buFont typeface="Arial"/>
                  <a:buChar char="•"/>
                </a:pPr>
                <a:r>
                  <a:rPr lang="ja-JP" sz="1400">
                    <a:solidFill>
                      <a:schemeClr val="dk1"/>
                    </a:solidFill>
                    <a:latin typeface="Arial"/>
                    <a:ea typeface="Arial"/>
                    <a:cs typeface="Arial"/>
                    <a:sym typeface="Arial"/>
                  </a:rPr>
                  <a:t>バッチプログラム起動設定</a:t>
                </a:r>
                <a:endParaRPr/>
              </a:p>
            </p:txBody>
          </p:sp>
        </p:grpSp>
        <p:grpSp>
          <p:nvGrpSpPr>
            <p:cNvPr id="1884" name="Google Shape;1884;p42"/>
            <p:cNvGrpSpPr/>
            <p:nvPr/>
          </p:nvGrpSpPr>
          <p:grpSpPr>
            <a:xfrm>
              <a:off x="144000" y="3672000"/>
              <a:ext cx="2772000" cy="2664000"/>
              <a:chOff x="144000" y="3816000"/>
              <a:chExt cx="2772000" cy="2664000"/>
            </a:xfrm>
          </p:grpSpPr>
          <p:cxnSp>
            <p:nvCxnSpPr>
              <p:cNvPr id="1885" name="Google Shape;1885;p42"/>
              <p:cNvCxnSpPr/>
              <p:nvPr/>
            </p:nvCxnSpPr>
            <p:spPr>
              <a:xfrm>
                <a:off x="144000" y="3816000"/>
                <a:ext cx="0" cy="720000"/>
              </a:xfrm>
              <a:prstGeom prst="straightConnector1">
                <a:avLst/>
              </a:prstGeom>
              <a:noFill/>
              <a:ln cap="flat" cmpd="sng" w="38100">
                <a:solidFill>
                  <a:schemeClr val="accent1"/>
                </a:solidFill>
                <a:prstDash val="solid"/>
                <a:miter lim="800000"/>
                <a:headEnd len="sm" w="sm" type="none"/>
                <a:tailEnd len="sm" w="sm" type="none"/>
              </a:ln>
            </p:spPr>
          </p:cxnSp>
          <p:sp>
            <p:nvSpPr>
              <p:cNvPr id="1886" name="Google Shape;1886;p42"/>
              <p:cNvSpPr txBox="1"/>
              <p:nvPr/>
            </p:nvSpPr>
            <p:spPr>
              <a:xfrm>
                <a:off x="216000" y="3816000"/>
                <a:ext cx="2664000"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ja-JP" sz="1600">
                    <a:solidFill>
                      <a:srgbClr val="1E4E79"/>
                    </a:solidFill>
                    <a:latin typeface="Arial"/>
                    <a:ea typeface="Arial"/>
                    <a:cs typeface="Arial"/>
                    <a:sym typeface="Arial"/>
                  </a:rPr>
                  <a:t>保守体制</a:t>
                </a:r>
                <a:endParaRPr b="1" sz="1600">
                  <a:solidFill>
                    <a:srgbClr val="1E4E79"/>
                  </a:solidFill>
                  <a:latin typeface="Arial"/>
                  <a:ea typeface="Arial"/>
                  <a:cs typeface="Arial"/>
                  <a:sym typeface="Arial"/>
                </a:endParaRPr>
              </a:p>
            </p:txBody>
          </p:sp>
          <p:sp>
            <p:nvSpPr>
              <p:cNvPr id="1887" name="Google Shape;1887;p42"/>
              <p:cNvSpPr txBox="1"/>
              <p:nvPr/>
            </p:nvSpPr>
            <p:spPr>
              <a:xfrm>
                <a:off x="216000" y="4176000"/>
                <a:ext cx="2700000" cy="2304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ja-JP" sz="1400">
                    <a:solidFill>
                      <a:schemeClr val="dk1"/>
                    </a:solidFill>
                    <a:latin typeface="Arial"/>
                    <a:ea typeface="Arial"/>
                    <a:cs typeface="Arial"/>
                    <a:sym typeface="Arial"/>
                  </a:rPr>
                  <a:t>要員</a:t>
                </a:r>
                <a:endParaRPr b="1" sz="1400">
                  <a:solidFill>
                    <a:schemeClr val="dk1"/>
                  </a:solidFill>
                  <a:latin typeface="Arial"/>
                  <a:ea typeface="Arial"/>
                  <a:cs typeface="Arial"/>
                  <a:sym typeface="Arial"/>
                </a:endParaRPr>
              </a:p>
              <a:p>
                <a:pPr indent="0" lvl="0" marL="0" marR="0" rtl="0" algn="l">
                  <a:spcBef>
                    <a:spcPts val="600"/>
                  </a:spcBef>
                  <a:spcAft>
                    <a:spcPts val="0"/>
                  </a:spcAft>
                  <a:buNone/>
                </a:pPr>
                <a:r>
                  <a:rPr lang="ja-JP" sz="1400">
                    <a:solidFill>
                      <a:schemeClr val="dk1"/>
                    </a:solidFill>
                    <a:latin typeface="Arial"/>
                    <a:ea typeface="Arial"/>
                    <a:cs typeface="Arial"/>
                    <a:sym typeface="Arial"/>
                  </a:rPr>
                  <a:t>保守担当の要員としては、実作業者を2～3名配置致します。</a:t>
                </a:r>
                <a:endParaRPr sz="1400">
                  <a:solidFill>
                    <a:schemeClr val="dk1"/>
                  </a:solidFill>
                  <a:latin typeface="Arial"/>
                  <a:ea typeface="Arial"/>
                  <a:cs typeface="Arial"/>
                  <a:sym typeface="Arial"/>
                </a:endParaRPr>
              </a:p>
              <a:p>
                <a:pPr indent="0" lvl="0" marL="0" marR="0" rtl="0" algn="l">
                  <a:spcBef>
                    <a:spcPts val="600"/>
                  </a:spcBef>
                  <a:spcAft>
                    <a:spcPts val="0"/>
                  </a:spcAft>
                  <a:buNone/>
                </a:pPr>
                <a:r>
                  <a:rPr b="1" lang="ja-JP" sz="1400">
                    <a:solidFill>
                      <a:schemeClr val="dk1"/>
                    </a:solidFill>
                    <a:latin typeface="Arial"/>
                    <a:ea typeface="Arial"/>
                    <a:cs typeface="Arial"/>
                    <a:sym typeface="Arial"/>
                  </a:rPr>
                  <a:t>作業場所</a:t>
                </a:r>
                <a:endParaRPr b="1" sz="1400">
                  <a:solidFill>
                    <a:schemeClr val="dk1"/>
                  </a:solidFill>
                  <a:latin typeface="Arial"/>
                  <a:ea typeface="Arial"/>
                  <a:cs typeface="Arial"/>
                  <a:sym typeface="Arial"/>
                </a:endParaRPr>
              </a:p>
              <a:p>
                <a:pPr indent="0" lvl="0" marL="0" marR="0" rtl="0" algn="l">
                  <a:spcBef>
                    <a:spcPts val="600"/>
                  </a:spcBef>
                  <a:spcAft>
                    <a:spcPts val="0"/>
                  </a:spcAft>
                  <a:buNone/>
                </a:pPr>
                <a:r>
                  <a:rPr lang="ja-JP" sz="1400">
                    <a:solidFill>
                      <a:schemeClr val="dk1"/>
                    </a:solidFill>
                    <a:latin typeface="Arial"/>
                    <a:ea typeface="Arial"/>
                    <a:cs typeface="Arial"/>
                    <a:sym typeface="Arial"/>
                  </a:rPr>
                  <a:t>作業場所は弊社千葉オフィスとし必要に応じてリモート接続にて、貴社環境に接続し作業致します。</a:t>
                </a:r>
                <a:endParaRPr sz="1400">
                  <a:solidFill>
                    <a:schemeClr val="dk1"/>
                  </a:solidFill>
                  <a:latin typeface="Arial"/>
                  <a:ea typeface="Arial"/>
                  <a:cs typeface="Arial"/>
                  <a:sym typeface="Arial"/>
                </a:endParaRPr>
              </a:p>
              <a:p>
                <a:pPr indent="-285750" lvl="0" marL="285750" marR="0" rtl="0" algn="l">
                  <a:spcBef>
                    <a:spcPts val="600"/>
                  </a:spcBef>
                  <a:spcAft>
                    <a:spcPts val="0"/>
                  </a:spcAft>
                  <a:buClr>
                    <a:schemeClr val="dk1"/>
                  </a:buClr>
                  <a:buSzPts val="1400"/>
                  <a:buFont typeface="Arial"/>
                  <a:buChar char="※"/>
                </a:pPr>
                <a:r>
                  <a:rPr lang="ja-JP" sz="1400">
                    <a:solidFill>
                      <a:schemeClr val="dk1"/>
                    </a:solidFill>
                    <a:latin typeface="Arial"/>
                    <a:ea typeface="Arial"/>
                    <a:cs typeface="Arial"/>
                    <a:sym typeface="Arial"/>
                  </a:rPr>
                  <a:t>P.50にて体制図を示します。</a:t>
                </a:r>
                <a:endParaRPr/>
              </a:p>
            </p:txBody>
          </p:sp>
        </p:grpSp>
      </p:gr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1" name="Shape 1891"/>
        <p:cNvGrpSpPr/>
        <p:nvPr/>
      </p:nvGrpSpPr>
      <p:grpSpPr>
        <a:xfrm>
          <a:off x="0" y="0"/>
          <a:ext cx="0" cy="0"/>
          <a:chOff x="0" y="0"/>
          <a:chExt cx="0" cy="0"/>
        </a:xfrm>
      </p:grpSpPr>
      <p:sp>
        <p:nvSpPr>
          <p:cNvPr id="1892" name="Google Shape;1892;p43"/>
          <p:cNvSpPr txBox="1"/>
          <p:nvPr>
            <p:ph type="title"/>
          </p:nvPr>
        </p:nvSpPr>
        <p:spPr>
          <a:xfrm>
            <a:off x="144000" y="36000"/>
            <a:ext cx="8856000" cy="5760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3000"/>
              <a:buFont typeface="Arial"/>
              <a:buNone/>
            </a:pPr>
            <a:r>
              <a:rPr lang="ja-JP"/>
              <a:t>定期メンテナンスについて</a:t>
            </a:r>
            <a:endParaRPr/>
          </a:p>
        </p:txBody>
      </p:sp>
      <p:sp>
        <p:nvSpPr>
          <p:cNvPr id="1893" name="Google Shape;1893;p43"/>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ja-JP"/>
              <a:t>Copyright© 2020 SystemEXE,Inc. all rights reserved.</a:t>
            </a:r>
            <a:endParaRPr/>
          </a:p>
        </p:txBody>
      </p:sp>
      <p:sp>
        <p:nvSpPr>
          <p:cNvPr id="1894" name="Google Shape;1894;p43"/>
          <p:cNvSpPr txBox="1"/>
          <p:nvPr>
            <p:ph idx="12" type="sldNum"/>
          </p:nvPr>
        </p:nvSpPr>
        <p:spPr>
          <a:xfrm>
            <a:off x="4212000" y="6500068"/>
            <a:ext cx="720000" cy="288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ja-JP"/>
              <a:t>‹#›</a:t>
            </a:fld>
            <a:endParaRPr/>
          </a:p>
        </p:txBody>
      </p:sp>
      <p:sp>
        <p:nvSpPr>
          <p:cNvPr id="1895" name="Google Shape;1895;p43"/>
          <p:cNvSpPr txBox="1"/>
          <p:nvPr/>
        </p:nvSpPr>
        <p:spPr>
          <a:xfrm>
            <a:off x="144000" y="1080000"/>
            <a:ext cx="8856000" cy="540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システム構成により定期的なメンテナンス（再起動やデータのメンテナンスなど）が</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必要となる場合がございます。</a:t>
            </a:r>
            <a:endParaRPr sz="1400">
              <a:solidFill>
                <a:schemeClr val="dk1"/>
              </a:solidFill>
              <a:latin typeface="Arial"/>
              <a:ea typeface="Arial"/>
              <a:cs typeface="Arial"/>
              <a:sym typeface="Arial"/>
            </a:endParaRPr>
          </a:p>
          <a:p>
            <a:pPr indent="0" lvl="0" marL="0" marR="0" rtl="0" algn="ctr">
              <a:spcBef>
                <a:spcPts val="0"/>
              </a:spcBef>
              <a:spcAft>
                <a:spcPts val="0"/>
              </a:spcAft>
              <a:buNone/>
            </a:pPr>
            <a:r>
              <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その場合、定期メンテナンス日を決め、</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システムの停止が必要となるメンテナンスが発生する場合には、</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定期メンテナンス日に実施することとします。</a:t>
            </a:r>
            <a:endParaRPr sz="1400">
              <a:solidFill>
                <a:schemeClr val="dk1"/>
              </a:solidFill>
              <a:latin typeface="Arial"/>
              <a:ea typeface="Arial"/>
              <a:cs typeface="Arial"/>
              <a:sym typeface="Arial"/>
            </a:endParaRPr>
          </a:p>
        </p:txBody>
      </p:sp>
      <p:grpSp>
        <p:nvGrpSpPr>
          <p:cNvPr id="1896" name="Google Shape;1896;p43"/>
          <p:cNvGrpSpPr/>
          <p:nvPr/>
        </p:nvGrpSpPr>
        <p:grpSpPr>
          <a:xfrm>
            <a:off x="1440000" y="2880000"/>
            <a:ext cx="6264000" cy="2664000"/>
            <a:chOff x="1440000" y="3024000"/>
            <a:chExt cx="6264000" cy="2664000"/>
          </a:xfrm>
        </p:grpSpPr>
        <p:sp>
          <p:nvSpPr>
            <p:cNvPr id="1897" name="Google Shape;1897;p43"/>
            <p:cNvSpPr/>
            <p:nvPr/>
          </p:nvSpPr>
          <p:spPr>
            <a:xfrm>
              <a:off x="1440000" y="3024000"/>
              <a:ext cx="432000" cy="432000"/>
            </a:xfrm>
            <a:prstGeom prst="ellipse">
              <a:avLst/>
            </a:prstGeom>
            <a:solidFill>
              <a:schemeClr val="accent2"/>
            </a:solidFill>
            <a:ln cap="flat" cmpd="sng" w="76200">
              <a:solidFill>
                <a:srgbClr val="EDEDE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1</a:t>
              </a:r>
              <a:endParaRPr b="1" sz="1400">
                <a:solidFill>
                  <a:schemeClr val="lt1"/>
                </a:solidFill>
                <a:latin typeface="Arial"/>
                <a:ea typeface="Arial"/>
                <a:cs typeface="Arial"/>
                <a:sym typeface="Arial"/>
              </a:endParaRPr>
            </a:p>
          </p:txBody>
        </p:sp>
        <p:sp>
          <p:nvSpPr>
            <p:cNvPr id="1898" name="Google Shape;1898;p43"/>
            <p:cNvSpPr/>
            <p:nvPr/>
          </p:nvSpPr>
          <p:spPr>
            <a:xfrm>
              <a:off x="1944000" y="3024000"/>
              <a:ext cx="5760000" cy="432000"/>
            </a:xfrm>
            <a:prstGeom prst="rect">
              <a:avLst/>
            </a:prstGeom>
            <a:noFill/>
            <a:ln cap="flat" cmpd="sng" w="190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ja-JP" sz="1400">
                  <a:solidFill>
                    <a:srgbClr val="1E4E79"/>
                  </a:solidFill>
                  <a:latin typeface="Arial"/>
                  <a:ea typeface="Arial"/>
                  <a:cs typeface="Arial"/>
                  <a:sym typeface="Arial"/>
                </a:rPr>
                <a:t>定期メンテナンス日の設定</a:t>
              </a:r>
              <a:endParaRPr b="1" sz="1400">
                <a:solidFill>
                  <a:srgbClr val="1E4E79"/>
                </a:solidFill>
                <a:latin typeface="Arial"/>
                <a:ea typeface="Arial"/>
                <a:cs typeface="Arial"/>
                <a:sym typeface="Arial"/>
              </a:endParaRPr>
            </a:p>
          </p:txBody>
        </p:sp>
        <p:sp>
          <p:nvSpPr>
            <p:cNvPr id="1899" name="Google Shape;1899;p43"/>
            <p:cNvSpPr/>
            <p:nvPr/>
          </p:nvSpPr>
          <p:spPr>
            <a:xfrm>
              <a:off x="1440000" y="4464000"/>
              <a:ext cx="432000" cy="432000"/>
            </a:xfrm>
            <a:prstGeom prst="ellipse">
              <a:avLst/>
            </a:prstGeom>
            <a:solidFill>
              <a:schemeClr val="accent4"/>
            </a:solidFill>
            <a:ln cap="flat" cmpd="sng" w="76200">
              <a:solidFill>
                <a:srgbClr val="EDEDE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2</a:t>
              </a:r>
              <a:endParaRPr b="1" sz="1400">
                <a:solidFill>
                  <a:schemeClr val="lt1"/>
                </a:solidFill>
                <a:latin typeface="Arial"/>
                <a:ea typeface="Arial"/>
                <a:cs typeface="Arial"/>
                <a:sym typeface="Arial"/>
              </a:endParaRPr>
            </a:p>
          </p:txBody>
        </p:sp>
        <p:sp>
          <p:nvSpPr>
            <p:cNvPr id="1900" name="Google Shape;1900;p43"/>
            <p:cNvSpPr/>
            <p:nvPr/>
          </p:nvSpPr>
          <p:spPr>
            <a:xfrm>
              <a:off x="1944000" y="4464000"/>
              <a:ext cx="5760000" cy="432000"/>
            </a:xfrm>
            <a:prstGeom prst="rect">
              <a:avLst/>
            </a:prstGeom>
            <a:noFill/>
            <a:ln cap="flat" cmpd="sng" w="190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ja-JP" sz="1400">
                  <a:solidFill>
                    <a:srgbClr val="1E4E79"/>
                  </a:solidFill>
                  <a:latin typeface="Arial"/>
                  <a:ea typeface="Arial"/>
                  <a:cs typeface="Arial"/>
                  <a:sym typeface="Arial"/>
                </a:rPr>
                <a:t>定期メンテナンス日にメンテナンスを実施</a:t>
              </a:r>
              <a:endParaRPr sz="1400">
                <a:solidFill>
                  <a:srgbClr val="1E4E79"/>
                </a:solidFill>
                <a:latin typeface="Arial"/>
                <a:ea typeface="Arial"/>
                <a:cs typeface="Arial"/>
                <a:sym typeface="Arial"/>
              </a:endParaRPr>
            </a:p>
          </p:txBody>
        </p:sp>
        <p:sp>
          <p:nvSpPr>
            <p:cNvPr id="1901" name="Google Shape;1901;p43"/>
            <p:cNvSpPr/>
            <p:nvPr/>
          </p:nvSpPr>
          <p:spPr>
            <a:xfrm>
              <a:off x="1944000" y="3456000"/>
              <a:ext cx="5760000" cy="792000"/>
            </a:xfrm>
            <a:prstGeom prst="rect">
              <a:avLst/>
            </a:prstGeom>
            <a:noFill/>
            <a:ln cap="flat" cmpd="sng" w="19050">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月１回程度の定期メンテナンス日を設定することで、利用者にシステムが停止するスケジュールを認識を持って頂きます。定期メンテナンス日は、貴社のご都合に合わせて決定いたします。</a:t>
              </a:r>
              <a:endParaRPr sz="1400">
                <a:solidFill>
                  <a:schemeClr val="dk1"/>
                </a:solidFill>
                <a:latin typeface="Arial"/>
                <a:ea typeface="Arial"/>
                <a:cs typeface="Arial"/>
                <a:sym typeface="Arial"/>
              </a:endParaRPr>
            </a:p>
          </p:txBody>
        </p:sp>
        <p:sp>
          <p:nvSpPr>
            <p:cNvPr id="1902" name="Google Shape;1902;p43"/>
            <p:cNvSpPr/>
            <p:nvPr/>
          </p:nvSpPr>
          <p:spPr>
            <a:xfrm>
              <a:off x="1944000" y="4896000"/>
              <a:ext cx="5760000" cy="792000"/>
            </a:xfrm>
            <a:prstGeom prst="rect">
              <a:avLst/>
            </a:prstGeom>
            <a:noFill/>
            <a:ln cap="flat" cmpd="sng" w="19050">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システム停止を伴うメンテナンスは、可能な限り定期メンテナンス日に実施することで、利用者への業務影響を少なくします。定期メンテナンス日におけるメンテナンス作業は土曜日または日曜日でも対応可能です。</a:t>
              </a:r>
              <a:endParaRPr sz="1400">
                <a:solidFill>
                  <a:schemeClr val="dk1"/>
                </a:solidFill>
                <a:latin typeface="Arial"/>
                <a:ea typeface="Arial"/>
                <a:cs typeface="Arial"/>
                <a:sym typeface="Arial"/>
              </a:endParaRPr>
            </a:p>
          </p:txBody>
        </p:sp>
      </p:gr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6" name="Shape 1906"/>
        <p:cNvGrpSpPr/>
        <p:nvPr/>
      </p:nvGrpSpPr>
      <p:grpSpPr>
        <a:xfrm>
          <a:off x="0" y="0"/>
          <a:ext cx="0" cy="0"/>
          <a:chOff x="0" y="0"/>
          <a:chExt cx="0" cy="0"/>
        </a:xfrm>
      </p:grpSpPr>
      <p:sp>
        <p:nvSpPr>
          <p:cNvPr id="1907" name="Google Shape;1907;p44"/>
          <p:cNvSpPr txBox="1"/>
          <p:nvPr>
            <p:ph type="title"/>
          </p:nvPr>
        </p:nvSpPr>
        <p:spPr>
          <a:xfrm>
            <a:off x="144000" y="36000"/>
            <a:ext cx="8856000" cy="5760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3000"/>
              <a:buFont typeface="Arial"/>
              <a:buNone/>
            </a:pPr>
            <a:r>
              <a:rPr lang="ja-JP"/>
              <a:t>成果物</a:t>
            </a:r>
            <a:endParaRPr/>
          </a:p>
        </p:txBody>
      </p:sp>
      <p:sp>
        <p:nvSpPr>
          <p:cNvPr id="1908" name="Google Shape;1908;p44"/>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ja-JP"/>
              <a:t>Copyright© 2020 SystemEXE,Inc. all rights reserved.</a:t>
            </a:r>
            <a:endParaRPr/>
          </a:p>
        </p:txBody>
      </p:sp>
      <p:sp>
        <p:nvSpPr>
          <p:cNvPr id="1909" name="Google Shape;1909;p44"/>
          <p:cNvSpPr txBox="1"/>
          <p:nvPr>
            <p:ph idx="12" type="sldNum"/>
          </p:nvPr>
        </p:nvSpPr>
        <p:spPr>
          <a:xfrm>
            <a:off x="4212000" y="6500068"/>
            <a:ext cx="720000" cy="288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ja-JP"/>
              <a:t>‹#›</a:t>
            </a:fld>
            <a:endParaRPr/>
          </a:p>
        </p:txBody>
      </p:sp>
      <p:graphicFrame>
        <p:nvGraphicFramePr>
          <p:cNvPr id="1910" name="Google Shape;1910;p44"/>
          <p:cNvGraphicFramePr/>
          <p:nvPr/>
        </p:nvGraphicFramePr>
        <p:xfrm>
          <a:off x="144000" y="864001"/>
          <a:ext cx="3000000" cy="3000000"/>
        </p:xfrm>
        <a:graphic>
          <a:graphicData uri="http://schemas.openxmlformats.org/drawingml/2006/table">
            <a:tbl>
              <a:tblPr firstRow="1">
                <a:noFill/>
                <a:tableStyleId>{323E3909-D12D-49F2-A0F7-1776A2868E15}</a:tableStyleId>
              </a:tblPr>
              <a:tblGrid>
                <a:gridCol w="1880750"/>
                <a:gridCol w="6975250"/>
              </a:tblGrid>
              <a:tr h="300425">
                <a:tc>
                  <a:txBody>
                    <a:bodyPr/>
                    <a:lstStyle/>
                    <a:p>
                      <a:pPr indent="0" lvl="0" marL="0" marR="0" rtl="0" algn="ctr">
                        <a:spcBef>
                          <a:spcPts val="0"/>
                        </a:spcBef>
                        <a:spcAft>
                          <a:spcPts val="0"/>
                        </a:spcAft>
                        <a:buNone/>
                      </a:pPr>
                      <a:r>
                        <a:rPr lang="ja-JP" sz="1400">
                          <a:latin typeface="Arial"/>
                          <a:ea typeface="Arial"/>
                          <a:cs typeface="Arial"/>
                          <a:sym typeface="Arial"/>
                        </a:rPr>
                        <a:t>工程</a:t>
                      </a:r>
                      <a:endParaRPr/>
                    </a:p>
                  </a:txBody>
                  <a:tcPr marT="45725" marB="45725" marR="72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c>
                  <a:txBody>
                    <a:bodyPr/>
                    <a:lstStyle/>
                    <a:p>
                      <a:pPr indent="0" lvl="0" marL="0" marR="0" rtl="0" algn="ctr">
                        <a:spcBef>
                          <a:spcPts val="0"/>
                        </a:spcBef>
                        <a:spcAft>
                          <a:spcPts val="0"/>
                        </a:spcAft>
                        <a:buNone/>
                      </a:pPr>
                      <a:r>
                        <a:rPr lang="ja-JP" sz="1400">
                          <a:latin typeface="Arial"/>
                          <a:ea typeface="Arial"/>
                          <a:cs typeface="Arial"/>
                          <a:sym typeface="Arial"/>
                        </a:rPr>
                        <a:t>成果物</a:t>
                      </a:r>
                      <a:endParaRPr/>
                    </a:p>
                  </a:txBody>
                  <a:tcPr marT="45725" marB="45725" marR="72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r>
              <a:tr h="737100">
                <a:tc>
                  <a:txBody>
                    <a:bodyPr/>
                    <a:lstStyle/>
                    <a:p>
                      <a:pPr indent="0" lvl="0" marL="0" marR="0" rtl="0" algn="l">
                        <a:spcBef>
                          <a:spcPts val="0"/>
                        </a:spcBef>
                        <a:spcAft>
                          <a:spcPts val="0"/>
                        </a:spcAft>
                        <a:buNone/>
                      </a:pPr>
                      <a:r>
                        <a:rPr b="0" lang="ja-JP" sz="1400">
                          <a:latin typeface="Arial"/>
                          <a:ea typeface="Arial"/>
                          <a:cs typeface="Arial"/>
                          <a:sym typeface="Arial"/>
                        </a:rPr>
                        <a:t>システム方式設計 (SA) </a:t>
                      </a:r>
                      <a:endParaRPr/>
                    </a:p>
                  </a:txBody>
                  <a:tcPr marT="36000" marB="36000"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2F2F2"/>
                    </a:solidFill>
                  </a:tcPr>
                </a:tc>
                <a:tc>
                  <a:txBody>
                    <a:bodyPr/>
                    <a:lstStyle/>
                    <a:p>
                      <a:pPr indent="0" lvl="0" marL="0" marR="0" rtl="0" algn="l">
                        <a:lnSpc>
                          <a:spcPct val="100000"/>
                        </a:lnSpc>
                        <a:spcBef>
                          <a:spcPts val="0"/>
                        </a:spcBef>
                        <a:spcAft>
                          <a:spcPts val="0"/>
                        </a:spcAft>
                        <a:buClr>
                          <a:schemeClr val="dk1"/>
                        </a:buClr>
                        <a:buSzPts val="1400"/>
                        <a:buFont typeface="Arial"/>
                        <a:buNone/>
                      </a:pPr>
                      <a:r>
                        <a:rPr lang="ja-JP" sz="1400">
                          <a:latin typeface="Arial"/>
                          <a:ea typeface="Arial"/>
                          <a:cs typeface="Arial"/>
                          <a:sym typeface="Arial"/>
                        </a:rPr>
                        <a:t>SA-01:要求仕様書、SA-09:画面一覧、SA-10:帳票一覧、SA-11:外部システムインターフェース概要、SA-25:性能／容量要件定義書、SA-27:信頼性要件定義書、SA-32:運用／保守要件定義書、SA-33:セキュリティ要件定義書、SA-15:移行要件定義書</a:t>
                      </a:r>
                      <a:endParaRPr sz="1400">
                        <a:latin typeface="Arial"/>
                        <a:ea typeface="Arial"/>
                        <a:cs typeface="Arial"/>
                        <a:sym typeface="Arial"/>
                      </a:endParaRPr>
                    </a:p>
                  </a:txBody>
                  <a:tcPr marT="36000" marB="36000" marR="72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r>
              <a:tr h="1399675">
                <a:tc>
                  <a:txBody>
                    <a:bodyPr/>
                    <a:lstStyle/>
                    <a:p>
                      <a:pPr indent="0" lvl="0" marL="0" marR="0" rtl="0" algn="l">
                        <a:spcBef>
                          <a:spcPts val="0"/>
                        </a:spcBef>
                        <a:spcAft>
                          <a:spcPts val="0"/>
                        </a:spcAft>
                        <a:buNone/>
                      </a:pPr>
                      <a:r>
                        <a:rPr b="0" lang="ja-JP" sz="1400">
                          <a:latin typeface="Arial"/>
                          <a:ea typeface="Arial"/>
                          <a:cs typeface="Arial"/>
                          <a:sym typeface="Arial"/>
                        </a:rPr>
                        <a:t>ユーザインタフェース設計 (UI)</a:t>
                      </a:r>
                      <a:endParaRPr b="0" sz="1400">
                        <a:latin typeface="Arial"/>
                        <a:ea typeface="Arial"/>
                        <a:cs typeface="Arial"/>
                        <a:sym typeface="Arial"/>
                      </a:endParaRPr>
                    </a:p>
                  </a:txBody>
                  <a:tcPr marT="36000" marB="36000"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2F2F2"/>
                    </a:solidFill>
                  </a:tcPr>
                </a:tc>
                <a:tc>
                  <a:txBody>
                    <a:bodyPr/>
                    <a:lstStyle/>
                    <a:p>
                      <a:pPr indent="0" lvl="0" marL="0" marR="0" rtl="0" algn="l">
                        <a:lnSpc>
                          <a:spcPct val="100000"/>
                        </a:lnSpc>
                        <a:spcBef>
                          <a:spcPts val="0"/>
                        </a:spcBef>
                        <a:spcAft>
                          <a:spcPts val="0"/>
                        </a:spcAft>
                        <a:buClr>
                          <a:schemeClr val="dk1"/>
                        </a:buClr>
                        <a:buSzPts val="1400"/>
                        <a:buFont typeface="Arial"/>
                        <a:buNone/>
                      </a:pPr>
                      <a:r>
                        <a:rPr lang="ja-JP" sz="1400">
                          <a:latin typeface="Arial"/>
                          <a:ea typeface="Arial"/>
                          <a:cs typeface="Arial"/>
                          <a:sym typeface="Arial"/>
                        </a:rPr>
                        <a:t>UI-04:画面項目チェック編集仕様、UI-05:帳票項目編集仕様、UI-08:CRUD表（プロセス／テーブルマトリクス）、UI-09:画面仕様書(画面イベント定義／画面遷移図／画面レイアウト／画面項目定義)、UI-12:帳票仕様(帳票レイアウト／帳票項目定義)、UI-14:外部システムインターフェース一覧、UI-15:外部システムインターフェース定義、UI-22:業務コード定義、UI-23 業務メッセージ定義、UI-24:共通機能一覧、UI-25:共通プログラム機能定義、UI-28:全体テスト計画</a:t>
                      </a:r>
                      <a:endParaRPr/>
                    </a:p>
                  </a:txBody>
                  <a:tcPr marT="36000" marB="36000" marR="72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r>
              <a:tr h="737100">
                <a:tc>
                  <a:txBody>
                    <a:bodyPr/>
                    <a:lstStyle/>
                    <a:p>
                      <a:pPr indent="0" lvl="0" marL="0" marR="0" rtl="0" algn="l">
                        <a:spcBef>
                          <a:spcPts val="0"/>
                        </a:spcBef>
                        <a:spcAft>
                          <a:spcPts val="0"/>
                        </a:spcAft>
                        <a:buNone/>
                      </a:pPr>
                      <a:r>
                        <a:rPr b="0" lang="ja-JP" sz="1400">
                          <a:latin typeface="Arial"/>
                          <a:ea typeface="Arial"/>
                          <a:cs typeface="Arial"/>
                          <a:sym typeface="Arial"/>
                        </a:rPr>
                        <a:t>システム構造設計 (SS)</a:t>
                      </a:r>
                      <a:endParaRPr b="0" sz="1400">
                        <a:latin typeface="Arial"/>
                        <a:ea typeface="Arial"/>
                        <a:cs typeface="Arial"/>
                        <a:sym typeface="Arial"/>
                      </a:endParaRPr>
                    </a:p>
                  </a:txBody>
                  <a:tcPr marT="36000" marB="36000"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2F2F2"/>
                    </a:solidFill>
                  </a:tcPr>
                </a:tc>
                <a:tc>
                  <a:txBody>
                    <a:bodyPr/>
                    <a:lstStyle/>
                    <a:p>
                      <a:pPr indent="0" lvl="0" marL="0" marR="0" rtl="0" algn="l">
                        <a:lnSpc>
                          <a:spcPct val="100000"/>
                        </a:lnSpc>
                        <a:spcBef>
                          <a:spcPts val="0"/>
                        </a:spcBef>
                        <a:spcAft>
                          <a:spcPts val="0"/>
                        </a:spcAft>
                        <a:buClr>
                          <a:schemeClr val="dk1"/>
                        </a:buClr>
                        <a:buSzPts val="1400"/>
                        <a:buFont typeface="Arial"/>
                        <a:buNone/>
                      </a:pPr>
                      <a:r>
                        <a:rPr lang="ja-JP" sz="1400">
                          <a:latin typeface="Arial"/>
                          <a:ea typeface="Arial"/>
                          <a:cs typeface="Arial"/>
                          <a:sym typeface="Arial"/>
                        </a:rPr>
                        <a:t>SS-01:プログラム一覧、SS-03 プログラム機能定義（プロセス毎）、SS-14:ジョブネット一覧、SS-16:共通プログラム機能詳細定義、SS-20:結合テスト計画書、SS-17:システムテスト計画書、SS-19:アプリケーション運用設計書</a:t>
                      </a:r>
                      <a:endParaRPr/>
                    </a:p>
                  </a:txBody>
                  <a:tcPr marT="36000" marB="36000" marR="72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r>
              <a:tr h="516250">
                <a:tc>
                  <a:txBody>
                    <a:bodyPr/>
                    <a:lstStyle/>
                    <a:p>
                      <a:pPr indent="0" lvl="0" marL="0" marR="0" rtl="0" algn="l">
                        <a:spcBef>
                          <a:spcPts val="0"/>
                        </a:spcBef>
                        <a:spcAft>
                          <a:spcPts val="0"/>
                        </a:spcAft>
                        <a:buNone/>
                      </a:pPr>
                      <a:r>
                        <a:rPr b="0" lang="ja-JP" sz="1400">
                          <a:latin typeface="Arial"/>
                          <a:ea typeface="Arial"/>
                          <a:cs typeface="Arial"/>
                          <a:sym typeface="Arial"/>
                        </a:rPr>
                        <a:t>プログラミング(PS/PG/PT)</a:t>
                      </a:r>
                      <a:endParaRPr/>
                    </a:p>
                  </a:txBody>
                  <a:tcPr marT="36000" marB="36000"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ja-JP" sz="1400">
                          <a:latin typeface="Arial"/>
                          <a:ea typeface="Arial"/>
                          <a:cs typeface="Arial"/>
                          <a:sym typeface="Arial"/>
                        </a:rPr>
                        <a:t>プログラムソース、PG-01:プログラムテスト結果報告書（プロセス毎）、</a:t>
                      </a:r>
                      <a:endParaRPr sz="1400">
                        <a:latin typeface="Arial"/>
                        <a:ea typeface="Arial"/>
                        <a:cs typeface="Arial"/>
                        <a:sym typeface="Arial"/>
                      </a:endParaRPr>
                    </a:p>
                    <a:p>
                      <a:pPr indent="0" lvl="0" marL="0" marR="0" rtl="0" algn="l">
                        <a:spcBef>
                          <a:spcPts val="0"/>
                        </a:spcBef>
                        <a:spcAft>
                          <a:spcPts val="0"/>
                        </a:spcAft>
                        <a:buNone/>
                      </a:pPr>
                      <a:r>
                        <a:rPr lang="ja-JP" sz="1400">
                          <a:latin typeface="Arial"/>
                          <a:ea typeface="Arial"/>
                          <a:cs typeface="Arial"/>
                          <a:sym typeface="Arial"/>
                        </a:rPr>
                        <a:t>PS-03 SQL仕様（KeySQL帳票）</a:t>
                      </a:r>
                      <a:endParaRPr sz="1400">
                        <a:latin typeface="Arial"/>
                        <a:ea typeface="Arial"/>
                        <a:cs typeface="Arial"/>
                        <a:sym typeface="Arial"/>
                      </a:endParaRPr>
                    </a:p>
                  </a:txBody>
                  <a:tcPr marT="36000" marB="36000" marR="72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r>
              <a:tr h="295400">
                <a:tc>
                  <a:txBody>
                    <a:bodyPr/>
                    <a:lstStyle/>
                    <a:p>
                      <a:pPr indent="0" lvl="0" marL="0" marR="0" rtl="0" algn="l">
                        <a:spcBef>
                          <a:spcPts val="0"/>
                        </a:spcBef>
                        <a:spcAft>
                          <a:spcPts val="0"/>
                        </a:spcAft>
                        <a:buNone/>
                      </a:pPr>
                      <a:r>
                        <a:rPr b="0" lang="ja-JP" sz="1400">
                          <a:latin typeface="Arial"/>
                          <a:ea typeface="Arial"/>
                          <a:cs typeface="Arial"/>
                          <a:sym typeface="Arial"/>
                        </a:rPr>
                        <a:t>結合テスト (IT)</a:t>
                      </a:r>
                      <a:endParaRPr b="0" sz="1400">
                        <a:latin typeface="Arial"/>
                        <a:ea typeface="Arial"/>
                        <a:cs typeface="Arial"/>
                        <a:sym typeface="Arial"/>
                      </a:endParaRPr>
                    </a:p>
                  </a:txBody>
                  <a:tcPr marT="36000" marB="36000"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2F2F2"/>
                    </a:solidFill>
                  </a:tcPr>
                </a:tc>
                <a:tc>
                  <a:txBody>
                    <a:bodyPr/>
                    <a:lstStyle/>
                    <a:p>
                      <a:pPr indent="0" lvl="0" marL="0" marR="0" rtl="0" algn="l">
                        <a:lnSpc>
                          <a:spcPct val="100000"/>
                        </a:lnSpc>
                        <a:spcBef>
                          <a:spcPts val="0"/>
                        </a:spcBef>
                        <a:spcAft>
                          <a:spcPts val="0"/>
                        </a:spcAft>
                        <a:buClr>
                          <a:schemeClr val="dk1"/>
                        </a:buClr>
                        <a:buSzPts val="1400"/>
                        <a:buFont typeface="Arial"/>
                        <a:buNone/>
                      </a:pPr>
                      <a:r>
                        <a:rPr lang="ja-JP" sz="1400">
                          <a:latin typeface="Arial"/>
                          <a:ea typeface="Arial"/>
                          <a:cs typeface="Arial"/>
                          <a:sym typeface="Arial"/>
                        </a:rPr>
                        <a:t>PT-01:結合テスト仕様書兼成績書（プロセス毎）、IT-02:利用者マニュアル、IT-03:不具合一覧</a:t>
                      </a:r>
                      <a:endParaRPr sz="1400">
                        <a:latin typeface="Arial"/>
                        <a:ea typeface="Arial"/>
                        <a:cs typeface="Arial"/>
                        <a:sym typeface="Arial"/>
                      </a:endParaRPr>
                    </a:p>
                  </a:txBody>
                  <a:tcPr marT="36000" marB="36000" marR="72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r>
              <a:tr h="295400">
                <a:tc>
                  <a:txBody>
                    <a:bodyPr/>
                    <a:lstStyle/>
                    <a:p>
                      <a:pPr indent="0" lvl="0" marL="0" marR="0" rtl="0" algn="l">
                        <a:spcBef>
                          <a:spcPts val="0"/>
                        </a:spcBef>
                        <a:spcAft>
                          <a:spcPts val="0"/>
                        </a:spcAft>
                        <a:buNone/>
                      </a:pPr>
                      <a:r>
                        <a:rPr b="0" lang="ja-JP" sz="1400">
                          <a:latin typeface="Arial"/>
                          <a:ea typeface="Arial"/>
                          <a:cs typeface="Arial"/>
                          <a:sym typeface="Arial"/>
                        </a:rPr>
                        <a:t>システムテスト (ST)</a:t>
                      </a:r>
                      <a:endParaRPr b="0" sz="1400">
                        <a:latin typeface="Arial"/>
                        <a:ea typeface="Arial"/>
                        <a:cs typeface="Arial"/>
                        <a:sym typeface="Arial"/>
                      </a:endParaRPr>
                    </a:p>
                  </a:txBody>
                  <a:tcPr marT="36000" marB="36000"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2F2F2"/>
                    </a:solidFill>
                  </a:tcPr>
                </a:tc>
                <a:tc>
                  <a:txBody>
                    <a:bodyPr/>
                    <a:lstStyle/>
                    <a:p>
                      <a:pPr indent="0" lvl="0" marL="0" marR="0" rtl="0" algn="l">
                        <a:lnSpc>
                          <a:spcPct val="100000"/>
                        </a:lnSpc>
                        <a:spcBef>
                          <a:spcPts val="0"/>
                        </a:spcBef>
                        <a:spcAft>
                          <a:spcPts val="0"/>
                        </a:spcAft>
                        <a:buClr>
                          <a:schemeClr val="dk1"/>
                        </a:buClr>
                        <a:buSzPts val="1400"/>
                        <a:buFont typeface="Arial"/>
                        <a:buNone/>
                      </a:pPr>
                      <a:r>
                        <a:rPr lang="ja-JP" sz="1400">
                          <a:latin typeface="Arial"/>
                          <a:ea typeface="Arial"/>
                          <a:cs typeface="Arial"/>
                          <a:sym typeface="Arial"/>
                        </a:rPr>
                        <a:t>IT-01:システムテスト仕様書兼成績書、ST-02:不具合一覧</a:t>
                      </a:r>
                      <a:endParaRPr/>
                    </a:p>
                  </a:txBody>
                  <a:tcPr marT="36000" marB="36000" marR="72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r>
              <a:tr h="295400">
                <a:tc>
                  <a:txBody>
                    <a:bodyPr/>
                    <a:lstStyle/>
                    <a:p>
                      <a:pPr indent="0" lvl="0" marL="0" marR="0" rtl="0" algn="l">
                        <a:spcBef>
                          <a:spcPts val="0"/>
                        </a:spcBef>
                        <a:spcAft>
                          <a:spcPts val="0"/>
                        </a:spcAft>
                        <a:buNone/>
                      </a:pPr>
                      <a:r>
                        <a:rPr b="0" lang="ja-JP" sz="1400">
                          <a:latin typeface="Arial"/>
                          <a:ea typeface="Arial"/>
                          <a:cs typeface="Arial"/>
                          <a:sym typeface="Arial"/>
                        </a:rPr>
                        <a:t>運用テスト (OT)</a:t>
                      </a:r>
                      <a:endParaRPr b="0" sz="1400">
                        <a:latin typeface="Arial"/>
                        <a:ea typeface="Arial"/>
                        <a:cs typeface="Arial"/>
                        <a:sym typeface="Arial"/>
                      </a:endParaRPr>
                    </a:p>
                  </a:txBody>
                  <a:tcPr marT="36000" marB="36000"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2F2F2"/>
                    </a:solidFill>
                  </a:tcPr>
                </a:tc>
                <a:tc>
                  <a:txBody>
                    <a:bodyPr/>
                    <a:lstStyle/>
                    <a:p>
                      <a:pPr indent="0" lvl="0" marL="0" marR="0" rtl="0" algn="l">
                        <a:lnSpc>
                          <a:spcPct val="100000"/>
                        </a:lnSpc>
                        <a:spcBef>
                          <a:spcPts val="0"/>
                        </a:spcBef>
                        <a:spcAft>
                          <a:spcPts val="0"/>
                        </a:spcAft>
                        <a:buClr>
                          <a:schemeClr val="dk1"/>
                        </a:buClr>
                        <a:buSzPts val="1400"/>
                        <a:buFont typeface="Arial"/>
                        <a:buNone/>
                      </a:pPr>
                      <a:r>
                        <a:rPr lang="ja-JP" sz="1400">
                          <a:latin typeface="Arial"/>
                          <a:ea typeface="Arial"/>
                          <a:cs typeface="Arial"/>
                          <a:sym typeface="Arial"/>
                        </a:rPr>
                        <a:t>運用テスト問合せ一覧</a:t>
                      </a:r>
                      <a:endParaRPr/>
                    </a:p>
                  </a:txBody>
                  <a:tcPr marT="36000" marB="36000" marR="72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r>
              <a:tr h="295400">
                <a:tc>
                  <a:txBody>
                    <a:bodyPr/>
                    <a:lstStyle/>
                    <a:p>
                      <a:pPr indent="0" lvl="0" marL="0" marR="0" rtl="0" algn="l">
                        <a:lnSpc>
                          <a:spcPct val="100000"/>
                        </a:lnSpc>
                        <a:spcBef>
                          <a:spcPts val="0"/>
                        </a:spcBef>
                        <a:spcAft>
                          <a:spcPts val="0"/>
                        </a:spcAft>
                        <a:buClr>
                          <a:schemeClr val="dk1"/>
                        </a:buClr>
                        <a:buSzPts val="1400"/>
                        <a:buFont typeface="Arial"/>
                        <a:buNone/>
                      </a:pPr>
                      <a:r>
                        <a:rPr b="0" lang="ja-JP" sz="1400">
                          <a:latin typeface="Arial"/>
                          <a:ea typeface="Arial"/>
                          <a:cs typeface="Arial"/>
                          <a:sym typeface="Arial"/>
                        </a:rPr>
                        <a:t>本番移行</a:t>
                      </a:r>
                      <a:endParaRPr/>
                    </a:p>
                  </a:txBody>
                  <a:tcPr marT="36000" marB="36000"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2F2F2"/>
                    </a:solidFill>
                  </a:tcPr>
                </a:tc>
                <a:tc>
                  <a:txBody>
                    <a:bodyPr/>
                    <a:lstStyle/>
                    <a:p>
                      <a:pPr indent="0" lvl="0" marL="0" marR="0" rtl="0" algn="l">
                        <a:lnSpc>
                          <a:spcPct val="100000"/>
                        </a:lnSpc>
                        <a:spcBef>
                          <a:spcPts val="0"/>
                        </a:spcBef>
                        <a:spcAft>
                          <a:spcPts val="0"/>
                        </a:spcAft>
                        <a:buClr>
                          <a:schemeClr val="dk1"/>
                        </a:buClr>
                        <a:buSzPts val="1400"/>
                        <a:buFont typeface="Arial"/>
                        <a:buNone/>
                      </a:pPr>
                      <a:r>
                        <a:rPr lang="ja-JP" sz="1400">
                          <a:latin typeface="Arial"/>
                          <a:ea typeface="Arial"/>
                          <a:cs typeface="Arial"/>
                          <a:sym typeface="Arial"/>
                        </a:rPr>
                        <a:t>移行方式設計書</a:t>
                      </a:r>
                      <a:endParaRPr sz="1400">
                        <a:latin typeface="Arial"/>
                        <a:ea typeface="Arial"/>
                        <a:cs typeface="Arial"/>
                        <a:sym typeface="Arial"/>
                      </a:endParaRPr>
                    </a:p>
                  </a:txBody>
                  <a:tcPr marT="36000" marB="36000" marR="72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r>
              <a:tr h="295400">
                <a:tc>
                  <a:txBody>
                    <a:bodyPr/>
                    <a:lstStyle/>
                    <a:p>
                      <a:pPr indent="0" lvl="0" marL="0" marR="0" rtl="0" algn="l">
                        <a:lnSpc>
                          <a:spcPct val="100000"/>
                        </a:lnSpc>
                        <a:spcBef>
                          <a:spcPts val="0"/>
                        </a:spcBef>
                        <a:spcAft>
                          <a:spcPts val="0"/>
                        </a:spcAft>
                        <a:buClr>
                          <a:schemeClr val="dk1"/>
                        </a:buClr>
                        <a:buSzPts val="1400"/>
                        <a:buFont typeface="Arial"/>
                        <a:buNone/>
                      </a:pPr>
                      <a:r>
                        <a:rPr b="0" lang="ja-JP" sz="1400">
                          <a:latin typeface="Arial"/>
                          <a:ea typeface="Arial"/>
                          <a:cs typeface="Arial"/>
                          <a:sym typeface="Arial"/>
                        </a:rPr>
                        <a:t>初期流動</a:t>
                      </a:r>
                      <a:endParaRPr/>
                    </a:p>
                  </a:txBody>
                  <a:tcPr marT="36000" marB="36000"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2F2F2"/>
                    </a:solidFill>
                  </a:tcPr>
                </a:tc>
                <a:tc>
                  <a:txBody>
                    <a:bodyPr/>
                    <a:lstStyle/>
                    <a:p>
                      <a:pPr indent="0" lvl="0" marL="0" marR="0" rtl="0" algn="l">
                        <a:lnSpc>
                          <a:spcPct val="100000"/>
                        </a:lnSpc>
                        <a:spcBef>
                          <a:spcPts val="0"/>
                        </a:spcBef>
                        <a:spcAft>
                          <a:spcPts val="0"/>
                        </a:spcAft>
                        <a:buClr>
                          <a:schemeClr val="dk1"/>
                        </a:buClr>
                        <a:buSzPts val="1400"/>
                        <a:buFont typeface="Arial"/>
                        <a:buNone/>
                      </a:pPr>
                      <a:r>
                        <a:rPr lang="ja-JP" sz="1400">
                          <a:latin typeface="Arial"/>
                          <a:ea typeface="Arial"/>
                          <a:cs typeface="Arial"/>
                          <a:sym typeface="Arial"/>
                        </a:rPr>
                        <a:t>初期流動問合せ一覧</a:t>
                      </a:r>
                      <a:endParaRPr/>
                    </a:p>
                  </a:txBody>
                  <a:tcPr marT="36000" marB="36000" marR="72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r>
              <a:tr h="295400">
                <a:tc>
                  <a:txBody>
                    <a:bodyPr/>
                    <a:lstStyle/>
                    <a:p>
                      <a:pPr indent="0" lvl="0" marL="0" marR="0" rtl="0" algn="l">
                        <a:lnSpc>
                          <a:spcPct val="100000"/>
                        </a:lnSpc>
                        <a:spcBef>
                          <a:spcPts val="0"/>
                        </a:spcBef>
                        <a:spcAft>
                          <a:spcPts val="0"/>
                        </a:spcAft>
                        <a:buClr>
                          <a:schemeClr val="dk1"/>
                        </a:buClr>
                        <a:buSzPts val="1400"/>
                        <a:buFont typeface="Arial"/>
                        <a:buNone/>
                      </a:pPr>
                      <a:r>
                        <a:rPr b="0" lang="ja-JP" sz="1400">
                          <a:latin typeface="Arial"/>
                          <a:ea typeface="Arial"/>
                          <a:cs typeface="Arial"/>
                          <a:sym typeface="Arial"/>
                        </a:rPr>
                        <a:t>保守</a:t>
                      </a:r>
                      <a:endParaRPr/>
                    </a:p>
                  </a:txBody>
                  <a:tcPr marT="36000" marB="36000"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2F2F2"/>
                    </a:solidFill>
                  </a:tcPr>
                </a:tc>
                <a:tc>
                  <a:txBody>
                    <a:bodyPr/>
                    <a:lstStyle/>
                    <a:p>
                      <a:pPr indent="0" lvl="0" marL="0" marR="0" rtl="0" algn="l">
                        <a:lnSpc>
                          <a:spcPct val="100000"/>
                        </a:lnSpc>
                        <a:spcBef>
                          <a:spcPts val="0"/>
                        </a:spcBef>
                        <a:spcAft>
                          <a:spcPts val="0"/>
                        </a:spcAft>
                        <a:buClr>
                          <a:schemeClr val="dk1"/>
                        </a:buClr>
                        <a:buSzPts val="1400"/>
                        <a:buFont typeface="Arial"/>
                        <a:buNone/>
                      </a:pPr>
                      <a:r>
                        <a:rPr lang="ja-JP" sz="1400">
                          <a:latin typeface="Arial"/>
                          <a:ea typeface="Arial"/>
                          <a:cs typeface="Arial"/>
                          <a:sym typeface="Arial"/>
                        </a:rPr>
                        <a:t>保守作業報告書（※ 毎月提出）</a:t>
                      </a:r>
                      <a:endParaRPr/>
                    </a:p>
                  </a:txBody>
                  <a:tcPr marT="36000" marB="36000" marR="72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4" name="Shape 1914"/>
        <p:cNvGrpSpPr/>
        <p:nvPr/>
      </p:nvGrpSpPr>
      <p:grpSpPr>
        <a:xfrm>
          <a:off x="0" y="0"/>
          <a:ext cx="0" cy="0"/>
          <a:chOff x="0" y="0"/>
          <a:chExt cx="0" cy="0"/>
        </a:xfrm>
      </p:grpSpPr>
      <p:sp>
        <p:nvSpPr>
          <p:cNvPr id="1915" name="Google Shape;1915;p45"/>
          <p:cNvSpPr txBox="1"/>
          <p:nvPr>
            <p:ph type="ctrTitle"/>
          </p:nvPr>
        </p:nvSpPr>
        <p:spPr>
          <a:xfrm>
            <a:off x="72000" y="2088000"/>
            <a:ext cx="9000000" cy="2520000"/>
          </a:xfrm>
          <a:prstGeom prst="rect">
            <a:avLst/>
          </a:prstGeom>
          <a:noFill/>
          <a:ln>
            <a:noFill/>
          </a:ln>
        </p:spPr>
        <p:txBody>
          <a:bodyPr anchorCtr="0" anchor="ctr" bIns="45700" lIns="91425" spcFirstLastPara="1" rIns="91425" wrap="square" tIns="45700">
            <a:normAutofit/>
          </a:bodyPr>
          <a:lstStyle/>
          <a:p>
            <a:pPr indent="0" lvl="0" marL="0" rtl="0" algn="ctr">
              <a:lnSpc>
                <a:spcPct val="120000"/>
              </a:lnSpc>
              <a:spcBef>
                <a:spcPts val="0"/>
              </a:spcBef>
              <a:spcAft>
                <a:spcPts val="0"/>
              </a:spcAft>
              <a:buClr>
                <a:schemeClr val="dk1"/>
              </a:buClr>
              <a:buSzPts val="4000"/>
              <a:buFont typeface="Arial"/>
              <a:buNone/>
            </a:pPr>
            <a:r>
              <a:rPr lang="ja-JP"/>
              <a:t>プロジェクトの体制</a:t>
            </a:r>
            <a:endParaRPr/>
          </a:p>
        </p:txBody>
      </p:sp>
      <p:sp>
        <p:nvSpPr>
          <p:cNvPr id="1916" name="Google Shape;1916;p45"/>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ja-JP"/>
              <a:t>Copyright© 2020 SystemEXE,Inc. all rights reserved.</a:t>
            </a:r>
            <a:endParaRPr/>
          </a:p>
        </p:txBody>
      </p:sp>
      <p:sp>
        <p:nvSpPr>
          <p:cNvPr id="1917" name="Google Shape;1917;p45"/>
          <p:cNvSpPr txBox="1"/>
          <p:nvPr>
            <p:ph idx="12" type="sldNum"/>
          </p:nvPr>
        </p:nvSpPr>
        <p:spPr>
          <a:xfrm>
            <a:off x="4212000" y="6500068"/>
            <a:ext cx="720000" cy="288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ja-JP"/>
              <a:t>‹#›</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1" name="Shape 1921"/>
        <p:cNvGrpSpPr/>
        <p:nvPr/>
      </p:nvGrpSpPr>
      <p:grpSpPr>
        <a:xfrm>
          <a:off x="0" y="0"/>
          <a:ext cx="0" cy="0"/>
          <a:chOff x="0" y="0"/>
          <a:chExt cx="0" cy="0"/>
        </a:xfrm>
      </p:grpSpPr>
      <p:sp>
        <p:nvSpPr>
          <p:cNvPr id="1922" name="Google Shape;1922;p46"/>
          <p:cNvSpPr txBox="1"/>
          <p:nvPr>
            <p:ph type="title"/>
          </p:nvPr>
        </p:nvSpPr>
        <p:spPr>
          <a:xfrm>
            <a:off x="144000" y="36000"/>
            <a:ext cx="8856000" cy="5760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3000"/>
              <a:buFont typeface="Arial"/>
              <a:buNone/>
            </a:pPr>
            <a:r>
              <a:rPr lang="ja-JP"/>
              <a:t>開発体制（システム方式設計～運用テスト）</a:t>
            </a:r>
            <a:endParaRPr/>
          </a:p>
        </p:txBody>
      </p:sp>
      <p:sp>
        <p:nvSpPr>
          <p:cNvPr id="1923" name="Google Shape;1923;p46"/>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ja-JP"/>
              <a:t>Copyright© 2020 SystemEXE,Inc. all rights reserved.</a:t>
            </a:r>
            <a:endParaRPr/>
          </a:p>
        </p:txBody>
      </p:sp>
      <p:sp>
        <p:nvSpPr>
          <p:cNvPr id="1924" name="Google Shape;1924;p46"/>
          <p:cNvSpPr txBox="1"/>
          <p:nvPr>
            <p:ph idx="12" type="sldNum"/>
          </p:nvPr>
        </p:nvSpPr>
        <p:spPr>
          <a:xfrm>
            <a:off x="4212000" y="6500068"/>
            <a:ext cx="720000" cy="288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ja-JP"/>
              <a:t>‹#›</a:t>
            </a:fld>
            <a:endParaRPr/>
          </a:p>
        </p:txBody>
      </p:sp>
      <p:sp>
        <p:nvSpPr>
          <p:cNvPr id="1925" name="Google Shape;1925;p46"/>
          <p:cNvSpPr txBox="1"/>
          <p:nvPr/>
        </p:nvSpPr>
        <p:spPr>
          <a:xfrm>
            <a:off x="5832000" y="5184000"/>
            <a:ext cx="3168000" cy="1224000"/>
          </a:xfrm>
          <a:prstGeom prst="rect">
            <a:avLst/>
          </a:prstGeom>
          <a:noFill/>
          <a:ln>
            <a:noFill/>
          </a:ln>
        </p:spPr>
        <p:txBody>
          <a:bodyPr anchorCtr="0" anchor="t" bIns="45700" lIns="91425" spcFirstLastPara="1" rIns="91425" wrap="square" tIns="45700">
            <a:spAutoFit/>
          </a:bodyPr>
          <a:lstStyle/>
          <a:p>
            <a:pPr indent="-171450" lvl="0" marL="171450" marR="0" rtl="0" algn="l">
              <a:spcBef>
                <a:spcPts val="0"/>
              </a:spcBef>
              <a:spcAft>
                <a:spcPts val="0"/>
              </a:spcAft>
              <a:buClr>
                <a:schemeClr val="dk1"/>
              </a:buClr>
              <a:buSzPts val="1200"/>
              <a:buFont typeface="Arial"/>
              <a:buChar char="※"/>
            </a:pPr>
            <a:r>
              <a:rPr lang="ja-JP" sz="1200">
                <a:solidFill>
                  <a:schemeClr val="dk1"/>
                </a:solidFill>
                <a:latin typeface="Arial"/>
                <a:ea typeface="Arial"/>
                <a:cs typeface="Arial"/>
                <a:sym typeface="Arial"/>
              </a:rPr>
              <a:t>表記の体制は弊社協力会社（再委託）の要員を含めた体制となります。</a:t>
            </a:r>
            <a:endParaRPr sz="1200">
              <a:solidFill>
                <a:schemeClr val="dk1"/>
              </a:solidFill>
              <a:latin typeface="Arial"/>
              <a:ea typeface="Arial"/>
              <a:cs typeface="Arial"/>
              <a:sym typeface="Arial"/>
            </a:endParaRPr>
          </a:p>
          <a:p>
            <a:pPr indent="-171450" lvl="0" marL="171450" marR="0" rtl="0" algn="l">
              <a:spcBef>
                <a:spcPts val="0"/>
              </a:spcBef>
              <a:spcAft>
                <a:spcPts val="0"/>
              </a:spcAft>
              <a:buClr>
                <a:schemeClr val="dk1"/>
              </a:buClr>
              <a:buSzPts val="1200"/>
              <a:buFont typeface="Arial"/>
              <a:buChar char="※"/>
            </a:pPr>
            <a:r>
              <a:rPr lang="ja-JP" sz="1200">
                <a:solidFill>
                  <a:schemeClr val="dk1"/>
                </a:solidFill>
                <a:latin typeface="Arial"/>
                <a:ea typeface="Arial"/>
                <a:cs typeface="Arial"/>
                <a:sym typeface="Arial"/>
              </a:rPr>
              <a:t>チームメンバー数はピーク時に想定している人数となります。</a:t>
            </a:r>
            <a:endParaRPr sz="1200">
              <a:solidFill>
                <a:schemeClr val="dk1"/>
              </a:solidFill>
              <a:latin typeface="Arial"/>
              <a:ea typeface="Arial"/>
              <a:cs typeface="Arial"/>
              <a:sym typeface="Arial"/>
            </a:endParaRPr>
          </a:p>
          <a:p>
            <a:pPr indent="-171450" lvl="0" marL="171450" marR="0" rtl="0" algn="l">
              <a:spcBef>
                <a:spcPts val="0"/>
              </a:spcBef>
              <a:spcAft>
                <a:spcPts val="0"/>
              </a:spcAft>
              <a:buClr>
                <a:schemeClr val="dk1"/>
              </a:buClr>
              <a:buSzPts val="1200"/>
              <a:buFont typeface="Arial"/>
              <a:buChar char="※"/>
            </a:pPr>
            <a:r>
              <a:rPr lang="ja-JP" sz="1200">
                <a:solidFill>
                  <a:schemeClr val="dk1"/>
                </a:solidFill>
                <a:latin typeface="Arial"/>
                <a:ea typeface="Arial"/>
                <a:cs typeface="Arial"/>
                <a:sym typeface="Arial"/>
              </a:rPr>
              <a:t>ベトナム開発チームの作業場所はシステムエグゼベトナムのオフィスとなります。</a:t>
            </a:r>
            <a:endParaRPr sz="1200">
              <a:solidFill>
                <a:schemeClr val="dk1"/>
              </a:solidFill>
              <a:latin typeface="Arial"/>
              <a:ea typeface="Arial"/>
              <a:cs typeface="Arial"/>
              <a:sym typeface="Arial"/>
            </a:endParaRPr>
          </a:p>
        </p:txBody>
      </p:sp>
      <p:sp>
        <p:nvSpPr>
          <p:cNvPr id="1926" name="Google Shape;1926;p46"/>
          <p:cNvSpPr txBox="1"/>
          <p:nvPr/>
        </p:nvSpPr>
        <p:spPr>
          <a:xfrm>
            <a:off x="144000" y="864000"/>
            <a:ext cx="8856000" cy="540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アプリ開発チーム、IF・バッチ開発チーム、移行チーム、ベトナム開発チームの</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４チームで体制を構築します。</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b="1" lang="ja-JP" sz="1400">
                <a:solidFill>
                  <a:schemeClr val="accent1"/>
                </a:solidFill>
                <a:latin typeface="Arial"/>
                <a:ea typeface="Arial"/>
                <a:cs typeface="Arial"/>
                <a:sym typeface="Arial"/>
              </a:rPr>
              <a:t>プロジェクトマネージャー・PMO・チームリーダーには、貴社の開発業務に精通した要員を配置します。</a:t>
            </a:r>
            <a:endParaRPr b="1" sz="1400">
              <a:solidFill>
                <a:schemeClr val="accent1"/>
              </a:solidFill>
              <a:latin typeface="Arial"/>
              <a:ea typeface="Arial"/>
              <a:cs typeface="Arial"/>
              <a:sym typeface="Arial"/>
            </a:endParaRPr>
          </a:p>
        </p:txBody>
      </p:sp>
      <p:grpSp>
        <p:nvGrpSpPr>
          <p:cNvPr id="1927" name="Google Shape;1927;p46"/>
          <p:cNvGrpSpPr/>
          <p:nvPr/>
        </p:nvGrpSpPr>
        <p:grpSpPr>
          <a:xfrm>
            <a:off x="720000" y="1728000"/>
            <a:ext cx="7704000" cy="4464000"/>
            <a:chOff x="720000" y="1656000"/>
            <a:chExt cx="7704000" cy="4464000"/>
          </a:xfrm>
        </p:grpSpPr>
        <p:cxnSp>
          <p:nvCxnSpPr>
            <p:cNvPr id="1928" name="Google Shape;1928;p46"/>
            <p:cNvCxnSpPr>
              <a:stCxn id="1929" idx="2"/>
              <a:endCxn id="1930" idx="0"/>
            </p:cNvCxnSpPr>
            <p:nvPr/>
          </p:nvCxnSpPr>
          <p:spPr>
            <a:xfrm>
              <a:off x="4572000" y="2304000"/>
              <a:ext cx="0" cy="216000"/>
            </a:xfrm>
            <a:prstGeom prst="straightConnector1">
              <a:avLst/>
            </a:prstGeom>
            <a:noFill/>
            <a:ln cap="flat" cmpd="sng" w="28575">
              <a:solidFill>
                <a:srgbClr val="BFBFBF"/>
              </a:solidFill>
              <a:prstDash val="solid"/>
              <a:miter lim="800000"/>
              <a:headEnd len="sm" w="sm" type="none"/>
              <a:tailEnd len="sm" w="sm" type="none"/>
            </a:ln>
          </p:spPr>
        </p:cxnSp>
        <p:sp>
          <p:nvSpPr>
            <p:cNvPr id="1931" name="Google Shape;1931;p46"/>
            <p:cNvSpPr/>
            <p:nvPr/>
          </p:nvSpPr>
          <p:spPr>
            <a:xfrm>
              <a:off x="3348000" y="1656000"/>
              <a:ext cx="2448000" cy="288000"/>
            </a:xfrm>
            <a:prstGeom prst="rect">
              <a:avLst/>
            </a:prstGeom>
            <a:solidFill>
              <a:srgbClr val="525252"/>
            </a:solidFill>
            <a:ln cap="flat" cmpd="sng" w="12700">
              <a:solidFill>
                <a:schemeClr val="accent3"/>
              </a:solidFill>
              <a:prstDash val="solid"/>
              <a:miter lim="800000"/>
              <a:headEnd len="sm" w="sm" type="none"/>
              <a:tailEnd len="sm" w="sm" type="none"/>
            </a:ln>
          </p:spPr>
          <p:txBody>
            <a:bodyPr anchorCtr="0" anchor="ctr" bIns="45700" lIns="36000" spcFirstLastPara="1" rIns="36000" wrap="square" tIns="45700">
              <a:noAutofit/>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プロジェクト責任者</a:t>
              </a:r>
              <a:endParaRPr b="1" sz="1400">
                <a:solidFill>
                  <a:schemeClr val="lt1"/>
                </a:solidFill>
                <a:latin typeface="Arial"/>
                <a:ea typeface="Arial"/>
                <a:cs typeface="Arial"/>
                <a:sym typeface="Arial"/>
              </a:endParaRPr>
            </a:p>
          </p:txBody>
        </p:sp>
        <p:sp>
          <p:nvSpPr>
            <p:cNvPr id="1929" name="Google Shape;1929;p46"/>
            <p:cNvSpPr/>
            <p:nvPr/>
          </p:nvSpPr>
          <p:spPr>
            <a:xfrm>
              <a:off x="3348000" y="1944000"/>
              <a:ext cx="2448000" cy="360000"/>
            </a:xfrm>
            <a:prstGeom prst="rect">
              <a:avLst/>
            </a:prstGeom>
            <a:solidFill>
              <a:srgbClr val="EDEDED"/>
            </a:solidFill>
            <a:ln cap="flat" cmpd="sng" w="12700">
              <a:solidFill>
                <a:schemeClr val="accent3"/>
              </a:solidFill>
              <a:prstDash val="solid"/>
              <a:miter lim="800000"/>
              <a:headEnd len="sm" w="sm" type="none"/>
              <a:tailEnd len="sm" w="sm" type="none"/>
            </a:ln>
          </p:spPr>
          <p:txBody>
            <a:bodyPr anchorCtr="0" anchor="ctr" bIns="45700" lIns="36000" spcFirstLastPara="1" rIns="36000" wrap="square" tIns="457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福田慎</a:t>
              </a:r>
              <a:endParaRPr sz="1400">
                <a:solidFill>
                  <a:schemeClr val="dk1"/>
                </a:solidFill>
                <a:latin typeface="Arial"/>
                <a:ea typeface="Arial"/>
                <a:cs typeface="Arial"/>
                <a:sym typeface="Arial"/>
              </a:endParaRPr>
            </a:p>
          </p:txBody>
        </p:sp>
        <p:sp>
          <p:nvSpPr>
            <p:cNvPr id="1930" name="Google Shape;1930;p46"/>
            <p:cNvSpPr/>
            <p:nvPr/>
          </p:nvSpPr>
          <p:spPr>
            <a:xfrm>
              <a:off x="3348000" y="2520000"/>
              <a:ext cx="2448000" cy="288000"/>
            </a:xfrm>
            <a:prstGeom prst="rect">
              <a:avLst/>
            </a:prstGeom>
            <a:solidFill>
              <a:srgbClr val="525252"/>
            </a:solidFill>
            <a:ln cap="flat" cmpd="sng" w="12700">
              <a:solidFill>
                <a:schemeClr val="accent3"/>
              </a:solidFill>
              <a:prstDash val="solid"/>
              <a:miter lim="800000"/>
              <a:headEnd len="sm" w="sm" type="none"/>
              <a:tailEnd len="sm" w="sm" type="none"/>
            </a:ln>
          </p:spPr>
          <p:txBody>
            <a:bodyPr anchorCtr="0" anchor="ctr" bIns="45700" lIns="36000" spcFirstLastPara="1" rIns="36000" wrap="square" tIns="45700">
              <a:noAutofit/>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プロジェクトマネージャー</a:t>
              </a:r>
              <a:endParaRPr b="1" sz="1400">
                <a:solidFill>
                  <a:schemeClr val="lt1"/>
                </a:solidFill>
                <a:latin typeface="Arial"/>
                <a:ea typeface="Arial"/>
                <a:cs typeface="Arial"/>
                <a:sym typeface="Arial"/>
              </a:endParaRPr>
            </a:p>
          </p:txBody>
        </p:sp>
        <p:sp>
          <p:nvSpPr>
            <p:cNvPr id="1932" name="Google Shape;1932;p46"/>
            <p:cNvSpPr/>
            <p:nvPr/>
          </p:nvSpPr>
          <p:spPr>
            <a:xfrm>
              <a:off x="3348000" y="2808000"/>
              <a:ext cx="2448000" cy="360000"/>
            </a:xfrm>
            <a:prstGeom prst="rect">
              <a:avLst/>
            </a:prstGeom>
            <a:solidFill>
              <a:srgbClr val="EDEDED"/>
            </a:solidFill>
            <a:ln cap="flat" cmpd="sng" w="12700">
              <a:solidFill>
                <a:schemeClr val="accent3"/>
              </a:solidFill>
              <a:prstDash val="solid"/>
              <a:miter lim="800000"/>
              <a:headEnd len="sm" w="sm" type="none"/>
              <a:tailEnd len="sm" w="sm" type="none"/>
            </a:ln>
          </p:spPr>
          <p:txBody>
            <a:bodyPr anchorCtr="0" anchor="ctr" bIns="45700" lIns="36000" spcFirstLastPara="1" rIns="36000" wrap="square" tIns="45700">
              <a:noAutofit/>
            </a:bodyPr>
            <a:lstStyle/>
            <a:p>
              <a:pPr indent="0" lvl="0" marL="0" marR="0" rtl="0" algn="ctr">
                <a:spcBef>
                  <a:spcPts val="0"/>
                </a:spcBef>
                <a:spcAft>
                  <a:spcPts val="0"/>
                </a:spcAft>
                <a:buNone/>
              </a:pPr>
              <a:r>
                <a:rPr b="1" lang="ja-JP" sz="1400">
                  <a:solidFill>
                    <a:schemeClr val="dk1"/>
                  </a:solidFill>
                  <a:latin typeface="Arial"/>
                  <a:ea typeface="Arial"/>
                  <a:cs typeface="Arial"/>
                  <a:sym typeface="Arial"/>
                </a:rPr>
                <a:t>小林紀昭</a:t>
              </a:r>
              <a:endParaRPr/>
            </a:p>
          </p:txBody>
        </p:sp>
        <p:cxnSp>
          <p:nvCxnSpPr>
            <p:cNvPr id="1933" name="Google Shape;1933;p46"/>
            <p:cNvCxnSpPr>
              <a:stCxn id="1934" idx="2"/>
              <a:endCxn id="1935" idx="3"/>
            </p:cNvCxnSpPr>
            <p:nvPr/>
          </p:nvCxnSpPr>
          <p:spPr>
            <a:xfrm rot="5400000">
              <a:off x="2988000" y="2448000"/>
              <a:ext cx="396000" cy="2772000"/>
            </a:xfrm>
            <a:prstGeom prst="bentConnector3">
              <a:avLst>
                <a:gd fmla="val 31818" name="adj1"/>
              </a:avLst>
            </a:prstGeom>
            <a:noFill/>
            <a:ln cap="flat" cmpd="sng" w="28575">
              <a:solidFill>
                <a:srgbClr val="BFBFBF"/>
              </a:solidFill>
              <a:prstDash val="solid"/>
              <a:miter lim="800000"/>
              <a:headEnd len="sm" w="sm" type="none"/>
              <a:tailEnd len="sm" w="sm" type="none"/>
            </a:ln>
          </p:spPr>
        </p:cxnSp>
        <p:grpSp>
          <p:nvGrpSpPr>
            <p:cNvPr id="1936" name="Google Shape;1936;p46"/>
            <p:cNvGrpSpPr/>
            <p:nvPr/>
          </p:nvGrpSpPr>
          <p:grpSpPr>
            <a:xfrm>
              <a:off x="6264000" y="3024000"/>
              <a:ext cx="2160000" cy="648000"/>
              <a:chOff x="6228000" y="2952000"/>
              <a:chExt cx="1944000" cy="648000"/>
            </a:xfrm>
          </p:grpSpPr>
          <p:sp>
            <p:nvSpPr>
              <p:cNvPr id="1937" name="Google Shape;1937;p46"/>
              <p:cNvSpPr/>
              <p:nvPr/>
            </p:nvSpPr>
            <p:spPr>
              <a:xfrm>
                <a:off x="6228000" y="2952000"/>
                <a:ext cx="1944000" cy="288000"/>
              </a:xfrm>
              <a:prstGeom prst="rect">
                <a:avLst/>
              </a:prstGeom>
              <a:solidFill>
                <a:srgbClr val="525252"/>
              </a:solidFill>
              <a:ln cap="flat" cmpd="sng" w="12700">
                <a:solidFill>
                  <a:schemeClr val="accent3"/>
                </a:solidFill>
                <a:prstDash val="solid"/>
                <a:miter lim="800000"/>
                <a:headEnd len="sm" w="sm" type="none"/>
                <a:tailEnd len="sm" w="sm" type="none"/>
              </a:ln>
            </p:spPr>
            <p:txBody>
              <a:bodyPr anchorCtr="0" anchor="ctr" bIns="45700" lIns="36000" spcFirstLastPara="1" rIns="36000" wrap="square" tIns="45700">
                <a:noAutofit/>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ブリッジSE</a:t>
                </a:r>
                <a:endParaRPr b="1" sz="1400">
                  <a:solidFill>
                    <a:schemeClr val="lt1"/>
                  </a:solidFill>
                  <a:latin typeface="Arial"/>
                  <a:ea typeface="Arial"/>
                  <a:cs typeface="Arial"/>
                  <a:sym typeface="Arial"/>
                </a:endParaRPr>
              </a:p>
            </p:txBody>
          </p:sp>
          <p:sp>
            <p:nvSpPr>
              <p:cNvPr id="1938" name="Google Shape;1938;p46"/>
              <p:cNvSpPr/>
              <p:nvPr/>
            </p:nvSpPr>
            <p:spPr>
              <a:xfrm>
                <a:off x="6228000" y="3240000"/>
                <a:ext cx="1944000" cy="360000"/>
              </a:xfrm>
              <a:prstGeom prst="rect">
                <a:avLst/>
              </a:prstGeom>
              <a:solidFill>
                <a:srgbClr val="EDEDED"/>
              </a:solidFill>
              <a:ln cap="flat" cmpd="sng" w="12700">
                <a:solidFill>
                  <a:schemeClr val="accent3"/>
                </a:solidFill>
                <a:prstDash val="solid"/>
                <a:miter lim="800000"/>
                <a:headEnd len="sm" w="sm" type="none"/>
                <a:tailEnd len="sm" w="sm" type="none"/>
              </a:ln>
            </p:spPr>
            <p:txBody>
              <a:bodyPr anchorCtr="0" anchor="t" bIns="45700" lIns="72000" spcFirstLastPara="1" rIns="72000" wrap="square" tIns="1080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グエンハイアイン</a:t>
                </a:r>
                <a:endParaRPr sz="1400">
                  <a:solidFill>
                    <a:schemeClr val="dk1"/>
                  </a:solidFill>
                  <a:latin typeface="Arial"/>
                  <a:ea typeface="Arial"/>
                  <a:cs typeface="Arial"/>
                  <a:sym typeface="Arial"/>
                </a:endParaRPr>
              </a:p>
              <a:p>
                <a:pPr indent="0" lvl="0" marL="0" marR="0" rtl="0" algn="ctr">
                  <a:spcBef>
                    <a:spcPts val="0"/>
                  </a:spcBef>
                  <a:spcAft>
                    <a:spcPts val="0"/>
                  </a:spcAft>
                  <a:buNone/>
                </a:pPr>
                <a:r>
                  <a:t/>
                </a:r>
                <a:endParaRPr sz="1400">
                  <a:solidFill>
                    <a:schemeClr val="dk1"/>
                  </a:solidFill>
                  <a:latin typeface="Arial"/>
                  <a:ea typeface="Arial"/>
                  <a:cs typeface="Arial"/>
                  <a:sym typeface="Arial"/>
                </a:endParaRPr>
              </a:p>
            </p:txBody>
          </p:sp>
        </p:grpSp>
        <p:cxnSp>
          <p:nvCxnSpPr>
            <p:cNvPr id="1939" name="Google Shape;1939;p46"/>
            <p:cNvCxnSpPr>
              <a:stCxn id="1934" idx="2"/>
              <a:endCxn id="1940" idx="3"/>
            </p:cNvCxnSpPr>
            <p:nvPr/>
          </p:nvCxnSpPr>
          <p:spPr>
            <a:xfrm flipH="1" rot="-5400000">
              <a:off x="5760000" y="2448000"/>
              <a:ext cx="396000" cy="2772000"/>
            </a:xfrm>
            <a:prstGeom prst="bentConnector3">
              <a:avLst>
                <a:gd fmla="val 31818" name="adj1"/>
              </a:avLst>
            </a:prstGeom>
            <a:noFill/>
            <a:ln cap="flat" cmpd="sng" w="28575">
              <a:solidFill>
                <a:srgbClr val="BFBFBF"/>
              </a:solidFill>
              <a:prstDash val="solid"/>
              <a:miter lim="800000"/>
              <a:headEnd len="sm" w="sm" type="none"/>
              <a:tailEnd len="sm" w="sm" type="none"/>
            </a:ln>
          </p:spPr>
        </p:cxnSp>
        <p:grpSp>
          <p:nvGrpSpPr>
            <p:cNvPr id="1941" name="Google Shape;1941;p46"/>
            <p:cNvGrpSpPr/>
            <p:nvPr/>
          </p:nvGrpSpPr>
          <p:grpSpPr>
            <a:xfrm>
              <a:off x="720000" y="2808000"/>
              <a:ext cx="2160000" cy="864000"/>
              <a:chOff x="972000" y="2916000"/>
              <a:chExt cx="1944000" cy="864000"/>
            </a:xfrm>
          </p:grpSpPr>
          <p:sp>
            <p:nvSpPr>
              <p:cNvPr id="1942" name="Google Shape;1942;p46"/>
              <p:cNvSpPr/>
              <p:nvPr/>
            </p:nvSpPr>
            <p:spPr>
              <a:xfrm>
                <a:off x="972000" y="2916000"/>
                <a:ext cx="1944000" cy="288000"/>
              </a:xfrm>
              <a:prstGeom prst="rect">
                <a:avLst/>
              </a:prstGeom>
              <a:solidFill>
                <a:srgbClr val="525252"/>
              </a:solidFill>
              <a:ln cap="flat" cmpd="sng" w="12700">
                <a:solidFill>
                  <a:schemeClr val="accent3"/>
                </a:solidFill>
                <a:prstDash val="solid"/>
                <a:miter lim="800000"/>
                <a:headEnd len="sm" w="sm" type="none"/>
                <a:tailEnd len="sm" w="sm" type="none"/>
              </a:ln>
            </p:spPr>
            <p:txBody>
              <a:bodyPr anchorCtr="0" anchor="ctr" bIns="45700" lIns="36000" spcFirstLastPara="1" rIns="36000" wrap="square" tIns="45700">
                <a:noAutofit/>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PMO</a:t>
                </a:r>
                <a:endParaRPr b="1" sz="1400">
                  <a:solidFill>
                    <a:schemeClr val="lt1"/>
                  </a:solidFill>
                  <a:latin typeface="Arial"/>
                  <a:ea typeface="Arial"/>
                  <a:cs typeface="Arial"/>
                  <a:sym typeface="Arial"/>
                </a:endParaRPr>
              </a:p>
            </p:txBody>
          </p:sp>
          <p:sp>
            <p:nvSpPr>
              <p:cNvPr id="1943" name="Google Shape;1943;p46"/>
              <p:cNvSpPr/>
              <p:nvPr/>
            </p:nvSpPr>
            <p:spPr>
              <a:xfrm>
                <a:off x="972000" y="3204000"/>
                <a:ext cx="1944000" cy="576000"/>
              </a:xfrm>
              <a:prstGeom prst="rect">
                <a:avLst/>
              </a:prstGeom>
              <a:solidFill>
                <a:srgbClr val="EDEDED"/>
              </a:solidFill>
              <a:ln cap="flat" cmpd="sng" w="12700">
                <a:solidFill>
                  <a:schemeClr val="accent3"/>
                </a:solidFill>
                <a:prstDash val="solid"/>
                <a:miter lim="800000"/>
                <a:headEnd len="sm" w="sm" type="none"/>
                <a:tailEnd len="sm" w="sm" type="none"/>
              </a:ln>
            </p:spPr>
            <p:txBody>
              <a:bodyPr anchorCtr="0" anchor="t" bIns="45700" lIns="72000" spcFirstLastPara="1" rIns="72000" wrap="square" tIns="1080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福田一希</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メンバー 1名</a:t>
                </a:r>
                <a:endParaRPr sz="1400">
                  <a:solidFill>
                    <a:schemeClr val="dk1"/>
                  </a:solidFill>
                  <a:latin typeface="Arial"/>
                  <a:ea typeface="Arial"/>
                  <a:cs typeface="Arial"/>
                  <a:sym typeface="Arial"/>
                </a:endParaRPr>
              </a:p>
            </p:txBody>
          </p:sp>
        </p:grpSp>
        <p:sp>
          <p:nvSpPr>
            <p:cNvPr id="1935" name="Google Shape;1935;p46"/>
            <p:cNvSpPr/>
            <p:nvPr/>
          </p:nvSpPr>
          <p:spPr>
            <a:xfrm>
              <a:off x="720000" y="4032000"/>
              <a:ext cx="2160000" cy="360000"/>
            </a:xfrm>
            <a:prstGeom prst="round2SameRect">
              <a:avLst>
                <a:gd fmla="val 17639" name="adj1"/>
                <a:gd fmla="val 0" name="adj2"/>
              </a:avLst>
            </a:prstGeom>
            <a:solidFill>
              <a:schemeClr val="accent1"/>
            </a:solidFill>
            <a:ln cap="flat" cmpd="sng" w="12700">
              <a:solidFill>
                <a:schemeClr val="accent3"/>
              </a:solidFill>
              <a:prstDash val="solid"/>
              <a:miter lim="800000"/>
              <a:headEnd len="sm" w="sm" type="none"/>
              <a:tailEnd len="sm" w="sm" type="none"/>
            </a:ln>
          </p:spPr>
          <p:txBody>
            <a:bodyPr anchorCtr="0" anchor="ctr" bIns="45700" lIns="36000" spcFirstLastPara="1" rIns="36000" wrap="square" tIns="45700">
              <a:noAutofit/>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画面・帳票開発チーム</a:t>
              </a:r>
              <a:endParaRPr b="1" sz="1400">
                <a:solidFill>
                  <a:schemeClr val="lt1"/>
                </a:solidFill>
                <a:latin typeface="Arial"/>
                <a:ea typeface="Arial"/>
                <a:cs typeface="Arial"/>
                <a:sym typeface="Arial"/>
              </a:endParaRPr>
            </a:p>
          </p:txBody>
        </p:sp>
        <p:sp>
          <p:nvSpPr>
            <p:cNvPr id="1944" name="Google Shape;1944;p46"/>
            <p:cNvSpPr/>
            <p:nvPr/>
          </p:nvSpPr>
          <p:spPr>
            <a:xfrm>
              <a:off x="720000" y="4392000"/>
              <a:ext cx="2160000" cy="576000"/>
            </a:xfrm>
            <a:prstGeom prst="rect">
              <a:avLst/>
            </a:prstGeom>
            <a:solidFill>
              <a:srgbClr val="DDEAF6"/>
            </a:solidFill>
            <a:ln cap="flat" cmpd="sng" w="12700">
              <a:solidFill>
                <a:schemeClr val="accent3"/>
              </a:solidFill>
              <a:prstDash val="solid"/>
              <a:miter lim="800000"/>
              <a:headEnd len="sm" w="sm" type="none"/>
              <a:tailEnd len="sm" w="sm" type="none"/>
            </a:ln>
          </p:spPr>
          <p:txBody>
            <a:bodyPr anchorCtr="0" anchor="t" bIns="45700" lIns="72000" spcFirstLastPara="1" rIns="72000" wrap="square" tIns="1080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TL 朴邦彦</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チームメンバー 2名</a:t>
              </a:r>
              <a:endParaRPr sz="1400">
                <a:solidFill>
                  <a:schemeClr val="dk1"/>
                </a:solidFill>
                <a:latin typeface="Arial"/>
                <a:ea typeface="Arial"/>
                <a:cs typeface="Arial"/>
                <a:sym typeface="Arial"/>
              </a:endParaRPr>
            </a:p>
          </p:txBody>
        </p:sp>
        <p:sp>
          <p:nvSpPr>
            <p:cNvPr id="1945" name="Google Shape;1945;p46"/>
            <p:cNvSpPr/>
            <p:nvPr/>
          </p:nvSpPr>
          <p:spPr>
            <a:xfrm>
              <a:off x="720000" y="5184000"/>
              <a:ext cx="4932000" cy="360000"/>
            </a:xfrm>
            <a:prstGeom prst="round2SameRect">
              <a:avLst>
                <a:gd fmla="val 17639" name="adj1"/>
                <a:gd fmla="val 0" name="adj2"/>
              </a:avLst>
            </a:prstGeom>
            <a:solidFill>
              <a:schemeClr val="accent2"/>
            </a:solidFill>
            <a:ln cap="flat" cmpd="sng" w="12700">
              <a:solidFill>
                <a:schemeClr val="accent3"/>
              </a:solidFill>
              <a:prstDash val="solid"/>
              <a:miter lim="800000"/>
              <a:headEnd len="sm" w="sm" type="none"/>
              <a:tailEnd len="sm" w="sm" type="none"/>
            </a:ln>
          </p:spPr>
          <p:txBody>
            <a:bodyPr anchorCtr="0" anchor="ctr" bIns="45700" lIns="36000" spcFirstLastPara="1" rIns="36000" wrap="square" tIns="45700">
              <a:noAutofit/>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ベトナム開発チーム</a:t>
              </a:r>
              <a:endParaRPr b="1" sz="1400">
                <a:solidFill>
                  <a:schemeClr val="lt1"/>
                </a:solidFill>
                <a:latin typeface="Arial"/>
                <a:ea typeface="Arial"/>
                <a:cs typeface="Arial"/>
                <a:sym typeface="Arial"/>
              </a:endParaRPr>
            </a:p>
          </p:txBody>
        </p:sp>
        <p:sp>
          <p:nvSpPr>
            <p:cNvPr id="1946" name="Google Shape;1946;p46"/>
            <p:cNvSpPr/>
            <p:nvPr/>
          </p:nvSpPr>
          <p:spPr>
            <a:xfrm>
              <a:off x="720000" y="5544000"/>
              <a:ext cx="4932000" cy="576000"/>
            </a:xfrm>
            <a:prstGeom prst="rect">
              <a:avLst/>
            </a:prstGeom>
            <a:solidFill>
              <a:srgbClr val="FBE4D4"/>
            </a:solidFill>
            <a:ln cap="flat" cmpd="sng" w="12700">
              <a:solidFill>
                <a:schemeClr val="accent3"/>
              </a:solidFill>
              <a:prstDash val="solid"/>
              <a:miter lim="800000"/>
              <a:headEnd len="sm" w="sm" type="none"/>
              <a:tailEnd len="sm" w="sm" type="none"/>
            </a:ln>
          </p:spPr>
          <p:txBody>
            <a:bodyPr anchorCtr="0" anchor="t" bIns="45700" lIns="72000" spcFirstLastPara="1" rIns="72000" wrap="square" tIns="1080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TL ビェンラムクァンティエン 他 2名</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チームメンバー 10名</a:t>
              </a:r>
              <a:endParaRPr sz="1400">
                <a:solidFill>
                  <a:schemeClr val="dk1"/>
                </a:solidFill>
                <a:latin typeface="Arial"/>
                <a:ea typeface="Arial"/>
                <a:cs typeface="Arial"/>
                <a:sym typeface="Arial"/>
              </a:endParaRPr>
            </a:p>
          </p:txBody>
        </p:sp>
        <p:sp>
          <p:nvSpPr>
            <p:cNvPr id="1947" name="Google Shape;1947;p46"/>
            <p:cNvSpPr/>
            <p:nvPr/>
          </p:nvSpPr>
          <p:spPr>
            <a:xfrm>
              <a:off x="3492000" y="4032000"/>
              <a:ext cx="2160000" cy="360000"/>
            </a:xfrm>
            <a:prstGeom prst="round2SameRect">
              <a:avLst>
                <a:gd fmla="val 17639" name="adj1"/>
                <a:gd fmla="val 0" name="adj2"/>
              </a:avLst>
            </a:prstGeom>
            <a:solidFill>
              <a:schemeClr val="accent1"/>
            </a:solidFill>
            <a:ln cap="flat" cmpd="sng" w="12700">
              <a:solidFill>
                <a:schemeClr val="accent3"/>
              </a:solidFill>
              <a:prstDash val="solid"/>
              <a:miter lim="800000"/>
              <a:headEnd len="sm" w="sm" type="none"/>
              <a:tailEnd len="sm" w="sm" type="none"/>
            </a:ln>
          </p:spPr>
          <p:txBody>
            <a:bodyPr anchorCtr="0" anchor="ctr" bIns="45700" lIns="36000" spcFirstLastPara="1" rIns="36000" wrap="square" tIns="45700">
              <a:noAutofit/>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IF・バッチ開発チーム</a:t>
              </a:r>
              <a:endParaRPr b="1" sz="1400">
                <a:solidFill>
                  <a:schemeClr val="lt1"/>
                </a:solidFill>
                <a:latin typeface="Arial"/>
                <a:ea typeface="Arial"/>
                <a:cs typeface="Arial"/>
                <a:sym typeface="Arial"/>
              </a:endParaRPr>
            </a:p>
          </p:txBody>
        </p:sp>
        <p:sp>
          <p:nvSpPr>
            <p:cNvPr id="1948" name="Google Shape;1948;p46"/>
            <p:cNvSpPr/>
            <p:nvPr/>
          </p:nvSpPr>
          <p:spPr>
            <a:xfrm>
              <a:off x="3492000" y="4392000"/>
              <a:ext cx="2160000" cy="576000"/>
            </a:xfrm>
            <a:prstGeom prst="rect">
              <a:avLst/>
            </a:prstGeom>
            <a:solidFill>
              <a:srgbClr val="DDEAF6"/>
            </a:solidFill>
            <a:ln cap="flat" cmpd="sng" w="12700">
              <a:solidFill>
                <a:schemeClr val="accent3"/>
              </a:solidFill>
              <a:prstDash val="solid"/>
              <a:miter lim="800000"/>
              <a:headEnd len="sm" w="sm" type="none"/>
              <a:tailEnd len="sm" w="sm" type="none"/>
            </a:ln>
          </p:spPr>
          <p:txBody>
            <a:bodyPr anchorCtr="0" anchor="t" bIns="45700" lIns="72000" spcFirstLastPara="1" rIns="72000" wrap="square" tIns="1080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TL伊達翔互</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チームメンバー 2名</a:t>
              </a:r>
              <a:endParaRPr sz="1400">
                <a:solidFill>
                  <a:schemeClr val="dk1"/>
                </a:solidFill>
                <a:latin typeface="Arial"/>
                <a:ea typeface="Arial"/>
                <a:cs typeface="Arial"/>
                <a:sym typeface="Arial"/>
              </a:endParaRPr>
            </a:p>
          </p:txBody>
        </p:sp>
        <p:sp>
          <p:nvSpPr>
            <p:cNvPr id="1940" name="Google Shape;1940;p46"/>
            <p:cNvSpPr/>
            <p:nvPr/>
          </p:nvSpPr>
          <p:spPr>
            <a:xfrm>
              <a:off x="6264000" y="4032000"/>
              <a:ext cx="2160000" cy="360000"/>
            </a:xfrm>
            <a:prstGeom prst="round2SameRect">
              <a:avLst>
                <a:gd fmla="val 17639" name="adj1"/>
                <a:gd fmla="val 0" name="adj2"/>
              </a:avLst>
            </a:prstGeom>
            <a:solidFill>
              <a:schemeClr val="accent1"/>
            </a:solidFill>
            <a:ln cap="flat" cmpd="sng" w="12700">
              <a:solidFill>
                <a:schemeClr val="accent3"/>
              </a:solidFill>
              <a:prstDash val="solid"/>
              <a:miter lim="800000"/>
              <a:headEnd len="sm" w="sm" type="none"/>
              <a:tailEnd len="sm" w="sm" type="none"/>
            </a:ln>
          </p:spPr>
          <p:txBody>
            <a:bodyPr anchorCtr="0" anchor="ctr" bIns="45700" lIns="36000" spcFirstLastPara="1" rIns="36000" wrap="square" tIns="45700">
              <a:noAutofit/>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移行チーム</a:t>
              </a:r>
              <a:endParaRPr b="1" sz="1400">
                <a:solidFill>
                  <a:schemeClr val="lt1"/>
                </a:solidFill>
                <a:latin typeface="Arial"/>
                <a:ea typeface="Arial"/>
                <a:cs typeface="Arial"/>
                <a:sym typeface="Arial"/>
              </a:endParaRPr>
            </a:p>
          </p:txBody>
        </p:sp>
        <p:sp>
          <p:nvSpPr>
            <p:cNvPr id="1949" name="Google Shape;1949;p46"/>
            <p:cNvSpPr/>
            <p:nvPr/>
          </p:nvSpPr>
          <p:spPr>
            <a:xfrm>
              <a:off x="6264000" y="4392000"/>
              <a:ext cx="2160000" cy="576000"/>
            </a:xfrm>
            <a:prstGeom prst="rect">
              <a:avLst/>
            </a:prstGeom>
            <a:solidFill>
              <a:srgbClr val="DDEAF6"/>
            </a:solidFill>
            <a:ln cap="flat" cmpd="sng" w="12700">
              <a:solidFill>
                <a:schemeClr val="accent3"/>
              </a:solidFill>
              <a:prstDash val="solid"/>
              <a:miter lim="800000"/>
              <a:headEnd len="sm" w="sm" type="none"/>
              <a:tailEnd len="sm" w="sm" type="none"/>
            </a:ln>
          </p:spPr>
          <p:txBody>
            <a:bodyPr anchorCtr="0" anchor="t" bIns="45700" lIns="72000" spcFirstLastPara="1" rIns="72000" wrap="square" tIns="1080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TL 吉田諒</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チームメンバー 2名</a:t>
              </a:r>
              <a:endParaRPr sz="1400">
                <a:solidFill>
                  <a:schemeClr val="dk1"/>
                </a:solidFill>
                <a:latin typeface="Arial"/>
                <a:ea typeface="Arial"/>
                <a:cs typeface="Arial"/>
                <a:sym typeface="Arial"/>
              </a:endParaRPr>
            </a:p>
          </p:txBody>
        </p:sp>
        <p:cxnSp>
          <p:nvCxnSpPr>
            <p:cNvPr id="1950" name="Google Shape;1950;p46"/>
            <p:cNvCxnSpPr/>
            <p:nvPr/>
          </p:nvCxnSpPr>
          <p:spPr>
            <a:xfrm rot="5400000">
              <a:off x="3564000" y="2484000"/>
              <a:ext cx="324000" cy="1692000"/>
            </a:xfrm>
            <a:prstGeom prst="bentConnector2">
              <a:avLst/>
            </a:prstGeom>
            <a:noFill/>
            <a:ln cap="flat" cmpd="sng" w="28575">
              <a:solidFill>
                <a:srgbClr val="BFBFBF"/>
              </a:solidFill>
              <a:prstDash val="solid"/>
              <a:miter lim="800000"/>
              <a:headEnd len="sm" w="sm" type="none"/>
              <a:tailEnd len="sm" w="sm" type="none"/>
            </a:ln>
          </p:spPr>
        </p:cxnSp>
        <p:cxnSp>
          <p:nvCxnSpPr>
            <p:cNvPr id="1951" name="Google Shape;1951;p46"/>
            <p:cNvCxnSpPr>
              <a:stCxn id="1932" idx="2"/>
              <a:endCxn id="1934" idx="2"/>
            </p:cNvCxnSpPr>
            <p:nvPr/>
          </p:nvCxnSpPr>
          <p:spPr>
            <a:xfrm>
              <a:off x="4572000" y="3168000"/>
              <a:ext cx="0" cy="468000"/>
            </a:xfrm>
            <a:prstGeom prst="straightConnector1">
              <a:avLst/>
            </a:prstGeom>
            <a:noFill/>
            <a:ln cap="flat" cmpd="sng" w="28575">
              <a:solidFill>
                <a:srgbClr val="BFBFBF"/>
              </a:solidFill>
              <a:prstDash val="solid"/>
              <a:miter lim="800000"/>
              <a:headEnd len="sm" w="sm" type="none"/>
              <a:tailEnd len="sm" w="sm" type="none"/>
            </a:ln>
          </p:spPr>
        </p:cxnSp>
        <p:sp>
          <p:nvSpPr>
            <p:cNvPr id="1952" name="Google Shape;1952;p46"/>
            <p:cNvSpPr/>
            <p:nvPr/>
          </p:nvSpPr>
          <p:spPr>
            <a:xfrm>
              <a:off x="6264000" y="2160000"/>
              <a:ext cx="2160000" cy="288000"/>
            </a:xfrm>
            <a:prstGeom prst="rect">
              <a:avLst/>
            </a:prstGeom>
            <a:solidFill>
              <a:srgbClr val="525252"/>
            </a:solidFill>
            <a:ln cap="flat" cmpd="sng" w="12700">
              <a:solidFill>
                <a:schemeClr val="accent3"/>
              </a:solidFill>
              <a:prstDash val="solid"/>
              <a:miter lim="800000"/>
              <a:headEnd len="sm" w="sm" type="none"/>
              <a:tailEnd len="sm" w="sm" type="none"/>
            </a:ln>
          </p:spPr>
          <p:txBody>
            <a:bodyPr anchorCtr="0" anchor="ctr" bIns="45700" lIns="36000" spcFirstLastPara="1" rIns="36000" wrap="square" tIns="45700">
              <a:noAutofit/>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営業</a:t>
              </a:r>
              <a:endParaRPr b="1" sz="1400">
                <a:solidFill>
                  <a:schemeClr val="lt1"/>
                </a:solidFill>
                <a:latin typeface="Arial"/>
                <a:ea typeface="Arial"/>
                <a:cs typeface="Arial"/>
                <a:sym typeface="Arial"/>
              </a:endParaRPr>
            </a:p>
          </p:txBody>
        </p:sp>
        <p:sp>
          <p:nvSpPr>
            <p:cNvPr id="1953" name="Google Shape;1953;p46"/>
            <p:cNvSpPr/>
            <p:nvPr/>
          </p:nvSpPr>
          <p:spPr>
            <a:xfrm>
              <a:off x="6264000" y="2448000"/>
              <a:ext cx="2160000" cy="360000"/>
            </a:xfrm>
            <a:prstGeom prst="rect">
              <a:avLst/>
            </a:prstGeom>
            <a:solidFill>
              <a:srgbClr val="EDEDED"/>
            </a:solidFill>
            <a:ln cap="flat" cmpd="sng" w="12700">
              <a:solidFill>
                <a:schemeClr val="accent3"/>
              </a:solidFill>
              <a:prstDash val="solid"/>
              <a:miter lim="800000"/>
              <a:headEnd len="sm" w="sm" type="none"/>
              <a:tailEnd len="sm" w="sm" type="none"/>
            </a:ln>
          </p:spPr>
          <p:txBody>
            <a:bodyPr anchorCtr="0" anchor="t" bIns="45700" lIns="72000" spcFirstLastPara="1" rIns="72000" wrap="square" tIns="1080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髙浦祐朗</a:t>
              </a:r>
              <a:endParaRPr sz="1400">
                <a:solidFill>
                  <a:schemeClr val="dk1"/>
                </a:solidFill>
                <a:latin typeface="Arial"/>
                <a:ea typeface="Arial"/>
                <a:cs typeface="Arial"/>
                <a:sym typeface="Arial"/>
              </a:endParaRPr>
            </a:p>
          </p:txBody>
        </p:sp>
        <p:cxnSp>
          <p:nvCxnSpPr>
            <p:cNvPr id="1954" name="Google Shape;1954;p46"/>
            <p:cNvCxnSpPr>
              <a:stCxn id="1932" idx="2"/>
              <a:endCxn id="1938" idx="1"/>
            </p:cNvCxnSpPr>
            <p:nvPr/>
          </p:nvCxnSpPr>
          <p:spPr>
            <a:xfrm flipH="1" rot="-5400000">
              <a:off x="5256000" y="2484000"/>
              <a:ext cx="324000" cy="1692000"/>
            </a:xfrm>
            <a:prstGeom prst="bentConnector2">
              <a:avLst/>
            </a:prstGeom>
            <a:noFill/>
            <a:ln cap="flat" cmpd="sng" w="28575">
              <a:solidFill>
                <a:srgbClr val="BFBFBF"/>
              </a:solidFill>
              <a:prstDash val="solid"/>
              <a:miter lim="800000"/>
              <a:headEnd len="sm" w="sm" type="none"/>
              <a:tailEnd len="sm" w="sm" type="none"/>
            </a:ln>
          </p:spPr>
        </p:cxnSp>
        <p:sp>
          <p:nvSpPr>
            <p:cNvPr id="1934" name="Google Shape;1934;p46"/>
            <p:cNvSpPr/>
            <p:nvPr/>
          </p:nvSpPr>
          <p:spPr>
            <a:xfrm>
              <a:off x="3420000" y="3348000"/>
              <a:ext cx="2304000" cy="288000"/>
            </a:xfrm>
            <a:prstGeom prst="rect">
              <a:avLst/>
            </a:prstGeom>
            <a:noFill/>
            <a:ln>
              <a:noFill/>
            </a:ln>
          </p:spPr>
          <p:txBody>
            <a:bodyPr anchorCtr="0" anchor="ctr" bIns="45700" lIns="36000" spcFirstLastPara="1" rIns="36000" wrap="square" tIns="45700">
              <a:noAutofit/>
            </a:bodyPr>
            <a:lstStyle/>
            <a:p>
              <a:pPr indent="0" lvl="0" marL="0" marR="0" rtl="0" algn="ctr">
                <a:spcBef>
                  <a:spcPts val="0"/>
                </a:spcBef>
                <a:spcAft>
                  <a:spcPts val="0"/>
                </a:spcAft>
                <a:buNone/>
              </a:pPr>
              <a:r>
                <a:t/>
              </a:r>
              <a:endParaRPr b="1" sz="1400">
                <a:solidFill>
                  <a:schemeClr val="lt1"/>
                </a:solidFill>
                <a:latin typeface="Arial"/>
                <a:ea typeface="Arial"/>
                <a:cs typeface="Arial"/>
                <a:sym typeface="Arial"/>
              </a:endParaRPr>
            </a:p>
          </p:txBody>
        </p:sp>
        <p:cxnSp>
          <p:nvCxnSpPr>
            <p:cNvPr id="1955" name="Google Shape;1955;p46"/>
            <p:cNvCxnSpPr>
              <a:stCxn id="1934" idx="2"/>
              <a:endCxn id="1947" idx="3"/>
            </p:cNvCxnSpPr>
            <p:nvPr/>
          </p:nvCxnSpPr>
          <p:spPr>
            <a:xfrm>
              <a:off x="4572000" y="3636000"/>
              <a:ext cx="0" cy="396000"/>
            </a:xfrm>
            <a:prstGeom prst="straightConnector1">
              <a:avLst/>
            </a:prstGeom>
            <a:noFill/>
            <a:ln cap="flat" cmpd="sng" w="28575">
              <a:solidFill>
                <a:srgbClr val="BFBFBF"/>
              </a:solidFill>
              <a:prstDash val="solid"/>
              <a:miter lim="800000"/>
              <a:headEnd len="sm" w="sm" type="none"/>
              <a:tailEnd len="sm" w="sm" type="none"/>
            </a:ln>
          </p:spPr>
        </p:cxnSp>
        <p:cxnSp>
          <p:nvCxnSpPr>
            <p:cNvPr id="1956" name="Google Shape;1956;p46"/>
            <p:cNvCxnSpPr/>
            <p:nvPr/>
          </p:nvCxnSpPr>
          <p:spPr>
            <a:xfrm>
              <a:off x="1944000" y="4968000"/>
              <a:ext cx="0" cy="216000"/>
            </a:xfrm>
            <a:prstGeom prst="straightConnector1">
              <a:avLst/>
            </a:prstGeom>
            <a:noFill/>
            <a:ln cap="flat" cmpd="sng" w="28575">
              <a:solidFill>
                <a:srgbClr val="BFBFBF"/>
              </a:solidFill>
              <a:prstDash val="solid"/>
              <a:miter lim="800000"/>
              <a:headEnd len="sm" w="sm" type="none"/>
              <a:tailEnd len="sm" w="sm" type="none"/>
            </a:ln>
          </p:spPr>
        </p:cxnSp>
        <p:cxnSp>
          <p:nvCxnSpPr>
            <p:cNvPr id="1957" name="Google Shape;1957;p46"/>
            <p:cNvCxnSpPr/>
            <p:nvPr/>
          </p:nvCxnSpPr>
          <p:spPr>
            <a:xfrm>
              <a:off x="4572000" y="4968000"/>
              <a:ext cx="0" cy="216000"/>
            </a:xfrm>
            <a:prstGeom prst="straightConnector1">
              <a:avLst/>
            </a:prstGeom>
            <a:noFill/>
            <a:ln cap="flat" cmpd="sng" w="28575">
              <a:solidFill>
                <a:srgbClr val="BFBFBF"/>
              </a:solidFill>
              <a:prstDash val="solid"/>
              <a:miter lim="800000"/>
              <a:headEnd len="sm" w="sm" type="none"/>
              <a:tailEnd len="sm" w="sm" type="none"/>
            </a:ln>
          </p:spPr>
        </p:cxnSp>
        <p:cxnSp>
          <p:nvCxnSpPr>
            <p:cNvPr id="1958" name="Google Shape;1958;p46"/>
            <p:cNvCxnSpPr>
              <a:stCxn id="1929" idx="2"/>
              <a:endCxn id="1930" idx="0"/>
            </p:cNvCxnSpPr>
            <p:nvPr/>
          </p:nvCxnSpPr>
          <p:spPr>
            <a:xfrm>
              <a:off x="4572000" y="2304000"/>
              <a:ext cx="0" cy="216000"/>
            </a:xfrm>
            <a:prstGeom prst="straightConnector1">
              <a:avLst/>
            </a:prstGeom>
            <a:noFill/>
            <a:ln cap="flat" cmpd="sng" w="28575">
              <a:solidFill>
                <a:srgbClr val="BFBFBF"/>
              </a:solidFill>
              <a:prstDash val="solid"/>
              <a:miter lim="800000"/>
              <a:headEnd len="sm" w="sm" type="none"/>
              <a:tailEnd len="sm" w="sm" type="none"/>
            </a:ln>
          </p:spPr>
        </p:cxnSp>
        <p:cxnSp>
          <p:nvCxnSpPr>
            <p:cNvPr id="1959" name="Google Shape;1959;p46"/>
            <p:cNvCxnSpPr>
              <a:stCxn id="1934" idx="3"/>
              <a:endCxn id="1953" idx="1"/>
            </p:cNvCxnSpPr>
            <p:nvPr/>
          </p:nvCxnSpPr>
          <p:spPr>
            <a:xfrm flipH="1" rot="10800000">
              <a:off x="5724000" y="2628000"/>
              <a:ext cx="540000" cy="864000"/>
            </a:xfrm>
            <a:prstGeom prst="bentConnector3">
              <a:avLst>
                <a:gd fmla="val 50000" name="adj1"/>
              </a:avLst>
            </a:prstGeom>
            <a:noFill/>
            <a:ln cap="flat" cmpd="sng" w="28575">
              <a:solidFill>
                <a:srgbClr val="BFBFBF"/>
              </a:solidFill>
              <a:prstDash val="solid"/>
              <a:miter lim="800000"/>
              <a:headEnd len="sm" w="sm" type="none"/>
              <a:tailEnd len="sm" w="sm" type="none"/>
            </a:ln>
          </p:spPr>
        </p:cxnSp>
      </p:gr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3" name="Shape 1963"/>
        <p:cNvGrpSpPr/>
        <p:nvPr/>
      </p:nvGrpSpPr>
      <p:grpSpPr>
        <a:xfrm>
          <a:off x="0" y="0"/>
          <a:ext cx="0" cy="0"/>
          <a:chOff x="0" y="0"/>
          <a:chExt cx="0" cy="0"/>
        </a:xfrm>
      </p:grpSpPr>
      <p:sp>
        <p:nvSpPr>
          <p:cNvPr id="1964" name="Google Shape;1964;p47"/>
          <p:cNvSpPr txBox="1"/>
          <p:nvPr>
            <p:ph type="title"/>
          </p:nvPr>
        </p:nvSpPr>
        <p:spPr>
          <a:xfrm>
            <a:off x="144000" y="36000"/>
            <a:ext cx="8856000" cy="5760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3000"/>
              <a:buFont typeface="Arial"/>
              <a:buNone/>
            </a:pPr>
            <a:r>
              <a:rPr lang="ja-JP"/>
              <a:t>初期流動体制（初期流動）</a:t>
            </a:r>
            <a:endParaRPr/>
          </a:p>
        </p:txBody>
      </p:sp>
      <p:sp>
        <p:nvSpPr>
          <p:cNvPr id="1965" name="Google Shape;1965;p47"/>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ja-JP"/>
              <a:t>Copyright© 2020 SystemEXE,Inc. all rights reserved.</a:t>
            </a:r>
            <a:endParaRPr/>
          </a:p>
        </p:txBody>
      </p:sp>
      <p:sp>
        <p:nvSpPr>
          <p:cNvPr id="1966" name="Google Shape;1966;p47"/>
          <p:cNvSpPr txBox="1"/>
          <p:nvPr>
            <p:ph idx="12" type="sldNum"/>
          </p:nvPr>
        </p:nvSpPr>
        <p:spPr>
          <a:xfrm>
            <a:off x="4212000" y="6500068"/>
            <a:ext cx="720000" cy="288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ja-JP"/>
              <a:t>‹#›</a:t>
            </a:fld>
            <a:endParaRPr/>
          </a:p>
        </p:txBody>
      </p:sp>
      <p:sp>
        <p:nvSpPr>
          <p:cNvPr id="1967" name="Google Shape;1967;p47"/>
          <p:cNvSpPr txBox="1"/>
          <p:nvPr/>
        </p:nvSpPr>
        <p:spPr>
          <a:xfrm>
            <a:off x="144000" y="6120000"/>
            <a:ext cx="8856000" cy="276999"/>
          </a:xfrm>
          <a:prstGeom prst="rect">
            <a:avLst/>
          </a:prstGeom>
          <a:noFill/>
          <a:ln>
            <a:noFill/>
          </a:ln>
        </p:spPr>
        <p:txBody>
          <a:bodyPr anchorCtr="0" anchor="b" bIns="45700" lIns="91425" spcFirstLastPara="1" rIns="91425" wrap="square" tIns="45700">
            <a:spAutoFit/>
          </a:bodyPr>
          <a:lstStyle/>
          <a:p>
            <a:pPr indent="0" lvl="0" marL="0" marR="0" rtl="0" algn="l">
              <a:spcBef>
                <a:spcPts val="0"/>
              </a:spcBef>
              <a:spcAft>
                <a:spcPts val="0"/>
              </a:spcAft>
              <a:buNone/>
            </a:pPr>
            <a:r>
              <a:rPr lang="ja-JP" sz="1200">
                <a:solidFill>
                  <a:schemeClr val="dk1"/>
                </a:solidFill>
                <a:latin typeface="Arial"/>
                <a:ea typeface="Arial"/>
                <a:cs typeface="Arial"/>
                <a:sym typeface="Arial"/>
              </a:rPr>
              <a:t>※ 上記の体制は弊社協力会社（再委託）の要員を含めた体制となります。</a:t>
            </a:r>
            <a:endParaRPr sz="1200">
              <a:solidFill>
                <a:schemeClr val="dk1"/>
              </a:solidFill>
              <a:latin typeface="Arial"/>
              <a:ea typeface="Arial"/>
              <a:cs typeface="Arial"/>
              <a:sym typeface="Arial"/>
            </a:endParaRPr>
          </a:p>
        </p:txBody>
      </p:sp>
      <p:sp>
        <p:nvSpPr>
          <p:cNvPr id="1968" name="Google Shape;1968;p47"/>
          <p:cNvSpPr txBox="1"/>
          <p:nvPr/>
        </p:nvSpPr>
        <p:spPr>
          <a:xfrm>
            <a:off x="144000" y="1080000"/>
            <a:ext cx="8856000" cy="540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初期流動時は、アプリ開発チーム、IF・バッチ開発チームの２チーム構成とします。</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また、ベトナム開発チームは本稼働後は解散し、すべて日本側のチームで対応いたします。</a:t>
            </a:r>
            <a:endParaRPr sz="1400">
              <a:solidFill>
                <a:schemeClr val="dk1"/>
              </a:solidFill>
              <a:latin typeface="Arial"/>
              <a:ea typeface="Arial"/>
              <a:cs typeface="Arial"/>
              <a:sym typeface="Arial"/>
            </a:endParaRPr>
          </a:p>
        </p:txBody>
      </p:sp>
      <p:grpSp>
        <p:nvGrpSpPr>
          <p:cNvPr id="1969" name="Google Shape;1969;p47"/>
          <p:cNvGrpSpPr/>
          <p:nvPr/>
        </p:nvGrpSpPr>
        <p:grpSpPr>
          <a:xfrm>
            <a:off x="972000" y="1944000"/>
            <a:ext cx="7200000" cy="3744000"/>
            <a:chOff x="972000" y="1656000"/>
            <a:chExt cx="7200000" cy="3744000"/>
          </a:xfrm>
        </p:grpSpPr>
        <p:sp>
          <p:nvSpPr>
            <p:cNvPr id="1970" name="Google Shape;1970;p47"/>
            <p:cNvSpPr/>
            <p:nvPr/>
          </p:nvSpPr>
          <p:spPr>
            <a:xfrm>
              <a:off x="3456000" y="3672000"/>
              <a:ext cx="2232000" cy="360000"/>
            </a:xfrm>
            <a:prstGeom prst="rect">
              <a:avLst/>
            </a:prstGeom>
            <a:solidFill>
              <a:schemeClr val="lt1"/>
            </a:solidFill>
            <a:ln>
              <a:noFill/>
            </a:ln>
          </p:spPr>
          <p:txBody>
            <a:bodyPr anchorCtr="0" anchor="ctr" bIns="45700" lIns="36000" spcFirstLastPara="1" rIns="36000" wrap="square" tIns="45700">
              <a:noAutofit/>
            </a:bodyPr>
            <a:lstStyle/>
            <a:p>
              <a:pPr indent="0" lvl="0" marL="0" marR="0" rtl="0" algn="ctr">
                <a:spcBef>
                  <a:spcPts val="0"/>
                </a:spcBef>
                <a:spcAft>
                  <a:spcPts val="0"/>
                </a:spcAft>
                <a:buNone/>
              </a:pPr>
              <a:r>
                <a:t/>
              </a:r>
              <a:endParaRPr sz="1400">
                <a:solidFill>
                  <a:schemeClr val="dk1"/>
                </a:solidFill>
                <a:latin typeface="Arial"/>
                <a:ea typeface="Arial"/>
                <a:cs typeface="Arial"/>
                <a:sym typeface="Arial"/>
              </a:endParaRPr>
            </a:p>
          </p:txBody>
        </p:sp>
        <p:cxnSp>
          <p:nvCxnSpPr>
            <p:cNvPr id="1971" name="Google Shape;1971;p47"/>
            <p:cNvCxnSpPr>
              <a:stCxn id="1972" idx="2"/>
              <a:endCxn id="1973" idx="0"/>
            </p:cNvCxnSpPr>
            <p:nvPr/>
          </p:nvCxnSpPr>
          <p:spPr>
            <a:xfrm>
              <a:off x="4572000" y="2304000"/>
              <a:ext cx="0" cy="288000"/>
            </a:xfrm>
            <a:prstGeom prst="straightConnector1">
              <a:avLst/>
            </a:prstGeom>
            <a:noFill/>
            <a:ln cap="flat" cmpd="sng" w="28575">
              <a:solidFill>
                <a:srgbClr val="BFBFBF"/>
              </a:solidFill>
              <a:prstDash val="solid"/>
              <a:miter lim="800000"/>
              <a:headEnd len="sm" w="sm" type="none"/>
              <a:tailEnd len="sm" w="sm" type="none"/>
            </a:ln>
          </p:spPr>
        </p:cxnSp>
        <p:grpSp>
          <p:nvGrpSpPr>
            <p:cNvPr id="1974" name="Google Shape;1974;p47"/>
            <p:cNvGrpSpPr/>
            <p:nvPr/>
          </p:nvGrpSpPr>
          <p:grpSpPr>
            <a:xfrm>
              <a:off x="3348000" y="1656000"/>
              <a:ext cx="2448000" cy="648000"/>
              <a:chOff x="3636000" y="1224000"/>
              <a:chExt cx="2232000" cy="648000"/>
            </a:xfrm>
          </p:grpSpPr>
          <p:sp>
            <p:nvSpPr>
              <p:cNvPr id="1975" name="Google Shape;1975;p47"/>
              <p:cNvSpPr/>
              <p:nvPr/>
            </p:nvSpPr>
            <p:spPr>
              <a:xfrm>
                <a:off x="3636000" y="1224000"/>
                <a:ext cx="2232000" cy="288000"/>
              </a:xfrm>
              <a:prstGeom prst="rect">
                <a:avLst/>
              </a:prstGeom>
              <a:solidFill>
                <a:srgbClr val="525252"/>
              </a:solidFill>
              <a:ln cap="flat" cmpd="sng" w="12700">
                <a:solidFill>
                  <a:schemeClr val="accent3"/>
                </a:solidFill>
                <a:prstDash val="solid"/>
                <a:miter lim="800000"/>
                <a:headEnd len="sm" w="sm" type="none"/>
                <a:tailEnd len="sm" w="sm" type="none"/>
              </a:ln>
            </p:spPr>
            <p:txBody>
              <a:bodyPr anchorCtr="0" anchor="ctr" bIns="45700" lIns="36000" spcFirstLastPara="1" rIns="36000" wrap="square" tIns="45700">
                <a:noAutofit/>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プロジェクト責任者</a:t>
                </a:r>
                <a:endParaRPr b="1" sz="1400">
                  <a:solidFill>
                    <a:schemeClr val="lt1"/>
                  </a:solidFill>
                  <a:latin typeface="Arial"/>
                  <a:ea typeface="Arial"/>
                  <a:cs typeface="Arial"/>
                  <a:sym typeface="Arial"/>
                </a:endParaRPr>
              </a:p>
            </p:txBody>
          </p:sp>
          <p:sp>
            <p:nvSpPr>
              <p:cNvPr id="1972" name="Google Shape;1972;p47"/>
              <p:cNvSpPr/>
              <p:nvPr/>
            </p:nvSpPr>
            <p:spPr>
              <a:xfrm>
                <a:off x="3636000" y="1512000"/>
                <a:ext cx="2232000" cy="360000"/>
              </a:xfrm>
              <a:prstGeom prst="rect">
                <a:avLst/>
              </a:prstGeom>
              <a:solidFill>
                <a:srgbClr val="EDEDED"/>
              </a:solidFill>
              <a:ln cap="flat" cmpd="sng" w="12700">
                <a:solidFill>
                  <a:schemeClr val="accent3"/>
                </a:solidFill>
                <a:prstDash val="solid"/>
                <a:miter lim="800000"/>
                <a:headEnd len="sm" w="sm" type="none"/>
                <a:tailEnd len="sm" w="sm" type="none"/>
              </a:ln>
            </p:spPr>
            <p:txBody>
              <a:bodyPr anchorCtr="0" anchor="ctr" bIns="45700" lIns="36000" spcFirstLastPara="1" rIns="36000" wrap="square" tIns="457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福田慎</a:t>
                </a:r>
                <a:endParaRPr sz="1400">
                  <a:solidFill>
                    <a:schemeClr val="dk1"/>
                  </a:solidFill>
                  <a:latin typeface="Arial"/>
                  <a:ea typeface="Arial"/>
                  <a:cs typeface="Arial"/>
                  <a:sym typeface="Arial"/>
                </a:endParaRPr>
              </a:p>
            </p:txBody>
          </p:sp>
        </p:grpSp>
        <p:grpSp>
          <p:nvGrpSpPr>
            <p:cNvPr id="1976" name="Google Shape;1976;p47"/>
            <p:cNvGrpSpPr/>
            <p:nvPr/>
          </p:nvGrpSpPr>
          <p:grpSpPr>
            <a:xfrm>
              <a:off x="3348000" y="2592000"/>
              <a:ext cx="2448000" cy="648000"/>
              <a:chOff x="3636000" y="2196000"/>
              <a:chExt cx="2232000" cy="648000"/>
            </a:xfrm>
          </p:grpSpPr>
          <p:sp>
            <p:nvSpPr>
              <p:cNvPr id="1973" name="Google Shape;1973;p47"/>
              <p:cNvSpPr/>
              <p:nvPr/>
            </p:nvSpPr>
            <p:spPr>
              <a:xfrm>
                <a:off x="3636000" y="2196000"/>
                <a:ext cx="2232000" cy="288000"/>
              </a:xfrm>
              <a:prstGeom prst="rect">
                <a:avLst/>
              </a:prstGeom>
              <a:solidFill>
                <a:srgbClr val="525252"/>
              </a:solidFill>
              <a:ln cap="flat" cmpd="sng" w="12700">
                <a:solidFill>
                  <a:schemeClr val="accent3"/>
                </a:solidFill>
                <a:prstDash val="solid"/>
                <a:miter lim="800000"/>
                <a:headEnd len="sm" w="sm" type="none"/>
                <a:tailEnd len="sm" w="sm" type="none"/>
              </a:ln>
            </p:spPr>
            <p:txBody>
              <a:bodyPr anchorCtr="0" anchor="ctr" bIns="45700" lIns="36000" spcFirstLastPara="1" rIns="36000" wrap="square" tIns="45700">
                <a:noAutofit/>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プロジェクトマネージャー</a:t>
                </a:r>
                <a:endParaRPr b="1" sz="1400">
                  <a:solidFill>
                    <a:schemeClr val="lt1"/>
                  </a:solidFill>
                  <a:latin typeface="Arial"/>
                  <a:ea typeface="Arial"/>
                  <a:cs typeface="Arial"/>
                  <a:sym typeface="Arial"/>
                </a:endParaRPr>
              </a:p>
            </p:txBody>
          </p:sp>
          <p:sp>
            <p:nvSpPr>
              <p:cNvPr id="1977" name="Google Shape;1977;p47"/>
              <p:cNvSpPr/>
              <p:nvPr/>
            </p:nvSpPr>
            <p:spPr>
              <a:xfrm>
                <a:off x="3636000" y="2484000"/>
                <a:ext cx="2232000" cy="360000"/>
              </a:xfrm>
              <a:prstGeom prst="rect">
                <a:avLst/>
              </a:prstGeom>
              <a:solidFill>
                <a:srgbClr val="EDEDED"/>
              </a:solidFill>
              <a:ln cap="flat" cmpd="sng" w="12700">
                <a:solidFill>
                  <a:schemeClr val="accent3"/>
                </a:solidFill>
                <a:prstDash val="solid"/>
                <a:miter lim="800000"/>
                <a:headEnd len="sm" w="sm" type="none"/>
                <a:tailEnd len="sm" w="sm" type="none"/>
              </a:ln>
            </p:spPr>
            <p:txBody>
              <a:bodyPr anchorCtr="0" anchor="ctr" bIns="45700" lIns="36000" spcFirstLastPara="1" rIns="36000" wrap="square" tIns="45700">
                <a:noAutofit/>
              </a:bodyPr>
              <a:lstStyle/>
              <a:p>
                <a:pPr indent="0" lvl="0" marL="0" marR="0" rtl="0" algn="ctr">
                  <a:spcBef>
                    <a:spcPts val="0"/>
                  </a:spcBef>
                  <a:spcAft>
                    <a:spcPts val="0"/>
                  </a:spcAft>
                  <a:buNone/>
                </a:pPr>
                <a:r>
                  <a:rPr b="1" lang="ja-JP" sz="1400">
                    <a:solidFill>
                      <a:schemeClr val="dk1"/>
                    </a:solidFill>
                    <a:latin typeface="Arial"/>
                    <a:ea typeface="Arial"/>
                    <a:cs typeface="Arial"/>
                    <a:sym typeface="Arial"/>
                  </a:rPr>
                  <a:t>小林紀昭</a:t>
                </a:r>
                <a:endParaRPr/>
              </a:p>
            </p:txBody>
          </p:sp>
        </p:grpSp>
        <p:cxnSp>
          <p:nvCxnSpPr>
            <p:cNvPr id="1978" name="Google Shape;1978;p47"/>
            <p:cNvCxnSpPr>
              <a:stCxn id="1970" idx="2"/>
              <a:endCxn id="1979" idx="3"/>
            </p:cNvCxnSpPr>
            <p:nvPr/>
          </p:nvCxnSpPr>
          <p:spPr>
            <a:xfrm rot="5400000">
              <a:off x="3708000" y="3528000"/>
              <a:ext cx="360000" cy="1368000"/>
            </a:xfrm>
            <a:prstGeom prst="bentConnector3">
              <a:avLst>
                <a:gd fmla="val -30000" name="adj1"/>
              </a:avLst>
            </a:prstGeom>
            <a:noFill/>
            <a:ln cap="flat" cmpd="sng" w="28575">
              <a:solidFill>
                <a:srgbClr val="BFBFBF"/>
              </a:solidFill>
              <a:prstDash val="solid"/>
              <a:miter lim="800000"/>
              <a:headEnd len="sm" w="sm" type="none"/>
              <a:tailEnd len="sm" w="sm" type="none"/>
            </a:ln>
          </p:spPr>
        </p:cxnSp>
        <p:grpSp>
          <p:nvGrpSpPr>
            <p:cNvPr id="1980" name="Google Shape;1980;p47"/>
            <p:cNvGrpSpPr/>
            <p:nvPr/>
          </p:nvGrpSpPr>
          <p:grpSpPr>
            <a:xfrm>
              <a:off x="972000" y="3312000"/>
              <a:ext cx="1944000" cy="648000"/>
              <a:chOff x="1499236" y="2176585"/>
              <a:chExt cx="1944000" cy="648000"/>
            </a:xfrm>
          </p:grpSpPr>
          <p:sp>
            <p:nvSpPr>
              <p:cNvPr id="1981" name="Google Shape;1981;p47"/>
              <p:cNvSpPr/>
              <p:nvPr/>
            </p:nvSpPr>
            <p:spPr>
              <a:xfrm>
                <a:off x="1499236" y="2176585"/>
                <a:ext cx="1944000" cy="288000"/>
              </a:xfrm>
              <a:prstGeom prst="rect">
                <a:avLst/>
              </a:prstGeom>
              <a:solidFill>
                <a:srgbClr val="525252"/>
              </a:solidFill>
              <a:ln cap="flat" cmpd="sng" w="12700">
                <a:solidFill>
                  <a:schemeClr val="accent3"/>
                </a:solidFill>
                <a:prstDash val="solid"/>
                <a:miter lim="800000"/>
                <a:headEnd len="sm" w="sm" type="none"/>
                <a:tailEnd len="sm" w="sm" type="none"/>
              </a:ln>
            </p:spPr>
            <p:txBody>
              <a:bodyPr anchorCtr="0" anchor="ctr" bIns="45700" lIns="36000" spcFirstLastPara="1" rIns="36000" wrap="square" tIns="45700">
                <a:noAutofit/>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PMO</a:t>
                </a:r>
                <a:endParaRPr b="1" sz="1400">
                  <a:solidFill>
                    <a:schemeClr val="lt1"/>
                  </a:solidFill>
                  <a:latin typeface="Arial"/>
                  <a:ea typeface="Arial"/>
                  <a:cs typeface="Arial"/>
                  <a:sym typeface="Arial"/>
                </a:endParaRPr>
              </a:p>
            </p:txBody>
          </p:sp>
          <p:sp>
            <p:nvSpPr>
              <p:cNvPr id="1982" name="Google Shape;1982;p47"/>
              <p:cNvSpPr/>
              <p:nvPr/>
            </p:nvSpPr>
            <p:spPr>
              <a:xfrm>
                <a:off x="1499236" y="2464585"/>
                <a:ext cx="1944000" cy="360000"/>
              </a:xfrm>
              <a:prstGeom prst="rect">
                <a:avLst/>
              </a:prstGeom>
              <a:solidFill>
                <a:srgbClr val="EDEDED"/>
              </a:solidFill>
              <a:ln cap="flat" cmpd="sng" w="12700">
                <a:solidFill>
                  <a:schemeClr val="accent3"/>
                </a:solidFill>
                <a:prstDash val="solid"/>
                <a:miter lim="800000"/>
                <a:headEnd len="sm" w="sm" type="none"/>
                <a:tailEnd len="sm" w="sm" type="none"/>
              </a:ln>
            </p:spPr>
            <p:txBody>
              <a:bodyPr anchorCtr="0" anchor="t" bIns="45700" lIns="72000" spcFirstLastPara="1" rIns="72000" wrap="square" tIns="1080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福田一希</a:t>
                </a:r>
                <a:endParaRPr sz="1400">
                  <a:solidFill>
                    <a:schemeClr val="dk1"/>
                  </a:solidFill>
                  <a:latin typeface="Arial"/>
                  <a:ea typeface="Arial"/>
                  <a:cs typeface="Arial"/>
                  <a:sym typeface="Arial"/>
                </a:endParaRPr>
              </a:p>
            </p:txBody>
          </p:sp>
        </p:grpSp>
        <p:sp>
          <p:nvSpPr>
            <p:cNvPr id="1979" name="Google Shape;1979;p47"/>
            <p:cNvSpPr/>
            <p:nvPr/>
          </p:nvSpPr>
          <p:spPr>
            <a:xfrm>
              <a:off x="2124000" y="4392000"/>
              <a:ext cx="2160000" cy="360000"/>
            </a:xfrm>
            <a:prstGeom prst="round2SameRect">
              <a:avLst>
                <a:gd fmla="val 17639" name="adj1"/>
                <a:gd fmla="val 0" name="adj2"/>
              </a:avLst>
            </a:prstGeom>
            <a:solidFill>
              <a:schemeClr val="accent1"/>
            </a:solidFill>
            <a:ln cap="flat" cmpd="sng" w="12700">
              <a:solidFill>
                <a:schemeClr val="accent3"/>
              </a:solidFill>
              <a:prstDash val="solid"/>
              <a:miter lim="800000"/>
              <a:headEnd len="sm" w="sm" type="none"/>
              <a:tailEnd len="sm" w="sm" type="none"/>
            </a:ln>
          </p:spPr>
          <p:txBody>
            <a:bodyPr anchorCtr="0" anchor="ctr" bIns="45700" lIns="36000" spcFirstLastPara="1" rIns="36000" wrap="square" tIns="45700">
              <a:noAutofit/>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アプリ開発チーム</a:t>
              </a:r>
              <a:endParaRPr b="1" sz="1400">
                <a:solidFill>
                  <a:schemeClr val="lt1"/>
                </a:solidFill>
                <a:latin typeface="Arial"/>
                <a:ea typeface="Arial"/>
                <a:cs typeface="Arial"/>
                <a:sym typeface="Arial"/>
              </a:endParaRPr>
            </a:p>
          </p:txBody>
        </p:sp>
        <p:sp>
          <p:nvSpPr>
            <p:cNvPr id="1983" name="Google Shape;1983;p47"/>
            <p:cNvSpPr/>
            <p:nvPr/>
          </p:nvSpPr>
          <p:spPr>
            <a:xfrm>
              <a:off x="2124000" y="4752000"/>
              <a:ext cx="2160000" cy="648000"/>
            </a:xfrm>
            <a:prstGeom prst="rect">
              <a:avLst/>
            </a:prstGeom>
            <a:solidFill>
              <a:srgbClr val="DDEAF6"/>
            </a:solidFill>
            <a:ln cap="flat" cmpd="sng" w="12700">
              <a:solidFill>
                <a:schemeClr val="accent3"/>
              </a:solidFill>
              <a:prstDash val="solid"/>
              <a:miter lim="800000"/>
              <a:headEnd len="sm" w="sm" type="none"/>
              <a:tailEnd len="sm" w="sm" type="none"/>
            </a:ln>
          </p:spPr>
          <p:txBody>
            <a:bodyPr anchorCtr="0" anchor="t" bIns="45700" lIns="72000" spcFirstLastPara="1" rIns="72000" wrap="square" tIns="1080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TL 朴邦彦</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チームメンバー 4名</a:t>
              </a:r>
              <a:endParaRPr sz="1400">
                <a:solidFill>
                  <a:schemeClr val="dk1"/>
                </a:solidFill>
                <a:latin typeface="Arial"/>
                <a:ea typeface="Arial"/>
                <a:cs typeface="Arial"/>
                <a:sym typeface="Arial"/>
              </a:endParaRPr>
            </a:p>
          </p:txBody>
        </p:sp>
        <p:sp>
          <p:nvSpPr>
            <p:cNvPr id="1984" name="Google Shape;1984;p47"/>
            <p:cNvSpPr/>
            <p:nvPr/>
          </p:nvSpPr>
          <p:spPr>
            <a:xfrm>
              <a:off x="4860000" y="4392000"/>
              <a:ext cx="2160000" cy="360000"/>
            </a:xfrm>
            <a:prstGeom prst="round2SameRect">
              <a:avLst>
                <a:gd fmla="val 17639" name="adj1"/>
                <a:gd fmla="val 0" name="adj2"/>
              </a:avLst>
            </a:prstGeom>
            <a:solidFill>
              <a:schemeClr val="accent1"/>
            </a:solidFill>
            <a:ln cap="flat" cmpd="sng" w="12700">
              <a:solidFill>
                <a:schemeClr val="accent3"/>
              </a:solidFill>
              <a:prstDash val="solid"/>
              <a:miter lim="800000"/>
              <a:headEnd len="sm" w="sm" type="none"/>
              <a:tailEnd len="sm" w="sm" type="none"/>
            </a:ln>
          </p:spPr>
          <p:txBody>
            <a:bodyPr anchorCtr="0" anchor="ctr" bIns="45700" lIns="36000" spcFirstLastPara="1" rIns="36000" wrap="square" tIns="45700">
              <a:noAutofit/>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IF・バッチ開発チーム</a:t>
              </a:r>
              <a:endParaRPr b="1" sz="1400">
                <a:solidFill>
                  <a:schemeClr val="lt1"/>
                </a:solidFill>
                <a:latin typeface="Arial"/>
                <a:ea typeface="Arial"/>
                <a:cs typeface="Arial"/>
                <a:sym typeface="Arial"/>
              </a:endParaRPr>
            </a:p>
          </p:txBody>
        </p:sp>
        <p:sp>
          <p:nvSpPr>
            <p:cNvPr id="1985" name="Google Shape;1985;p47"/>
            <p:cNvSpPr/>
            <p:nvPr/>
          </p:nvSpPr>
          <p:spPr>
            <a:xfrm>
              <a:off x="4860000" y="4752000"/>
              <a:ext cx="2160000" cy="648000"/>
            </a:xfrm>
            <a:prstGeom prst="rect">
              <a:avLst/>
            </a:prstGeom>
            <a:solidFill>
              <a:srgbClr val="DDEAF6"/>
            </a:solidFill>
            <a:ln cap="flat" cmpd="sng" w="12700">
              <a:solidFill>
                <a:schemeClr val="accent3"/>
              </a:solidFill>
              <a:prstDash val="solid"/>
              <a:miter lim="800000"/>
              <a:headEnd len="sm" w="sm" type="none"/>
              <a:tailEnd len="sm" w="sm" type="none"/>
            </a:ln>
          </p:spPr>
          <p:txBody>
            <a:bodyPr anchorCtr="0" anchor="t" bIns="45700" lIns="72000" spcFirstLastPara="1" rIns="72000" wrap="square" tIns="1080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TL伊達翔互</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チームメンバー 3名</a:t>
              </a:r>
              <a:endParaRPr sz="1400">
                <a:solidFill>
                  <a:schemeClr val="dk1"/>
                </a:solidFill>
                <a:latin typeface="Arial"/>
                <a:ea typeface="Arial"/>
                <a:cs typeface="Arial"/>
                <a:sym typeface="Arial"/>
              </a:endParaRPr>
            </a:p>
          </p:txBody>
        </p:sp>
        <p:cxnSp>
          <p:nvCxnSpPr>
            <p:cNvPr id="1986" name="Google Shape;1986;p47"/>
            <p:cNvCxnSpPr>
              <a:stCxn id="1970" idx="2"/>
              <a:endCxn id="1984" idx="3"/>
            </p:cNvCxnSpPr>
            <p:nvPr/>
          </p:nvCxnSpPr>
          <p:spPr>
            <a:xfrm flipH="1" rot="-5400000">
              <a:off x="5076000" y="3528000"/>
              <a:ext cx="360000" cy="1368000"/>
            </a:xfrm>
            <a:prstGeom prst="bentConnector3">
              <a:avLst>
                <a:gd fmla="val -30000" name="adj1"/>
              </a:avLst>
            </a:prstGeom>
            <a:noFill/>
            <a:ln cap="flat" cmpd="sng" w="28575">
              <a:solidFill>
                <a:srgbClr val="BFBFBF"/>
              </a:solidFill>
              <a:prstDash val="solid"/>
              <a:miter lim="800000"/>
              <a:headEnd len="sm" w="sm" type="none"/>
              <a:tailEnd len="sm" w="sm" type="none"/>
            </a:ln>
          </p:spPr>
        </p:cxnSp>
        <p:cxnSp>
          <p:nvCxnSpPr>
            <p:cNvPr id="1987" name="Google Shape;1987;p47"/>
            <p:cNvCxnSpPr>
              <a:stCxn id="1977" idx="2"/>
              <a:endCxn id="1982" idx="3"/>
            </p:cNvCxnSpPr>
            <p:nvPr/>
          </p:nvCxnSpPr>
          <p:spPr>
            <a:xfrm rot="5400000">
              <a:off x="3474000" y="2682000"/>
              <a:ext cx="540000" cy="1656000"/>
            </a:xfrm>
            <a:prstGeom prst="bentConnector2">
              <a:avLst/>
            </a:prstGeom>
            <a:noFill/>
            <a:ln cap="flat" cmpd="sng" w="28575">
              <a:solidFill>
                <a:srgbClr val="BFBFBF"/>
              </a:solidFill>
              <a:prstDash val="solid"/>
              <a:miter lim="800000"/>
              <a:headEnd len="sm" w="sm" type="none"/>
              <a:tailEnd len="sm" w="sm" type="none"/>
            </a:ln>
          </p:spPr>
        </p:cxnSp>
        <p:cxnSp>
          <p:nvCxnSpPr>
            <p:cNvPr id="1988" name="Google Shape;1988;p47"/>
            <p:cNvCxnSpPr>
              <a:stCxn id="1977" idx="2"/>
              <a:endCxn id="1970" idx="2"/>
            </p:cNvCxnSpPr>
            <p:nvPr/>
          </p:nvCxnSpPr>
          <p:spPr>
            <a:xfrm>
              <a:off x="4572000" y="3240000"/>
              <a:ext cx="0" cy="792000"/>
            </a:xfrm>
            <a:prstGeom prst="straightConnector1">
              <a:avLst/>
            </a:prstGeom>
            <a:noFill/>
            <a:ln cap="flat" cmpd="sng" w="28575">
              <a:solidFill>
                <a:srgbClr val="BFBFBF"/>
              </a:solidFill>
              <a:prstDash val="solid"/>
              <a:miter lim="800000"/>
              <a:headEnd len="sm" w="sm" type="none"/>
              <a:tailEnd len="sm" w="sm" type="none"/>
            </a:ln>
          </p:spPr>
        </p:cxnSp>
        <p:grpSp>
          <p:nvGrpSpPr>
            <p:cNvPr id="1989" name="Google Shape;1989;p47"/>
            <p:cNvGrpSpPr/>
            <p:nvPr/>
          </p:nvGrpSpPr>
          <p:grpSpPr>
            <a:xfrm>
              <a:off x="6228000" y="3312000"/>
              <a:ext cx="1944000" cy="648000"/>
              <a:chOff x="6840000" y="2277489"/>
              <a:chExt cx="1944000" cy="648000"/>
            </a:xfrm>
          </p:grpSpPr>
          <p:sp>
            <p:nvSpPr>
              <p:cNvPr id="1990" name="Google Shape;1990;p47"/>
              <p:cNvSpPr/>
              <p:nvPr/>
            </p:nvSpPr>
            <p:spPr>
              <a:xfrm>
                <a:off x="6840000" y="2277489"/>
                <a:ext cx="1944000" cy="288000"/>
              </a:xfrm>
              <a:prstGeom prst="rect">
                <a:avLst/>
              </a:prstGeom>
              <a:solidFill>
                <a:srgbClr val="525252"/>
              </a:solidFill>
              <a:ln cap="flat" cmpd="sng" w="12700">
                <a:solidFill>
                  <a:schemeClr val="accent3"/>
                </a:solidFill>
                <a:prstDash val="solid"/>
                <a:miter lim="800000"/>
                <a:headEnd len="sm" w="sm" type="none"/>
                <a:tailEnd len="sm" w="sm" type="none"/>
              </a:ln>
            </p:spPr>
            <p:txBody>
              <a:bodyPr anchorCtr="0" anchor="ctr" bIns="45700" lIns="36000" spcFirstLastPara="1" rIns="36000" wrap="square" tIns="45700">
                <a:noAutofit/>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営業</a:t>
                </a:r>
                <a:endParaRPr b="1" sz="1400">
                  <a:solidFill>
                    <a:schemeClr val="lt1"/>
                  </a:solidFill>
                  <a:latin typeface="Arial"/>
                  <a:ea typeface="Arial"/>
                  <a:cs typeface="Arial"/>
                  <a:sym typeface="Arial"/>
                </a:endParaRPr>
              </a:p>
            </p:txBody>
          </p:sp>
          <p:sp>
            <p:nvSpPr>
              <p:cNvPr id="1991" name="Google Shape;1991;p47"/>
              <p:cNvSpPr/>
              <p:nvPr/>
            </p:nvSpPr>
            <p:spPr>
              <a:xfrm>
                <a:off x="6840000" y="2565489"/>
                <a:ext cx="1944000" cy="360000"/>
              </a:xfrm>
              <a:prstGeom prst="rect">
                <a:avLst/>
              </a:prstGeom>
              <a:solidFill>
                <a:srgbClr val="EDEDED"/>
              </a:solidFill>
              <a:ln cap="flat" cmpd="sng" w="12700">
                <a:solidFill>
                  <a:schemeClr val="accent3"/>
                </a:solidFill>
                <a:prstDash val="solid"/>
                <a:miter lim="800000"/>
                <a:headEnd len="sm" w="sm" type="none"/>
                <a:tailEnd len="sm" w="sm" type="none"/>
              </a:ln>
            </p:spPr>
            <p:txBody>
              <a:bodyPr anchorCtr="0" anchor="t" bIns="45700" lIns="72000" spcFirstLastPara="1" rIns="72000" wrap="square" tIns="1080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髙浦祐朗</a:t>
                </a:r>
                <a:endParaRPr sz="1400">
                  <a:solidFill>
                    <a:schemeClr val="dk1"/>
                  </a:solidFill>
                  <a:latin typeface="Arial"/>
                  <a:ea typeface="Arial"/>
                  <a:cs typeface="Arial"/>
                  <a:sym typeface="Arial"/>
                </a:endParaRPr>
              </a:p>
            </p:txBody>
          </p:sp>
        </p:grpSp>
        <p:cxnSp>
          <p:nvCxnSpPr>
            <p:cNvPr id="1992" name="Google Shape;1992;p47"/>
            <p:cNvCxnSpPr>
              <a:stCxn id="1977" idx="2"/>
              <a:endCxn id="1991" idx="1"/>
            </p:cNvCxnSpPr>
            <p:nvPr/>
          </p:nvCxnSpPr>
          <p:spPr>
            <a:xfrm flipH="1" rot="-5400000">
              <a:off x="5130000" y="2682000"/>
              <a:ext cx="540000" cy="1656000"/>
            </a:xfrm>
            <a:prstGeom prst="bentConnector2">
              <a:avLst/>
            </a:prstGeom>
            <a:noFill/>
            <a:ln cap="flat" cmpd="sng" w="28575">
              <a:solidFill>
                <a:srgbClr val="BFBFBF"/>
              </a:solidFill>
              <a:prstDash val="solid"/>
              <a:miter lim="800000"/>
              <a:headEnd len="sm" w="sm" type="none"/>
              <a:tailEnd len="sm" w="sm" type="none"/>
            </a:ln>
          </p:spPr>
        </p:cxnSp>
      </p:gr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6" name="Shape 1996"/>
        <p:cNvGrpSpPr/>
        <p:nvPr/>
      </p:nvGrpSpPr>
      <p:grpSpPr>
        <a:xfrm>
          <a:off x="0" y="0"/>
          <a:ext cx="0" cy="0"/>
          <a:chOff x="0" y="0"/>
          <a:chExt cx="0" cy="0"/>
        </a:xfrm>
      </p:grpSpPr>
      <p:sp>
        <p:nvSpPr>
          <p:cNvPr id="1997" name="Google Shape;1997;p48"/>
          <p:cNvSpPr txBox="1"/>
          <p:nvPr>
            <p:ph type="title"/>
          </p:nvPr>
        </p:nvSpPr>
        <p:spPr>
          <a:xfrm>
            <a:off x="144000" y="36000"/>
            <a:ext cx="8856000" cy="5760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3000"/>
              <a:buFont typeface="Arial"/>
              <a:buNone/>
            </a:pPr>
            <a:r>
              <a:rPr lang="ja-JP"/>
              <a:t>保守体制（保守）</a:t>
            </a:r>
            <a:endParaRPr/>
          </a:p>
        </p:txBody>
      </p:sp>
      <p:sp>
        <p:nvSpPr>
          <p:cNvPr id="1998" name="Google Shape;1998;p48"/>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ja-JP"/>
              <a:t>Copyright© 2020 SystemEXE,Inc. all rights reserved.</a:t>
            </a:r>
            <a:endParaRPr/>
          </a:p>
        </p:txBody>
      </p:sp>
      <p:sp>
        <p:nvSpPr>
          <p:cNvPr id="1999" name="Google Shape;1999;p48"/>
          <p:cNvSpPr txBox="1"/>
          <p:nvPr>
            <p:ph idx="12" type="sldNum"/>
          </p:nvPr>
        </p:nvSpPr>
        <p:spPr>
          <a:xfrm>
            <a:off x="4212000" y="6500068"/>
            <a:ext cx="720000" cy="288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ja-JP"/>
              <a:t>‹#›</a:t>
            </a:fld>
            <a:endParaRPr/>
          </a:p>
        </p:txBody>
      </p:sp>
      <p:sp>
        <p:nvSpPr>
          <p:cNvPr id="2000" name="Google Shape;2000;p48"/>
          <p:cNvSpPr txBox="1"/>
          <p:nvPr/>
        </p:nvSpPr>
        <p:spPr>
          <a:xfrm>
            <a:off x="144000" y="6120000"/>
            <a:ext cx="8856000" cy="276999"/>
          </a:xfrm>
          <a:prstGeom prst="rect">
            <a:avLst/>
          </a:prstGeom>
          <a:noFill/>
          <a:ln>
            <a:noFill/>
          </a:ln>
        </p:spPr>
        <p:txBody>
          <a:bodyPr anchorCtr="0" anchor="b" bIns="45700" lIns="91425" spcFirstLastPara="1" rIns="91425" wrap="square" tIns="45700">
            <a:spAutoFit/>
          </a:bodyPr>
          <a:lstStyle/>
          <a:p>
            <a:pPr indent="0" lvl="0" marL="0" marR="0" rtl="0" algn="l">
              <a:spcBef>
                <a:spcPts val="0"/>
              </a:spcBef>
              <a:spcAft>
                <a:spcPts val="0"/>
              </a:spcAft>
              <a:buNone/>
            </a:pPr>
            <a:r>
              <a:rPr lang="ja-JP" sz="1200">
                <a:solidFill>
                  <a:schemeClr val="dk1"/>
                </a:solidFill>
                <a:latin typeface="Arial"/>
                <a:ea typeface="Arial"/>
                <a:cs typeface="Arial"/>
                <a:sym typeface="Arial"/>
              </a:rPr>
              <a:t>※ 上記の体制は弊社協力会社（再委託）の要員を含めた体制となる場合があります。</a:t>
            </a:r>
            <a:endParaRPr sz="1200">
              <a:solidFill>
                <a:schemeClr val="dk1"/>
              </a:solidFill>
              <a:latin typeface="Arial"/>
              <a:ea typeface="Arial"/>
              <a:cs typeface="Arial"/>
              <a:sym typeface="Arial"/>
            </a:endParaRPr>
          </a:p>
        </p:txBody>
      </p:sp>
      <p:sp>
        <p:nvSpPr>
          <p:cNvPr id="2001" name="Google Shape;2001;p48"/>
          <p:cNvSpPr txBox="1"/>
          <p:nvPr/>
        </p:nvSpPr>
        <p:spPr>
          <a:xfrm>
            <a:off x="144000" y="1080000"/>
            <a:ext cx="8856000" cy="540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保守工程においては、貴社の保守業務に精通した要員をアサインします。</a:t>
            </a:r>
            <a:endParaRPr sz="1400">
              <a:solidFill>
                <a:schemeClr val="dk1"/>
              </a:solidFill>
              <a:latin typeface="Arial"/>
              <a:ea typeface="Arial"/>
              <a:cs typeface="Arial"/>
              <a:sym typeface="Arial"/>
            </a:endParaRPr>
          </a:p>
        </p:txBody>
      </p:sp>
      <p:grpSp>
        <p:nvGrpSpPr>
          <p:cNvPr id="2002" name="Google Shape;2002;p48"/>
          <p:cNvGrpSpPr/>
          <p:nvPr/>
        </p:nvGrpSpPr>
        <p:grpSpPr>
          <a:xfrm>
            <a:off x="3348000" y="2016000"/>
            <a:ext cx="4824000" cy="3384000"/>
            <a:chOff x="3348000" y="1872000"/>
            <a:chExt cx="4824000" cy="3384000"/>
          </a:xfrm>
        </p:grpSpPr>
        <p:cxnSp>
          <p:nvCxnSpPr>
            <p:cNvPr id="2003" name="Google Shape;2003;p48"/>
            <p:cNvCxnSpPr>
              <a:stCxn id="2004" idx="2"/>
              <a:endCxn id="2005" idx="0"/>
            </p:cNvCxnSpPr>
            <p:nvPr/>
          </p:nvCxnSpPr>
          <p:spPr>
            <a:xfrm>
              <a:off x="4572000" y="2520000"/>
              <a:ext cx="0" cy="288000"/>
            </a:xfrm>
            <a:prstGeom prst="straightConnector1">
              <a:avLst/>
            </a:prstGeom>
            <a:noFill/>
            <a:ln cap="flat" cmpd="sng" w="28575">
              <a:solidFill>
                <a:srgbClr val="BFBFBF"/>
              </a:solidFill>
              <a:prstDash val="solid"/>
              <a:miter lim="800000"/>
              <a:headEnd len="sm" w="sm" type="none"/>
              <a:tailEnd len="sm" w="sm" type="none"/>
            </a:ln>
          </p:spPr>
        </p:cxnSp>
        <p:grpSp>
          <p:nvGrpSpPr>
            <p:cNvPr id="2006" name="Google Shape;2006;p48"/>
            <p:cNvGrpSpPr/>
            <p:nvPr/>
          </p:nvGrpSpPr>
          <p:grpSpPr>
            <a:xfrm>
              <a:off x="3348000" y="1872000"/>
              <a:ext cx="2448000" cy="648000"/>
              <a:chOff x="3636000" y="1224000"/>
              <a:chExt cx="2232000" cy="648000"/>
            </a:xfrm>
          </p:grpSpPr>
          <p:sp>
            <p:nvSpPr>
              <p:cNvPr id="2007" name="Google Shape;2007;p48"/>
              <p:cNvSpPr/>
              <p:nvPr/>
            </p:nvSpPr>
            <p:spPr>
              <a:xfrm>
                <a:off x="3636000" y="1224000"/>
                <a:ext cx="2232000" cy="288000"/>
              </a:xfrm>
              <a:prstGeom prst="rect">
                <a:avLst/>
              </a:prstGeom>
              <a:solidFill>
                <a:srgbClr val="525252"/>
              </a:solidFill>
              <a:ln cap="flat" cmpd="sng" w="12700">
                <a:solidFill>
                  <a:schemeClr val="accent3"/>
                </a:solidFill>
                <a:prstDash val="solid"/>
                <a:miter lim="800000"/>
                <a:headEnd len="sm" w="sm" type="none"/>
                <a:tailEnd len="sm" w="sm" type="none"/>
              </a:ln>
            </p:spPr>
            <p:txBody>
              <a:bodyPr anchorCtr="0" anchor="ctr" bIns="45700" lIns="36000" spcFirstLastPara="1" rIns="36000" wrap="square" tIns="45700">
                <a:noAutofit/>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プロジェクト責任者</a:t>
                </a:r>
                <a:endParaRPr b="1" sz="1400">
                  <a:solidFill>
                    <a:schemeClr val="lt1"/>
                  </a:solidFill>
                  <a:latin typeface="Arial"/>
                  <a:ea typeface="Arial"/>
                  <a:cs typeface="Arial"/>
                  <a:sym typeface="Arial"/>
                </a:endParaRPr>
              </a:p>
            </p:txBody>
          </p:sp>
          <p:sp>
            <p:nvSpPr>
              <p:cNvPr id="2004" name="Google Shape;2004;p48"/>
              <p:cNvSpPr/>
              <p:nvPr/>
            </p:nvSpPr>
            <p:spPr>
              <a:xfrm>
                <a:off x="3636000" y="1512000"/>
                <a:ext cx="2232000" cy="360000"/>
              </a:xfrm>
              <a:prstGeom prst="rect">
                <a:avLst/>
              </a:prstGeom>
              <a:solidFill>
                <a:srgbClr val="EDEDED"/>
              </a:solidFill>
              <a:ln cap="flat" cmpd="sng" w="12700">
                <a:solidFill>
                  <a:schemeClr val="accent3"/>
                </a:solidFill>
                <a:prstDash val="solid"/>
                <a:miter lim="800000"/>
                <a:headEnd len="sm" w="sm" type="none"/>
                <a:tailEnd len="sm" w="sm" type="none"/>
              </a:ln>
            </p:spPr>
            <p:txBody>
              <a:bodyPr anchorCtr="0" anchor="ctr" bIns="45700" lIns="36000" spcFirstLastPara="1" rIns="36000" wrap="square" tIns="457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福田慎</a:t>
                </a:r>
                <a:endParaRPr sz="1400">
                  <a:solidFill>
                    <a:schemeClr val="dk1"/>
                  </a:solidFill>
                  <a:latin typeface="Arial"/>
                  <a:ea typeface="Arial"/>
                  <a:cs typeface="Arial"/>
                  <a:sym typeface="Arial"/>
                </a:endParaRPr>
              </a:p>
            </p:txBody>
          </p:sp>
        </p:grpSp>
        <p:grpSp>
          <p:nvGrpSpPr>
            <p:cNvPr id="2008" name="Google Shape;2008;p48"/>
            <p:cNvGrpSpPr/>
            <p:nvPr/>
          </p:nvGrpSpPr>
          <p:grpSpPr>
            <a:xfrm>
              <a:off x="3348000" y="2808000"/>
              <a:ext cx="2448000" cy="648000"/>
              <a:chOff x="3636000" y="2196000"/>
              <a:chExt cx="2232000" cy="648000"/>
            </a:xfrm>
          </p:grpSpPr>
          <p:sp>
            <p:nvSpPr>
              <p:cNvPr id="2005" name="Google Shape;2005;p48"/>
              <p:cNvSpPr/>
              <p:nvPr/>
            </p:nvSpPr>
            <p:spPr>
              <a:xfrm>
                <a:off x="3636000" y="2196000"/>
                <a:ext cx="2232000" cy="288000"/>
              </a:xfrm>
              <a:prstGeom prst="rect">
                <a:avLst/>
              </a:prstGeom>
              <a:solidFill>
                <a:srgbClr val="525252"/>
              </a:solidFill>
              <a:ln cap="flat" cmpd="sng" w="12700">
                <a:solidFill>
                  <a:schemeClr val="accent3"/>
                </a:solidFill>
                <a:prstDash val="solid"/>
                <a:miter lim="800000"/>
                <a:headEnd len="sm" w="sm" type="none"/>
                <a:tailEnd len="sm" w="sm" type="none"/>
              </a:ln>
            </p:spPr>
            <p:txBody>
              <a:bodyPr anchorCtr="0" anchor="ctr" bIns="45700" lIns="36000" spcFirstLastPara="1" rIns="36000" wrap="square" tIns="45700">
                <a:noAutofit/>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プロジェクトマネージャー</a:t>
                </a:r>
                <a:endParaRPr b="1" sz="1400">
                  <a:solidFill>
                    <a:schemeClr val="lt1"/>
                  </a:solidFill>
                  <a:latin typeface="Arial"/>
                  <a:ea typeface="Arial"/>
                  <a:cs typeface="Arial"/>
                  <a:sym typeface="Arial"/>
                </a:endParaRPr>
              </a:p>
            </p:txBody>
          </p:sp>
          <p:sp>
            <p:nvSpPr>
              <p:cNvPr id="2009" name="Google Shape;2009;p48"/>
              <p:cNvSpPr/>
              <p:nvPr/>
            </p:nvSpPr>
            <p:spPr>
              <a:xfrm>
                <a:off x="3636000" y="2484000"/>
                <a:ext cx="2232000" cy="360000"/>
              </a:xfrm>
              <a:prstGeom prst="rect">
                <a:avLst/>
              </a:prstGeom>
              <a:solidFill>
                <a:srgbClr val="EDEDED"/>
              </a:solidFill>
              <a:ln cap="flat" cmpd="sng" w="12700">
                <a:solidFill>
                  <a:schemeClr val="accent3"/>
                </a:solidFill>
                <a:prstDash val="solid"/>
                <a:miter lim="800000"/>
                <a:headEnd len="sm" w="sm" type="none"/>
                <a:tailEnd len="sm" w="sm" type="none"/>
              </a:ln>
            </p:spPr>
            <p:txBody>
              <a:bodyPr anchorCtr="0" anchor="ctr" bIns="45700" lIns="36000" spcFirstLastPara="1" rIns="36000" wrap="square" tIns="45700">
                <a:noAutofit/>
              </a:bodyPr>
              <a:lstStyle/>
              <a:p>
                <a:pPr indent="0" lvl="0" marL="0" marR="0" rtl="0" algn="ctr">
                  <a:spcBef>
                    <a:spcPts val="0"/>
                  </a:spcBef>
                  <a:spcAft>
                    <a:spcPts val="0"/>
                  </a:spcAft>
                  <a:buNone/>
                </a:pPr>
                <a:r>
                  <a:rPr b="1" lang="ja-JP" sz="1400">
                    <a:solidFill>
                      <a:schemeClr val="dk1"/>
                    </a:solidFill>
                    <a:latin typeface="Arial"/>
                    <a:ea typeface="Arial"/>
                    <a:cs typeface="Arial"/>
                    <a:sym typeface="Arial"/>
                  </a:rPr>
                  <a:t>小林紀昭</a:t>
                </a:r>
                <a:endParaRPr/>
              </a:p>
            </p:txBody>
          </p:sp>
        </p:grpSp>
        <p:grpSp>
          <p:nvGrpSpPr>
            <p:cNvPr id="2010" name="Google Shape;2010;p48"/>
            <p:cNvGrpSpPr/>
            <p:nvPr/>
          </p:nvGrpSpPr>
          <p:grpSpPr>
            <a:xfrm>
              <a:off x="6228000" y="3384000"/>
              <a:ext cx="1944000" cy="648000"/>
              <a:chOff x="6755236" y="2176585"/>
              <a:chExt cx="1944000" cy="648000"/>
            </a:xfrm>
          </p:grpSpPr>
          <p:sp>
            <p:nvSpPr>
              <p:cNvPr id="2011" name="Google Shape;2011;p48"/>
              <p:cNvSpPr/>
              <p:nvPr/>
            </p:nvSpPr>
            <p:spPr>
              <a:xfrm>
                <a:off x="6755236" y="2176585"/>
                <a:ext cx="1944000" cy="288000"/>
              </a:xfrm>
              <a:prstGeom prst="rect">
                <a:avLst/>
              </a:prstGeom>
              <a:solidFill>
                <a:srgbClr val="525252"/>
              </a:solidFill>
              <a:ln cap="flat" cmpd="sng" w="12700">
                <a:solidFill>
                  <a:schemeClr val="accent3"/>
                </a:solidFill>
                <a:prstDash val="solid"/>
                <a:miter lim="800000"/>
                <a:headEnd len="sm" w="sm" type="none"/>
                <a:tailEnd len="sm" w="sm" type="none"/>
              </a:ln>
            </p:spPr>
            <p:txBody>
              <a:bodyPr anchorCtr="0" anchor="ctr" bIns="45700" lIns="36000" spcFirstLastPara="1" rIns="36000" wrap="square" tIns="45700">
                <a:noAutofit/>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営業</a:t>
                </a:r>
                <a:endParaRPr b="1" sz="1400">
                  <a:solidFill>
                    <a:schemeClr val="lt1"/>
                  </a:solidFill>
                  <a:latin typeface="Arial"/>
                  <a:ea typeface="Arial"/>
                  <a:cs typeface="Arial"/>
                  <a:sym typeface="Arial"/>
                </a:endParaRPr>
              </a:p>
            </p:txBody>
          </p:sp>
          <p:sp>
            <p:nvSpPr>
              <p:cNvPr id="2012" name="Google Shape;2012;p48"/>
              <p:cNvSpPr/>
              <p:nvPr/>
            </p:nvSpPr>
            <p:spPr>
              <a:xfrm>
                <a:off x="6755236" y="2464585"/>
                <a:ext cx="1944000" cy="360000"/>
              </a:xfrm>
              <a:prstGeom prst="rect">
                <a:avLst/>
              </a:prstGeom>
              <a:solidFill>
                <a:srgbClr val="EDEDED"/>
              </a:solidFill>
              <a:ln cap="flat" cmpd="sng" w="12700">
                <a:solidFill>
                  <a:schemeClr val="accent3"/>
                </a:solidFill>
                <a:prstDash val="solid"/>
                <a:miter lim="800000"/>
                <a:headEnd len="sm" w="sm" type="none"/>
                <a:tailEnd len="sm" w="sm" type="none"/>
              </a:ln>
            </p:spPr>
            <p:txBody>
              <a:bodyPr anchorCtr="0" anchor="t" bIns="45700" lIns="72000" spcFirstLastPara="1" rIns="72000" wrap="square" tIns="1080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髙浦祐朗</a:t>
                </a:r>
                <a:endParaRPr sz="1400">
                  <a:solidFill>
                    <a:schemeClr val="dk1"/>
                  </a:solidFill>
                  <a:latin typeface="Arial"/>
                  <a:ea typeface="Arial"/>
                  <a:cs typeface="Arial"/>
                  <a:sym typeface="Arial"/>
                </a:endParaRPr>
              </a:p>
            </p:txBody>
          </p:sp>
        </p:grpSp>
        <p:grpSp>
          <p:nvGrpSpPr>
            <p:cNvPr id="2013" name="Google Shape;2013;p48"/>
            <p:cNvGrpSpPr/>
            <p:nvPr/>
          </p:nvGrpSpPr>
          <p:grpSpPr>
            <a:xfrm>
              <a:off x="3492000" y="4248000"/>
              <a:ext cx="2160000" cy="1008000"/>
              <a:chOff x="3492000" y="4608000"/>
              <a:chExt cx="2160000" cy="1008000"/>
            </a:xfrm>
          </p:grpSpPr>
          <p:sp>
            <p:nvSpPr>
              <p:cNvPr id="2014" name="Google Shape;2014;p48"/>
              <p:cNvSpPr/>
              <p:nvPr/>
            </p:nvSpPr>
            <p:spPr>
              <a:xfrm>
                <a:off x="3492000" y="4608000"/>
                <a:ext cx="2160000" cy="360000"/>
              </a:xfrm>
              <a:prstGeom prst="round2SameRect">
                <a:avLst>
                  <a:gd fmla="val 17639" name="adj1"/>
                  <a:gd fmla="val 0" name="adj2"/>
                </a:avLst>
              </a:prstGeom>
              <a:solidFill>
                <a:schemeClr val="accent1"/>
              </a:solidFill>
              <a:ln cap="flat" cmpd="sng" w="12700">
                <a:solidFill>
                  <a:schemeClr val="accent3"/>
                </a:solidFill>
                <a:prstDash val="solid"/>
                <a:miter lim="800000"/>
                <a:headEnd len="sm" w="sm" type="none"/>
                <a:tailEnd len="sm" w="sm" type="none"/>
              </a:ln>
            </p:spPr>
            <p:txBody>
              <a:bodyPr anchorCtr="0" anchor="ctr" bIns="45700" lIns="36000" spcFirstLastPara="1" rIns="36000" wrap="square" tIns="45700">
                <a:noAutofit/>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保守チーム</a:t>
                </a:r>
                <a:endParaRPr b="1" sz="1400">
                  <a:solidFill>
                    <a:schemeClr val="lt1"/>
                  </a:solidFill>
                  <a:latin typeface="Arial"/>
                  <a:ea typeface="Arial"/>
                  <a:cs typeface="Arial"/>
                  <a:sym typeface="Arial"/>
                </a:endParaRPr>
              </a:p>
            </p:txBody>
          </p:sp>
          <p:sp>
            <p:nvSpPr>
              <p:cNvPr id="2015" name="Google Shape;2015;p48"/>
              <p:cNvSpPr/>
              <p:nvPr/>
            </p:nvSpPr>
            <p:spPr>
              <a:xfrm>
                <a:off x="3492000" y="4968000"/>
                <a:ext cx="2160000" cy="648000"/>
              </a:xfrm>
              <a:prstGeom prst="rect">
                <a:avLst/>
              </a:prstGeom>
              <a:solidFill>
                <a:srgbClr val="DDEAF6"/>
              </a:solidFill>
              <a:ln cap="flat" cmpd="sng" w="12700">
                <a:solidFill>
                  <a:schemeClr val="accent3"/>
                </a:solidFill>
                <a:prstDash val="solid"/>
                <a:miter lim="800000"/>
                <a:headEnd len="sm" w="sm" type="none"/>
                <a:tailEnd len="sm" w="sm" type="none"/>
              </a:ln>
            </p:spPr>
            <p:txBody>
              <a:bodyPr anchorCtr="0" anchor="t" bIns="45700" lIns="72000" spcFirstLastPara="1" rIns="72000" wrap="square" tIns="1080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TL 福田一希</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チームメンバー 1～2名</a:t>
                </a:r>
                <a:endParaRPr sz="1400">
                  <a:solidFill>
                    <a:schemeClr val="dk1"/>
                  </a:solidFill>
                  <a:latin typeface="Arial"/>
                  <a:ea typeface="Arial"/>
                  <a:cs typeface="Arial"/>
                  <a:sym typeface="Arial"/>
                </a:endParaRPr>
              </a:p>
            </p:txBody>
          </p:sp>
        </p:grpSp>
        <p:cxnSp>
          <p:nvCxnSpPr>
            <p:cNvPr id="2016" name="Google Shape;2016;p48"/>
            <p:cNvCxnSpPr>
              <a:stCxn id="2009" idx="2"/>
              <a:endCxn id="2012" idx="1"/>
            </p:cNvCxnSpPr>
            <p:nvPr/>
          </p:nvCxnSpPr>
          <p:spPr>
            <a:xfrm flipH="1" rot="-5400000">
              <a:off x="5202000" y="2826000"/>
              <a:ext cx="396000" cy="1656000"/>
            </a:xfrm>
            <a:prstGeom prst="bentConnector2">
              <a:avLst/>
            </a:prstGeom>
            <a:noFill/>
            <a:ln cap="flat" cmpd="sng" w="28575">
              <a:solidFill>
                <a:srgbClr val="BFBFBF"/>
              </a:solidFill>
              <a:prstDash val="solid"/>
              <a:miter lim="800000"/>
              <a:headEnd len="sm" w="sm" type="none"/>
              <a:tailEnd len="sm" w="sm" type="none"/>
            </a:ln>
          </p:spPr>
        </p:cxnSp>
        <p:cxnSp>
          <p:nvCxnSpPr>
            <p:cNvPr id="2017" name="Google Shape;2017;p48"/>
            <p:cNvCxnSpPr>
              <a:stCxn id="2009" idx="2"/>
              <a:endCxn id="2014" idx="3"/>
            </p:cNvCxnSpPr>
            <p:nvPr/>
          </p:nvCxnSpPr>
          <p:spPr>
            <a:xfrm>
              <a:off x="4572000" y="3456000"/>
              <a:ext cx="0" cy="792000"/>
            </a:xfrm>
            <a:prstGeom prst="straightConnector1">
              <a:avLst/>
            </a:prstGeom>
            <a:noFill/>
            <a:ln cap="flat" cmpd="sng" w="28575">
              <a:solidFill>
                <a:srgbClr val="BFBFBF"/>
              </a:solidFill>
              <a:prstDash val="solid"/>
              <a:miter lim="800000"/>
              <a:headEnd len="sm" w="sm" type="none"/>
              <a:tailEnd len="sm" w="sm" type="none"/>
            </a:ln>
          </p:spPr>
        </p:cxnSp>
      </p:gr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1" name="Shape 2021"/>
        <p:cNvGrpSpPr/>
        <p:nvPr/>
      </p:nvGrpSpPr>
      <p:grpSpPr>
        <a:xfrm>
          <a:off x="0" y="0"/>
          <a:ext cx="0" cy="0"/>
          <a:chOff x="0" y="0"/>
          <a:chExt cx="0" cy="0"/>
        </a:xfrm>
      </p:grpSpPr>
      <p:sp>
        <p:nvSpPr>
          <p:cNvPr id="2022" name="Google Shape;2022;p49"/>
          <p:cNvSpPr txBox="1"/>
          <p:nvPr>
            <p:ph type="title"/>
          </p:nvPr>
        </p:nvSpPr>
        <p:spPr>
          <a:xfrm>
            <a:off x="144000" y="36000"/>
            <a:ext cx="8856000" cy="5760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3000"/>
              <a:buFont typeface="Arial"/>
              <a:buNone/>
            </a:pPr>
            <a:r>
              <a:rPr lang="ja-JP"/>
              <a:t>貴社および周辺システムベンダーとの連携体制</a:t>
            </a:r>
            <a:endParaRPr/>
          </a:p>
        </p:txBody>
      </p:sp>
      <p:sp>
        <p:nvSpPr>
          <p:cNvPr id="2023" name="Google Shape;2023;p49"/>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ja-JP"/>
              <a:t>Copyright© 2020 SystemEXE,Inc. all rights reserved.</a:t>
            </a:r>
            <a:endParaRPr/>
          </a:p>
        </p:txBody>
      </p:sp>
      <p:sp>
        <p:nvSpPr>
          <p:cNvPr id="2024" name="Google Shape;2024;p49"/>
          <p:cNvSpPr txBox="1"/>
          <p:nvPr>
            <p:ph idx="12" type="sldNum"/>
          </p:nvPr>
        </p:nvSpPr>
        <p:spPr>
          <a:xfrm>
            <a:off x="4212000" y="6500068"/>
            <a:ext cx="720000" cy="288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ja-JP"/>
              <a:t>‹#›</a:t>
            </a:fld>
            <a:endParaRPr/>
          </a:p>
        </p:txBody>
      </p:sp>
      <p:sp>
        <p:nvSpPr>
          <p:cNvPr id="2025" name="Google Shape;2025;p49"/>
          <p:cNvSpPr/>
          <p:nvPr/>
        </p:nvSpPr>
        <p:spPr>
          <a:xfrm>
            <a:off x="143998" y="4680002"/>
            <a:ext cx="8856001" cy="1656000"/>
          </a:xfrm>
          <a:prstGeom prst="rect">
            <a:avLst/>
          </a:prstGeom>
          <a:solidFill>
            <a:srgbClr val="DDEAF6"/>
          </a:solidFill>
          <a:ln cap="flat" cmpd="sng" w="19050">
            <a:solidFill>
              <a:schemeClr val="accent1"/>
            </a:solidFill>
            <a:prstDash val="solid"/>
            <a:miter lim="800000"/>
            <a:headEnd len="sm" w="sm" type="none"/>
            <a:tailEnd len="sm" w="sm" type="none"/>
          </a:ln>
        </p:spPr>
        <p:txBody>
          <a:bodyPr anchorCtr="0" anchor="b" bIns="45700" lIns="91425" spcFirstLastPara="1" rIns="91425" wrap="square" tIns="45700">
            <a:noAutofit/>
          </a:bodyPr>
          <a:lstStyle/>
          <a:p>
            <a:pPr indent="0" lvl="0" marL="0" marR="0" rtl="0" algn="ctr">
              <a:spcBef>
                <a:spcPts val="0"/>
              </a:spcBef>
              <a:spcAft>
                <a:spcPts val="0"/>
              </a:spcAft>
              <a:buNone/>
            </a:pPr>
            <a:r>
              <a:rPr b="1" lang="ja-JP" sz="1600">
                <a:solidFill>
                  <a:schemeClr val="dk1"/>
                </a:solidFill>
                <a:latin typeface="Arial"/>
                <a:ea typeface="Arial"/>
                <a:cs typeface="Arial"/>
                <a:sym typeface="Arial"/>
              </a:rPr>
              <a:t>周辺システム担当</a:t>
            </a:r>
            <a:endParaRPr/>
          </a:p>
        </p:txBody>
      </p:sp>
      <p:sp>
        <p:nvSpPr>
          <p:cNvPr id="2026" name="Google Shape;2026;p49"/>
          <p:cNvSpPr/>
          <p:nvPr/>
        </p:nvSpPr>
        <p:spPr>
          <a:xfrm>
            <a:off x="1524000" y="4968002"/>
            <a:ext cx="1152000" cy="864000"/>
          </a:xfrm>
          <a:prstGeom prst="roundRect">
            <a:avLst>
              <a:gd fmla="val 7350" name="adj"/>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36000" spcFirstLastPara="1" rIns="36000" wrap="square" tIns="457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ETS-R</a:t>
            </a:r>
            <a:endParaRPr/>
          </a:p>
          <a:p>
            <a:pPr indent="0" lvl="0" marL="0" marR="0" rtl="0" algn="ctr">
              <a:spcBef>
                <a:spcPts val="0"/>
              </a:spcBef>
              <a:spcAft>
                <a:spcPts val="0"/>
              </a:spcAft>
              <a:buNone/>
            </a:pPr>
            <a:r>
              <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担当ベンダー</a:t>
            </a:r>
            <a:endParaRPr sz="1400">
              <a:solidFill>
                <a:schemeClr val="dk1"/>
              </a:solidFill>
              <a:latin typeface="Arial"/>
              <a:ea typeface="Arial"/>
              <a:cs typeface="Arial"/>
              <a:sym typeface="Arial"/>
            </a:endParaRPr>
          </a:p>
        </p:txBody>
      </p:sp>
      <p:sp>
        <p:nvSpPr>
          <p:cNvPr id="2027" name="Google Shape;2027;p49"/>
          <p:cNvSpPr/>
          <p:nvPr/>
        </p:nvSpPr>
        <p:spPr>
          <a:xfrm>
            <a:off x="288000" y="4968002"/>
            <a:ext cx="1152000" cy="864000"/>
          </a:xfrm>
          <a:prstGeom prst="roundRect">
            <a:avLst>
              <a:gd fmla="val 7350" name="adj"/>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36000" spcFirstLastPara="1" rIns="36000" wrap="square" tIns="457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OneSAP</a:t>
            </a:r>
            <a:endParaRPr sz="1400">
              <a:solidFill>
                <a:schemeClr val="dk1"/>
              </a:solidFill>
              <a:latin typeface="Arial"/>
              <a:ea typeface="Arial"/>
              <a:cs typeface="Arial"/>
              <a:sym typeface="Arial"/>
            </a:endParaRPr>
          </a:p>
          <a:p>
            <a:pPr indent="0" lvl="0" marL="0" marR="0" rtl="0" algn="ctr">
              <a:spcBef>
                <a:spcPts val="0"/>
              </a:spcBef>
              <a:spcAft>
                <a:spcPts val="0"/>
              </a:spcAft>
              <a:buNone/>
            </a:pPr>
            <a:r>
              <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担当ベンダー</a:t>
            </a:r>
            <a:endParaRPr sz="1400">
              <a:solidFill>
                <a:schemeClr val="dk1"/>
              </a:solidFill>
              <a:latin typeface="Arial"/>
              <a:ea typeface="Arial"/>
              <a:cs typeface="Arial"/>
              <a:sym typeface="Arial"/>
            </a:endParaRPr>
          </a:p>
        </p:txBody>
      </p:sp>
      <p:sp>
        <p:nvSpPr>
          <p:cNvPr id="2028" name="Google Shape;2028;p49"/>
          <p:cNvSpPr/>
          <p:nvPr/>
        </p:nvSpPr>
        <p:spPr>
          <a:xfrm>
            <a:off x="2760000" y="4968002"/>
            <a:ext cx="1152000" cy="864000"/>
          </a:xfrm>
          <a:prstGeom prst="roundRect">
            <a:avLst>
              <a:gd fmla="val 7350" name="adj"/>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36000" spcFirstLastPara="1" rIns="36000" wrap="square" tIns="457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添加剤ロット</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管理システム</a:t>
            </a:r>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担当ベンダー</a:t>
            </a:r>
            <a:endParaRPr sz="1400">
              <a:solidFill>
                <a:schemeClr val="dk1"/>
              </a:solidFill>
              <a:latin typeface="Arial"/>
              <a:ea typeface="Arial"/>
              <a:cs typeface="Arial"/>
              <a:sym typeface="Arial"/>
            </a:endParaRPr>
          </a:p>
        </p:txBody>
      </p:sp>
      <p:sp>
        <p:nvSpPr>
          <p:cNvPr id="2029" name="Google Shape;2029;p49"/>
          <p:cNvSpPr/>
          <p:nvPr/>
        </p:nvSpPr>
        <p:spPr>
          <a:xfrm>
            <a:off x="7704000" y="4968002"/>
            <a:ext cx="1152000" cy="864000"/>
          </a:xfrm>
          <a:prstGeom prst="roundRect">
            <a:avLst>
              <a:gd fmla="val 7350" name="adj"/>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36000" spcFirstLastPara="1" rIns="36000" wrap="square" tIns="457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ロット</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追跡システム</a:t>
            </a:r>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担当ベンダー</a:t>
            </a:r>
            <a:endParaRPr sz="1400">
              <a:solidFill>
                <a:schemeClr val="dk1"/>
              </a:solidFill>
              <a:latin typeface="Arial"/>
              <a:ea typeface="Arial"/>
              <a:cs typeface="Arial"/>
              <a:sym typeface="Arial"/>
            </a:endParaRPr>
          </a:p>
        </p:txBody>
      </p:sp>
      <p:sp>
        <p:nvSpPr>
          <p:cNvPr id="2030" name="Google Shape;2030;p49"/>
          <p:cNvSpPr/>
          <p:nvPr/>
        </p:nvSpPr>
        <p:spPr>
          <a:xfrm>
            <a:off x="3996000" y="4968002"/>
            <a:ext cx="1152000" cy="864000"/>
          </a:xfrm>
          <a:prstGeom prst="roundRect">
            <a:avLst>
              <a:gd fmla="val 7350" name="adj"/>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36000" spcFirstLastPara="1" rIns="36000" wrap="square" tIns="457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充填管理</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システム</a:t>
            </a:r>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担当ベンダー</a:t>
            </a:r>
            <a:endParaRPr sz="1400">
              <a:solidFill>
                <a:schemeClr val="dk1"/>
              </a:solidFill>
              <a:latin typeface="Arial"/>
              <a:ea typeface="Arial"/>
              <a:cs typeface="Arial"/>
              <a:sym typeface="Arial"/>
            </a:endParaRPr>
          </a:p>
        </p:txBody>
      </p:sp>
      <p:sp>
        <p:nvSpPr>
          <p:cNvPr id="2031" name="Google Shape;2031;p49"/>
          <p:cNvSpPr/>
          <p:nvPr/>
        </p:nvSpPr>
        <p:spPr>
          <a:xfrm>
            <a:off x="5232000" y="4968002"/>
            <a:ext cx="1152000" cy="864000"/>
          </a:xfrm>
          <a:prstGeom prst="roundRect">
            <a:avLst>
              <a:gd fmla="val 7350" name="adj"/>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36000" spcFirstLastPara="1" rIns="36000" wrap="square" tIns="457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自動倉庫</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システム</a:t>
            </a:r>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担当ベンダー</a:t>
            </a:r>
            <a:endParaRPr sz="1400">
              <a:solidFill>
                <a:schemeClr val="dk1"/>
              </a:solidFill>
              <a:latin typeface="Arial"/>
              <a:ea typeface="Arial"/>
              <a:cs typeface="Arial"/>
              <a:sym typeface="Arial"/>
            </a:endParaRPr>
          </a:p>
        </p:txBody>
      </p:sp>
      <p:sp>
        <p:nvSpPr>
          <p:cNvPr id="2032" name="Google Shape;2032;p49"/>
          <p:cNvSpPr/>
          <p:nvPr/>
        </p:nvSpPr>
        <p:spPr>
          <a:xfrm>
            <a:off x="6468000" y="4968002"/>
            <a:ext cx="1152000" cy="864000"/>
          </a:xfrm>
          <a:prstGeom prst="roundRect">
            <a:avLst>
              <a:gd fmla="val 7350" name="adj"/>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36000" spcFirstLastPara="1" rIns="36000" wrap="square" tIns="457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潤滑油運転制御</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システム</a:t>
            </a:r>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担当ベンダー</a:t>
            </a:r>
            <a:endParaRPr sz="1400">
              <a:solidFill>
                <a:schemeClr val="dk1"/>
              </a:solidFill>
              <a:latin typeface="Arial"/>
              <a:ea typeface="Arial"/>
              <a:cs typeface="Arial"/>
              <a:sym typeface="Arial"/>
            </a:endParaRPr>
          </a:p>
        </p:txBody>
      </p:sp>
      <p:sp>
        <p:nvSpPr>
          <p:cNvPr id="2033" name="Google Shape;2033;p49"/>
          <p:cNvSpPr txBox="1"/>
          <p:nvPr/>
        </p:nvSpPr>
        <p:spPr>
          <a:xfrm>
            <a:off x="144000" y="864000"/>
            <a:ext cx="8856000" cy="504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弊社のPMOが貴社情報システム部に代わりプロジェクトの事務局を担当、</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利用部門や周辺システム担当ベンダーとの取りまとめ・各種調整を実施します。</a:t>
            </a:r>
            <a:endParaRPr b="1" sz="1400">
              <a:solidFill>
                <a:schemeClr val="accent1"/>
              </a:solidFill>
              <a:latin typeface="Arial"/>
              <a:ea typeface="Arial"/>
              <a:cs typeface="Arial"/>
              <a:sym typeface="Arial"/>
            </a:endParaRPr>
          </a:p>
        </p:txBody>
      </p:sp>
      <p:sp>
        <p:nvSpPr>
          <p:cNvPr id="2034" name="Google Shape;2034;p49"/>
          <p:cNvSpPr/>
          <p:nvPr/>
        </p:nvSpPr>
        <p:spPr>
          <a:xfrm>
            <a:off x="143999" y="1440000"/>
            <a:ext cx="6228000" cy="3024000"/>
          </a:xfrm>
          <a:prstGeom prst="rect">
            <a:avLst/>
          </a:prstGeom>
          <a:solidFill>
            <a:srgbClr val="FBE4D4"/>
          </a:solidFill>
          <a:ln cap="flat" cmpd="sng" w="19050">
            <a:solidFill>
              <a:schemeClr val="accent2"/>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b="1" lang="ja-JP" sz="1600">
                <a:solidFill>
                  <a:schemeClr val="dk1"/>
                </a:solidFill>
                <a:latin typeface="Arial"/>
                <a:ea typeface="Arial"/>
                <a:cs typeface="Arial"/>
                <a:sym typeface="Arial"/>
              </a:rPr>
              <a:t>出光興産様</a:t>
            </a:r>
            <a:endParaRPr/>
          </a:p>
        </p:txBody>
      </p:sp>
      <p:sp>
        <p:nvSpPr>
          <p:cNvPr id="2035" name="Google Shape;2035;p49"/>
          <p:cNvSpPr/>
          <p:nvPr/>
        </p:nvSpPr>
        <p:spPr>
          <a:xfrm>
            <a:off x="6516000" y="1440002"/>
            <a:ext cx="2484000" cy="3024000"/>
          </a:xfrm>
          <a:prstGeom prst="rect">
            <a:avLst/>
          </a:prstGeom>
          <a:solidFill>
            <a:srgbClr val="EDEDED"/>
          </a:solidFill>
          <a:ln cap="flat" cmpd="sng" w="19050">
            <a:solidFill>
              <a:schemeClr val="accent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b="1" lang="ja-JP" sz="1600">
                <a:solidFill>
                  <a:schemeClr val="dk1"/>
                </a:solidFill>
                <a:latin typeface="Arial"/>
                <a:ea typeface="Arial"/>
                <a:cs typeface="Arial"/>
                <a:sym typeface="Arial"/>
              </a:rPr>
              <a:t>弊社</a:t>
            </a:r>
            <a:endParaRPr/>
          </a:p>
        </p:txBody>
      </p:sp>
      <p:sp>
        <p:nvSpPr>
          <p:cNvPr id="2036" name="Google Shape;2036;p49"/>
          <p:cNvSpPr/>
          <p:nvPr/>
        </p:nvSpPr>
        <p:spPr>
          <a:xfrm>
            <a:off x="6660000" y="3888002"/>
            <a:ext cx="2196000" cy="432000"/>
          </a:xfrm>
          <a:prstGeom prst="roundRect">
            <a:avLst>
              <a:gd fmla="val 14699" name="adj"/>
            </a:avLst>
          </a:prstGeom>
          <a:solidFill>
            <a:schemeClr val="lt1"/>
          </a:solidFill>
          <a:ln cap="flat" cmpd="sng" w="12700">
            <a:solidFill>
              <a:schemeClr val="accent3"/>
            </a:solidFill>
            <a:prstDash val="solid"/>
            <a:miter lim="800000"/>
            <a:headEnd len="sm" w="sm" type="none"/>
            <a:tailEnd len="sm" w="sm" type="none"/>
          </a:ln>
        </p:spPr>
        <p:txBody>
          <a:bodyPr anchorCtr="0" anchor="t" bIns="45700" lIns="72000" spcFirstLastPara="1" rIns="72000" wrap="square" tIns="1080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各チーム</a:t>
            </a:r>
            <a:endParaRPr sz="1400">
              <a:solidFill>
                <a:schemeClr val="dk1"/>
              </a:solidFill>
              <a:latin typeface="Arial"/>
              <a:ea typeface="Arial"/>
              <a:cs typeface="Arial"/>
              <a:sym typeface="Arial"/>
            </a:endParaRPr>
          </a:p>
        </p:txBody>
      </p:sp>
      <p:grpSp>
        <p:nvGrpSpPr>
          <p:cNvPr id="2037" name="Google Shape;2037;p49"/>
          <p:cNvGrpSpPr/>
          <p:nvPr/>
        </p:nvGrpSpPr>
        <p:grpSpPr>
          <a:xfrm>
            <a:off x="6660000" y="2160002"/>
            <a:ext cx="2196000" cy="1440000"/>
            <a:chOff x="6084000" y="1637147"/>
            <a:chExt cx="2448000" cy="1440000"/>
          </a:xfrm>
        </p:grpSpPr>
        <p:sp>
          <p:nvSpPr>
            <p:cNvPr id="2038" name="Google Shape;2038;p49"/>
            <p:cNvSpPr/>
            <p:nvPr/>
          </p:nvSpPr>
          <p:spPr>
            <a:xfrm>
              <a:off x="6084000" y="1637147"/>
              <a:ext cx="2448000" cy="288000"/>
            </a:xfrm>
            <a:prstGeom prst="rect">
              <a:avLst/>
            </a:prstGeom>
            <a:solidFill>
              <a:schemeClr val="accent3"/>
            </a:solidFill>
            <a:ln cap="flat" cmpd="sng" w="12700">
              <a:solidFill>
                <a:schemeClr val="accent3"/>
              </a:solidFill>
              <a:prstDash val="solid"/>
              <a:miter lim="800000"/>
              <a:headEnd len="sm" w="sm" type="none"/>
              <a:tailEnd len="sm" w="sm" type="none"/>
            </a:ln>
          </p:spPr>
          <p:txBody>
            <a:bodyPr anchorCtr="0" anchor="ctr" bIns="45700" lIns="36000" spcFirstLastPara="1" rIns="36000" wrap="square" tIns="45700">
              <a:noAutofit/>
            </a:bodyPr>
            <a:lstStyle/>
            <a:p>
              <a:pPr indent="0" lvl="0" marL="0" marR="0" rtl="0" algn="ctr">
                <a:spcBef>
                  <a:spcPts val="0"/>
                </a:spcBef>
                <a:spcAft>
                  <a:spcPts val="0"/>
                </a:spcAft>
                <a:buNone/>
              </a:pPr>
              <a:r>
                <a:rPr lang="ja-JP" sz="1400">
                  <a:solidFill>
                    <a:schemeClr val="lt1"/>
                  </a:solidFill>
                  <a:latin typeface="Arial"/>
                  <a:ea typeface="Arial"/>
                  <a:cs typeface="Arial"/>
                  <a:sym typeface="Arial"/>
                </a:rPr>
                <a:t>プロジェクト責任者</a:t>
              </a:r>
              <a:endParaRPr sz="1400">
                <a:solidFill>
                  <a:schemeClr val="lt1"/>
                </a:solidFill>
                <a:latin typeface="Arial"/>
                <a:ea typeface="Arial"/>
                <a:cs typeface="Arial"/>
                <a:sym typeface="Arial"/>
              </a:endParaRPr>
            </a:p>
          </p:txBody>
        </p:sp>
        <p:sp>
          <p:nvSpPr>
            <p:cNvPr id="2039" name="Google Shape;2039;p49"/>
            <p:cNvSpPr/>
            <p:nvPr/>
          </p:nvSpPr>
          <p:spPr>
            <a:xfrm>
              <a:off x="6084000" y="1925147"/>
              <a:ext cx="2448000" cy="360000"/>
            </a:xfrm>
            <a:prstGeom prst="rect">
              <a:avLst/>
            </a:prstGeom>
            <a:solidFill>
              <a:schemeClr val="lt1"/>
            </a:solidFill>
            <a:ln cap="flat" cmpd="sng" w="12700">
              <a:solidFill>
                <a:schemeClr val="accent3"/>
              </a:solidFill>
              <a:prstDash val="solid"/>
              <a:miter lim="800000"/>
              <a:headEnd len="sm" w="sm" type="none"/>
              <a:tailEnd len="sm" w="sm" type="none"/>
            </a:ln>
          </p:spPr>
          <p:txBody>
            <a:bodyPr anchorCtr="0" anchor="ctr" bIns="45700" lIns="36000" spcFirstLastPara="1" rIns="36000" wrap="square" tIns="457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福田慎</a:t>
              </a:r>
              <a:endParaRPr sz="1400">
                <a:solidFill>
                  <a:schemeClr val="dk1"/>
                </a:solidFill>
                <a:latin typeface="Arial"/>
                <a:ea typeface="Arial"/>
                <a:cs typeface="Arial"/>
                <a:sym typeface="Arial"/>
              </a:endParaRPr>
            </a:p>
          </p:txBody>
        </p:sp>
        <p:sp>
          <p:nvSpPr>
            <p:cNvPr id="2040" name="Google Shape;2040;p49"/>
            <p:cNvSpPr/>
            <p:nvPr/>
          </p:nvSpPr>
          <p:spPr>
            <a:xfrm>
              <a:off x="6084000" y="2429147"/>
              <a:ext cx="2448000" cy="288000"/>
            </a:xfrm>
            <a:prstGeom prst="rect">
              <a:avLst/>
            </a:prstGeom>
            <a:solidFill>
              <a:schemeClr val="accent3"/>
            </a:solidFill>
            <a:ln cap="flat" cmpd="sng" w="12700">
              <a:solidFill>
                <a:schemeClr val="accent3"/>
              </a:solidFill>
              <a:prstDash val="solid"/>
              <a:miter lim="800000"/>
              <a:headEnd len="sm" w="sm" type="none"/>
              <a:tailEnd len="sm" w="sm" type="none"/>
            </a:ln>
          </p:spPr>
          <p:txBody>
            <a:bodyPr anchorCtr="0" anchor="ctr" bIns="45700" lIns="36000" spcFirstLastPara="1" rIns="36000" wrap="square" tIns="45700">
              <a:noAutofit/>
            </a:bodyPr>
            <a:lstStyle/>
            <a:p>
              <a:pPr indent="0" lvl="0" marL="0" marR="0" rtl="0" algn="ctr">
                <a:spcBef>
                  <a:spcPts val="0"/>
                </a:spcBef>
                <a:spcAft>
                  <a:spcPts val="0"/>
                </a:spcAft>
                <a:buNone/>
              </a:pPr>
              <a:r>
                <a:rPr lang="ja-JP" sz="1400">
                  <a:solidFill>
                    <a:schemeClr val="lt1"/>
                  </a:solidFill>
                  <a:latin typeface="Arial"/>
                  <a:ea typeface="Arial"/>
                  <a:cs typeface="Arial"/>
                  <a:sym typeface="Arial"/>
                </a:rPr>
                <a:t>プロジェクトマネージャー</a:t>
              </a:r>
              <a:endParaRPr sz="1400">
                <a:solidFill>
                  <a:schemeClr val="lt1"/>
                </a:solidFill>
                <a:latin typeface="Arial"/>
                <a:ea typeface="Arial"/>
                <a:cs typeface="Arial"/>
                <a:sym typeface="Arial"/>
              </a:endParaRPr>
            </a:p>
          </p:txBody>
        </p:sp>
        <p:sp>
          <p:nvSpPr>
            <p:cNvPr id="2041" name="Google Shape;2041;p49"/>
            <p:cNvSpPr/>
            <p:nvPr/>
          </p:nvSpPr>
          <p:spPr>
            <a:xfrm>
              <a:off x="6084000" y="2717147"/>
              <a:ext cx="2448000" cy="360000"/>
            </a:xfrm>
            <a:prstGeom prst="rect">
              <a:avLst/>
            </a:prstGeom>
            <a:solidFill>
              <a:schemeClr val="lt1"/>
            </a:solidFill>
            <a:ln cap="flat" cmpd="sng" w="12700">
              <a:solidFill>
                <a:schemeClr val="accent3"/>
              </a:solidFill>
              <a:prstDash val="solid"/>
              <a:miter lim="800000"/>
              <a:headEnd len="sm" w="sm" type="none"/>
              <a:tailEnd len="sm" w="sm" type="none"/>
            </a:ln>
          </p:spPr>
          <p:txBody>
            <a:bodyPr anchorCtr="0" anchor="ctr" bIns="45700" lIns="36000" spcFirstLastPara="1" rIns="36000" wrap="square" tIns="457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小林紀昭</a:t>
              </a:r>
              <a:endParaRPr/>
            </a:p>
          </p:txBody>
        </p:sp>
        <p:cxnSp>
          <p:nvCxnSpPr>
            <p:cNvPr id="2042" name="Google Shape;2042;p49"/>
            <p:cNvCxnSpPr>
              <a:stCxn id="2039" idx="2"/>
              <a:endCxn id="2040" idx="0"/>
            </p:cNvCxnSpPr>
            <p:nvPr/>
          </p:nvCxnSpPr>
          <p:spPr>
            <a:xfrm>
              <a:off x="7308000" y="2285147"/>
              <a:ext cx="0" cy="144000"/>
            </a:xfrm>
            <a:prstGeom prst="straightConnector1">
              <a:avLst/>
            </a:prstGeom>
            <a:noFill/>
            <a:ln cap="flat" cmpd="sng" w="28575">
              <a:solidFill>
                <a:srgbClr val="BFBFBF"/>
              </a:solidFill>
              <a:prstDash val="solid"/>
              <a:miter lim="800000"/>
              <a:headEnd len="sm" w="sm" type="none"/>
              <a:tailEnd len="sm" w="sm" type="none"/>
            </a:ln>
          </p:spPr>
        </p:cxnSp>
      </p:grpSp>
      <p:sp>
        <p:nvSpPr>
          <p:cNvPr id="2043" name="Google Shape;2043;p49"/>
          <p:cNvSpPr/>
          <p:nvPr/>
        </p:nvSpPr>
        <p:spPr>
          <a:xfrm>
            <a:off x="288000" y="1872000"/>
            <a:ext cx="2484000" cy="432000"/>
          </a:xfrm>
          <a:prstGeom prst="roundRect">
            <a:avLst>
              <a:gd fmla="val 14699" name="adj"/>
            </a:avLst>
          </a:prstGeom>
          <a:solidFill>
            <a:schemeClr val="lt1"/>
          </a:solidFill>
          <a:ln cap="flat" cmpd="sng" w="12700">
            <a:solidFill>
              <a:schemeClr val="accent2"/>
            </a:solidFill>
            <a:prstDash val="solid"/>
            <a:miter lim="800000"/>
            <a:headEnd len="sm" w="sm" type="none"/>
            <a:tailEnd len="sm" w="sm" type="none"/>
          </a:ln>
        </p:spPr>
        <p:txBody>
          <a:bodyPr anchorCtr="0" anchor="ctr" bIns="45700" lIns="36000" spcFirstLastPara="1" rIns="36000" wrap="square" tIns="45700">
            <a:noAutofit/>
          </a:bodyPr>
          <a:lstStyle/>
          <a:p>
            <a:pPr indent="0" lvl="0" marL="0" marR="0" rtl="0" algn="ctr">
              <a:spcBef>
                <a:spcPts val="0"/>
              </a:spcBef>
              <a:spcAft>
                <a:spcPts val="0"/>
              </a:spcAft>
              <a:buNone/>
            </a:pPr>
            <a:r>
              <a:rPr b="1" lang="ja-JP" sz="1400">
                <a:solidFill>
                  <a:schemeClr val="dk1"/>
                </a:solidFill>
                <a:latin typeface="Arial"/>
                <a:ea typeface="Arial"/>
                <a:cs typeface="Arial"/>
                <a:sym typeface="Arial"/>
              </a:rPr>
              <a:t>利用部門</a:t>
            </a:r>
            <a:endParaRPr/>
          </a:p>
        </p:txBody>
      </p:sp>
      <p:cxnSp>
        <p:nvCxnSpPr>
          <p:cNvPr id="2044" name="Google Shape;2044;p49"/>
          <p:cNvCxnSpPr>
            <a:stCxn id="2041" idx="2"/>
            <a:endCxn id="2036" idx="0"/>
          </p:cNvCxnSpPr>
          <p:nvPr/>
        </p:nvCxnSpPr>
        <p:spPr>
          <a:xfrm>
            <a:off x="7758000" y="3600002"/>
            <a:ext cx="0" cy="288000"/>
          </a:xfrm>
          <a:prstGeom prst="straightConnector1">
            <a:avLst/>
          </a:prstGeom>
          <a:noFill/>
          <a:ln cap="flat" cmpd="sng" w="28575">
            <a:solidFill>
              <a:srgbClr val="BFBFBF"/>
            </a:solidFill>
            <a:prstDash val="solid"/>
            <a:miter lim="800000"/>
            <a:headEnd len="sm" w="sm" type="none"/>
            <a:tailEnd len="sm" w="sm" type="none"/>
          </a:ln>
        </p:spPr>
      </p:cxnSp>
      <p:sp>
        <p:nvSpPr>
          <p:cNvPr id="2045" name="Google Shape;2045;p49"/>
          <p:cNvSpPr/>
          <p:nvPr/>
        </p:nvSpPr>
        <p:spPr>
          <a:xfrm>
            <a:off x="2916000" y="1872000"/>
            <a:ext cx="3312000" cy="2448000"/>
          </a:xfrm>
          <a:prstGeom prst="roundRect">
            <a:avLst>
              <a:gd fmla="val 2594" name="adj"/>
            </a:avLst>
          </a:prstGeom>
          <a:solidFill>
            <a:schemeClr val="lt1"/>
          </a:solidFill>
          <a:ln cap="flat" cmpd="sng" w="12700">
            <a:solidFill>
              <a:schemeClr val="accent2"/>
            </a:solidFill>
            <a:prstDash val="solid"/>
            <a:miter lim="800000"/>
            <a:headEnd len="sm" w="sm" type="none"/>
            <a:tailEnd len="sm" w="sm" type="none"/>
          </a:ln>
        </p:spPr>
        <p:txBody>
          <a:bodyPr anchorCtr="0" anchor="t" bIns="45700" lIns="36000" spcFirstLastPara="1" rIns="36000" wrap="square" tIns="45700">
            <a:noAutofit/>
          </a:bodyPr>
          <a:lstStyle/>
          <a:p>
            <a:pPr indent="0" lvl="0" marL="0" marR="0" rtl="0" algn="ctr">
              <a:spcBef>
                <a:spcPts val="0"/>
              </a:spcBef>
              <a:spcAft>
                <a:spcPts val="0"/>
              </a:spcAft>
              <a:buNone/>
            </a:pPr>
            <a:r>
              <a:rPr b="1" lang="ja-JP" sz="1400">
                <a:solidFill>
                  <a:schemeClr val="dk1"/>
                </a:solidFill>
                <a:latin typeface="Arial"/>
                <a:ea typeface="Arial"/>
                <a:cs typeface="Arial"/>
                <a:sym typeface="Arial"/>
              </a:rPr>
              <a:t>情報システム部</a:t>
            </a:r>
            <a:endParaRPr/>
          </a:p>
        </p:txBody>
      </p:sp>
      <p:sp>
        <p:nvSpPr>
          <p:cNvPr id="2046" name="Google Shape;2046;p49"/>
          <p:cNvSpPr/>
          <p:nvPr/>
        </p:nvSpPr>
        <p:spPr>
          <a:xfrm>
            <a:off x="3204000" y="2808002"/>
            <a:ext cx="2736000" cy="1368000"/>
          </a:xfrm>
          <a:prstGeom prst="roundRect">
            <a:avLst>
              <a:gd fmla="val 4642" name="adj"/>
            </a:avLst>
          </a:prstGeom>
          <a:solidFill>
            <a:srgbClr val="EDEDED"/>
          </a:solidFill>
          <a:ln cap="flat" cmpd="sng" w="12700">
            <a:solidFill>
              <a:schemeClr val="accent3"/>
            </a:solidFill>
            <a:prstDash val="solid"/>
            <a:miter lim="800000"/>
            <a:headEnd len="sm" w="sm" type="none"/>
            <a:tailEnd len="sm" w="sm" type="none"/>
          </a:ln>
        </p:spPr>
        <p:txBody>
          <a:bodyPr anchorCtr="0" anchor="t" bIns="45700" lIns="36000" spcFirstLastPara="1" rIns="36000" wrap="square" tIns="45700">
            <a:noAutofit/>
          </a:bodyPr>
          <a:lstStyle/>
          <a:p>
            <a:pPr indent="0" lvl="0" marL="0" marR="0" rtl="0" algn="ctr">
              <a:spcBef>
                <a:spcPts val="0"/>
              </a:spcBef>
              <a:spcAft>
                <a:spcPts val="0"/>
              </a:spcAft>
              <a:buNone/>
            </a:pPr>
            <a:r>
              <a:rPr b="1" lang="ja-JP" sz="1400">
                <a:solidFill>
                  <a:schemeClr val="dk1"/>
                </a:solidFill>
                <a:latin typeface="Arial"/>
                <a:ea typeface="Arial"/>
                <a:cs typeface="Arial"/>
                <a:sym typeface="Arial"/>
              </a:rPr>
              <a:t>事務局 </a:t>
            </a:r>
            <a:endParaRPr/>
          </a:p>
          <a:p>
            <a:pPr indent="0" lvl="0" marL="0" marR="0" rtl="0" algn="ctr">
              <a:spcBef>
                <a:spcPts val="0"/>
              </a:spcBef>
              <a:spcAft>
                <a:spcPts val="0"/>
              </a:spcAft>
              <a:buNone/>
            </a:pPr>
            <a:r>
              <a:t/>
            </a:r>
            <a:endParaRPr b="1" sz="1400">
              <a:solidFill>
                <a:schemeClr val="dk1"/>
              </a:solidFill>
              <a:latin typeface="Arial"/>
              <a:ea typeface="Arial"/>
              <a:cs typeface="Arial"/>
              <a:sym typeface="Arial"/>
            </a:endParaRPr>
          </a:p>
        </p:txBody>
      </p:sp>
      <p:grpSp>
        <p:nvGrpSpPr>
          <p:cNvPr id="2047" name="Google Shape;2047;p49"/>
          <p:cNvGrpSpPr/>
          <p:nvPr/>
        </p:nvGrpSpPr>
        <p:grpSpPr>
          <a:xfrm>
            <a:off x="3492000" y="3168002"/>
            <a:ext cx="2160000" cy="864000"/>
            <a:chOff x="972000" y="2916000"/>
            <a:chExt cx="1944000" cy="864000"/>
          </a:xfrm>
        </p:grpSpPr>
        <p:sp>
          <p:nvSpPr>
            <p:cNvPr id="2048" name="Google Shape;2048;p49"/>
            <p:cNvSpPr/>
            <p:nvPr/>
          </p:nvSpPr>
          <p:spPr>
            <a:xfrm>
              <a:off x="972000" y="2916000"/>
              <a:ext cx="1944000" cy="288000"/>
            </a:xfrm>
            <a:prstGeom prst="rect">
              <a:avLst/>
            </a:prstGeom>
            <a:solidFill>
              <a:srgbClr val="525252"/>
            </a:solidFill>
            <a:ln cap="flat" cmpd="sng" w="12700">
              <a:solidFill>
                <a:schemeClr val="accent3"/>
              </a:solidFill>
              <a:prstDash val="solid"/>
              <a:miter lim="800000"/>
              <a:headEnd len="sm" w="sm" type="none"/>
              <a:tailEnd len="sm" w="sm" type="none"/>
            </a:ln>
          </p:spPr>
          <p:txBody>
            <a:bodyPr anchorCtr="0" anchor="ctr" bIns="45700" lIns="36000" spcFirstLastPara="1" rIns="36000" wrap="square" tIns="45700">
              <a:noAutofit/>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PMO</a:t>
              </a:r>
              <a:endParaRPr b="1" sz="1400">
                <a:solidFill>
                  <a:schemeClr val="lt1"/>
                </a:solidFill>
                <a:latin typeface="Arial"/>
                <a:ea typeface="Arial"/>
                <a:cs typeface="Arial"/>
                <a:sym typeface="Arial"/>
              </a:endParaRPr>
            </a:p>
          </p:txBody>
        </p:sp>
        <p:sp>
          <p:nvSpPr>
            <p:cNvPr id="2049" name="Google Shape;2049;p49"/>
            <p:cNvSpPr/>
            <p:nvPr/>
          </p:nvSpPr>
          <p:spPr>
            <a:xfrm>
              <a:off x="972000" y="3204000"/>
              <a:ext cx="1944000" cy="576000"/>
            </a:xfrm>
            <a:prstGeom prst="rect">
              <a:avLst/>
            </a:prstGeom>
            <a:solidFill>
              <a:schemeClr val="lt1"/>
            </a:solidFill>
            <a:ln cap="flat" cmpd="sng" w="12700">
              <a:solidFill>
                <a:schemeClr val="accent3"/>
              </a:solidFill>
              <a:prstDash val="solid"/>
              <a:miter lim="800000"/>
              <a:headEnd len="sm" w="sm" type="none"/>
              <a:tailEnd len="sm" w="sm" type="none"/>
            </a:ln>
          </p:spPr>
          <p:txBody>
            <a:bodyPr anchorCtr="0" anchor="t" bIns="45700" lIns="72000" spcFirstLastPara="1" rIns="72000" wrap="square" tIns="108000">
              <a:noAutofit/>
            </a:bodyPr>
            <a:lstStyle/>
            <a:p>
              <a:pPr indent="0" lvl="0" marL="0" marR="0" rtl="0" algn="ctr">
                <a:spcBef>
                  <a:spcPts val="0"/>
                </a:spcBef>
                <a:spcAft>
                  <a:spcPts val="0"/>
                </a:spcAft>
                <a:buNone/>
              </a:pPr>
              <a:r>
                <a:rPr b="1" lang="ja-JP" sz="1400">
                  <a:solidFill>
                    <a:schemeClr val="dk1"/>
                  </a:solidFill>
                  <a:latin typeface="Arial"/>
                  <a:ea typeface="Arial"/>
                  <a:cs typeface="Arial"/>
                  <a:sym typeface="Arial"/>
                </a:rPr>
                <a:t>福田一希</a:t>
              </a:r>
              <a:endParaRPr b="1" sz="1400">
                <a:solidFill>
                  <a:schemeClr val="dk1"/>
                </a:solidFill>
                <a:latin typeface="Arial"/>
                <a:ea typeface="Arial"/>
                <a:cs typeface="Arial"/>
                <a:sym typeface="Arial"/>
              </a:endParaRPr>
            </a:p>
            <a:p>
              <a:pPr indent="0" lvl="0" marL="0" marR="0" rtl="0" algn="ctr">
                <a:spcBef>
                  <a:spcPts val="0"/>
                </a:spcBef>
                <a:spcAft>
                  <a:spcPts val="0"/>
                </a:spcAft>
                <a:buNone/>
              </a:pPr>
              <a:r>
                <a:rPr b="1" lang="ja-JP" sz="1400">
                  <a:solidFill>
                    <a:schemeClr val="dk1"/>
                  </a:solidFill>
                  <a:latin typeface="Arial"/>
                  <a:ea typeface="Arial"/>
                  <a:cs typeface="Arial"/>
                  <a:sym typeface="Arial"/>
                </a:rPr>
                <a:t>メンバー 1名</a:t>
              </a:r>
              <a:endParaRPr b="1" sz="1400">
                <a:solidFill>
                  <a:schemeClr val="dk1"/>
                </a:solidFill>
                <a:latin typeface="Arial"/>
                <a:ea typeface="Arial"/>
                <a:cs typeface="Arial"/>
                <a:sym typeface="Arial"/>
              </a:endParaRPr>
            </a:p>
          </p:txBody>
        </p:sp>
      </p:grpSp>
      <p:sp>
        <p:nvSpPr>
          <p:cNvPr id="2050" name="Google Shape;2050;p49"/>
          <p:cNvSpPr/>
          <p:nvPr/>
        </p:nvSpPr>
        <p:spPr>
          <a:xfrm>
            <a:off x="3204000" y="2304000"/>
            <a:ext cx="2736000" cy="360000"/>
          </a:xfrm>
          <a:prstGeom prst="roundRect">
            <a:avLst>
              <a:gd fmla="val 17639" name="adj"/>
            </a:avLst>
          </a:prstGeom>
          <a:solidFill>
            <a:schemeClr val="lt1"/>
          </a:solidFill>
          <a:ln cap="flat" cmpd="sng" w="12700">
            <a:solidFill>
              <a:schemeClr val="accent2"/>
            </a:solidFill>
            <a:prstDash val="solid"/>
            <a:miter lim="800000"/>
            <a:headEnd len="sm" w="sm" type="none"/>
            <a:tailEnd len="sm" w="sm" type="none"/>
          </a:ln>
        </p:spPr>
        <p:txBody>
          <a:bodyPr anchorCtr="0" anchor="ctr" bIns="45700" lIns="72000" spcFirstLastPara="1" rIns="72000" wrap="square" tIns="1080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プロジェクトマネージャー</a:t>
            </a:r>
            <a:endParaRPr sz="1400">
              <a:solidFill>
                <a:schemeClr val="dk1"/>
              </a:solidFill>
              <a:latin typeface="Arial"/>
              <a:ea typeface="Arial"/>
              <a:cs typeface="Arial"/>
              <a:sym typeface="Arial"/>
            </a:endParaRPr>
          </a:p>
        </p:txBody>
      </p:sp>
      <p:cxnSp>
        <p:nvCxnSpPr>
          <p:cNvPr id="2051" name="Google Shape;2051;p49"/>
          <p:cNvCxnSpPr>
            <a:stCxn id="2050" idx="2"/>
            <a:endCxn id="2046" idx="0"/>
          </p:cNvCxnSpPr>
          <p:nvPr/>
        </p:nvCxnSpPr>
        <p:spPr>
          <a:xfrm>
            <a:off x="4572000" y="2664000"/>
            <a:ext cx="0" cy="144000"/>
          </a:xfrm>
          <a:prstGeom prst="straightConnector1">
            <a:avLst/>
          </a:prstGeom>
          <a:noFill/>
          <a:ln cap="flat" cmpd="sng" w="28575">
            <a:solidFill>
              <a:srgbClr val="BFBFBF"/>
            </a:solidFill>
            <a:prstDash val="solid"/>
            <a:miter lim="800000"/>
            <a:headEnd len="sm" w="sm" type="none"/>
            <a:tailEnd len="sm" w="sm" type="none"/>
          </a:ln>
        </p:spPr>
      </p:cxnSp>
      <p:cxnSp>
        <p:nvCxnSpPr>
          <p:cNvPr id="2052" name="Google Shape;2052;p49"/>
          <p:cNvCxnSpPr>
            <a:stCxn id="2046" idx="2"/>
            <a:endCxn id="2027" idx="0"/>
          </p:cNvCxnSpPr>
          <p:nvPr/>
        </p:nvCxnSpPr>
        <p:spPr>
          <a:xfrm rot="5400000">
            <a:off x="2322000" y="2718002"/>
            <a:ext cx="792000" cy="3708000"/>
          </a:xfrm>
          <a:prstGeom prst="bentConnector3">
            <a:avLst>
              <a:gd fmla="val 50000" name="adj1"/>
            </a:avLst>
          </a:prstGeom>
          <a:noFill/>
          <a:ln cap="flat" cmpd="sng" w="28575">
            <a:solidFill>
              <a:srgbClr val="BFBFBF"/>
            </a:solidFill>
            <a:prstDash val="solid"/>
            <a:miter lim="800000"/>
            <a:headEnd len="sm" w="sm" type="none"/>
            <a:tailEnd len="sm" w="sm" type="none"/>
          </a:ln>
        </p:spPr>
      </p:cxnSp>
      <p:cxnSp>
        <p:nvCxnSpPr>
          <p:cNvPr id="2053" name="Google Shape;2053;p49"/>
          <p:cNvCxnSpPr>
            <a:stCxn id="2046" idx="2"/>
            <a:endCxn id="2026" idx="0"/>
          </p:cNvCxnSpPr>
          <p:nvPr/>
        </p:nvCxnSpPr>
        <p:spPr>
          <a:xfrm rot="5400000">
            <a:off x="2940000" y="3336002"/>
            <a:ext cx="792000" cy="2472000"/>
          </a:xfrm>
          <a:prstGeom prst="bentConnector3">
            <a:avLst>
              <a:gd fmla="val 50000" name="adj1"/>
            </a:avLst>
          </a:prstGeom>
          <a:noFill/>
          <a:ln cap="flat" cmpd="sng" w="28575">
            <a:solidFill>
              <a:srgbClr val="BFBFBF"/>
            </a:solidFill>
            <a:prstDash val="solid"/>
            <a:miter lim="800000"/>
            <a:headEnd len="sm" w="sm" type="none"/>
            <a:tailEnd len="sm" w="sm" type="none"/>
          </a:ln>
        </p:spPr>
      </p:cxnSp>
      <p:cxnSp>
        <p:nvCxnSpPr>
          <p:cNvPr id="2054" name="Google Shape;2054;p49"/>
          <p:cNvCxnSpPr>
            <a:stCxn id="2046" idx="2"/>
            <a:endCxn id="2028" idx="0"/>
          </p:cNvCxnSpPr>
          <p:nvPr/>
        </p:nvCxnSpPr>
        <p:spPr>
          <a:xfrm rot="5400000">
            <a:off x="3558000" y="3954002"/>
            <a:ext cx="792000" cy="1236000"/>
          </a:xfrm>
          <a:prstGeom prst="bentConnector3">
            <a:avLst>
              <a:gd fmla="val 50000" name="adj1"/>
            </a:avLst>
          </a:prstGeom>
          <a:noFill/>
          <a:ln cap="flat" cmpd="sng" w="28575">
            <a:solidFill>
              <a:srgbClr val="BFBFBF"/>
            </a:solidFill>
            <a:prstDash val="solid"/>
            <a:miter lim="800000"/>
            <a:headEnd len="sm" w="sm" type="none"/>
            <a:tailEnd len="sm" w="sm" type="none"/>
          </a:ln>
        </p:spPr>
      </p:cxnSp>
      <p:cxnSp>
        <p:nvCxnSpPr>
          <p:cNvPr id="2055" name="Google Shape;2055;p49"/>
          <p:cNvCxnSpPr>
            <a:stCxn id="2046" idx="2"/>
            <a:endCxn id="2031" idx="0"/>
          </p:cNvCxnSpPr>
          <p:nvPr/>
        </p:nvCxnSpPr>
        <p:spPr>
          <a:xfrm flipH="1" rot="-5400000">
            <a:off x="4794000" y="3954002"/>
            <a:ext cx="792000" cy="1236000"/>
          </a:xfrm>
          <a:prstGeom prst="bentConnector3">
            <a:avLst>
              <a:gd fmla="val 50000" name="adj1"/>
            </a:avLst>
          </a:prstGeom>
          <a:noFill/>
          <a:ln cap="flat" cmpd="sng" w="28575">
            <a:solidFill>
              <a:srgbClr val="BFBFBF"/>
            </a:solidFill>
            <a:prstDash val="solid"/>
            <a:miter lim="800000"/>
            <a:headEnd len="sm" w="sm" type="none"/>
            <a:tailEnd len="sm" w="sm" type="none"/>
          </a:ln>
        </p:spPr>
      </p:cxnSp>
      <p:cxnSp>
        <p:nvCxnSpPr>
          <p:cNvPr id="2056" name="Google Shape;2056;p49"/>
          <p:cNvCxnSpPr>
            <a:stCxn id="2046" idx="2"/>
            <a:endCxn id="2032" idx="0"/>
          </p:cNvCxnSpPr>
          <p:nvPr/>
        </p:nvCxnSpPr>
        <p:spPr>
          <a:xfrm flipH="1" rot="-5400000">
            <a:off x="5412000" y="3336002"/>
            <a:ext cx="792000" cy="2472000"/>
          </a:xfrm>
          <a:prstGeom prst="bentConnector3">
            <a:avLst>
              <a:gd fmla="val 50000" name="adj1"/>
            </a:avLst>
          </a:prstGeom>
          <a:noFill/>
          <a:ln cap="flat" cmpd="sng" w="28575">
            <a:solidFill>
              <a:srgbClr val="BFBFBF"/>
            </a:solidFill>
            <a:prstDash val="solid"/>
            <a:miter lim="800000"/>
            <a:headEnd len="sm" w="sm" type="none"/>
            <a:tailEnd len="sm" w="sm" type="none"/>
          </a:ln>
        </p:spPr>
      </p:cxnSp>
      <p:cxnSp>
        <p:nvCxnSpPr>
          <p:cNvPr id="2057" name="Google Shape;2057;p49"/>
          <p:cNvCxnSpPr>
            <a:stCxn id="2046" idx="2"/>
            <a:endCxn id="2029" idx="0"/>
          </p:cNvCxnSpPr>
          <p:nvPr/>
        </p:nvCxnSpPr>
        <p:spPr>
          <a:xfrm flipH="1" rot="-5400000">
            <a:off x="6030000" y="2718002"/>
            <a:ext cx="792000" cy="3708000"/>
          </a:xfrm>
          <a:prstGeom prst="bentConnector3">
            <a:avLst>
              <a:gd fmla="val 50000" name="adj1"/>
            </a:avLst>
          </a:prstGeom>
          <a:noFill/>
          <a:ln cap="flat" cmpd="sng" w="28575">
            <a:solidFill>
              <a:srgbClr val="BFBFBF"/>
            </a:solidFill>
            <a:prstDash val="solid"/>
            <a:miter lim="800000"/>
            <a:headEnd len="sm" w="sm" type="none"/>
            <a:tailEnd len="sm" w="sm" type="none"/>
          </a:ln>
        </p:spPr>
      </p:cxnSp>
      <p:sp>
        <p:nvSpPr>
          <p:cNvPr id="2058" name="Google Shape;2058;p49"/>
          <p:cNvSpPr/>
          <p:nvPr/>
        </p:nvSpPr>
        <p:spPr>
          <a:xfrm>
            <a:off x="288000" y="3168000"/>
            <a:ext cx="2484000" cy="1151999"/>
          </a:xfrm>
          <a:prstGeom prst="wedgeRectCallout">
            <a:avLst>
              <a:gd fmla="val 67336" name="adj1"/>
              <a:gd fmla="val -21785" name="adj2"/>
            </a:avLst>
          </a:prstGeom>
          <a:solidFill>
            <a:schemeClr val="lt1"/>
          </a:solidFill>
          <a:ln cap="flat" cmpd="sng" w="12700">
            <a:solidFill>
              <a:schemeClr val="accent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利用部門への確認依頼、周辺システム担当ベンダーへの各種依頼・進捗状況の収集・とりまとめ、貴社PMへの報告等を実施します。</a:t>
            </a:r>
            <a:endParaRPr sz="1400">
              <a:solidFill>
                <a:schemeClr val="dk1"/>
              </a:solidFill>
              <a:latin typeface="Arial"/>
              <a:ea typeface="Arial"/>
              <a:cs typeface="Arial"/>
              <a:sym typeface="Arial"/>
            </a:endParaRPr>
          </a:p>
        </p:txBody>
      </p:sp>
      <p:cxnSp>
        <p:nvCxnSpPr>
          <p:cNvPr id="2059" name="Google Shape;2059;p49"/>
          <p:cNvCxnSpPr/>
          <p:nvPr/>
        </p:nvCxnSpPr>
        <p:spPr>
          <a:xfrm>
            <a:off x="1512000" y="2286000"/>
            <a:ext cx="1692000" cy="756000"/>
          </a:xfrm>
          <a:prstGeom prst="bentConnector2">
            <a:avLst/>
          </a:prstGeom>
          <a:noFill/>
          <a:ln cap="flat" cmpd="sng" w="28575">
            <a:solidFill>
              <a:srgbClr val="BFBFBF"/>
            </a:solidFill>
            <a:prstDash val="solid"/>
            <a:miter lim="800000"/>
            <a:headEnd len="sm" w="sm" type="none"/>
            <a:tailEnd len="sm" w="sm" type="none"/>
          </a:ln>
        </p:spPr>
      </p:cxnSp>
      <p:cxnSp>
        <p:nvCxnSpPr>
          <p:cNvPr id="2060" name="Google Shape;2060;p49"/>
          <p:cNvCxnSpPr>
            <a:stCxn id="2046" idx="2"/>
            <a:endCxn id="2030" idx="0"/>
          </p:cNvCxnSpPr>
          <p:nvPr/>
        </p:nvCxnSpPr>
        <p:spPr>
          <a:xfrm>
            <a:off x="4572000" y="4176002"/>
            <a:ext cx="0" cy="792000"/>
          </a:xfrm>
          <a:prstGeom prst="straightConnector1">
            <a:avLst/>
          </a:prstGeom>
          <a:noFill/>
          <a:ln cap="flat" cmpd="sng" w="28575">
            <a:solidFill>
              <a:srgbClr val="BFBFBF"/>
            </a:solidFill>
            <a:prstDash val="solid"/>
            <a:miter lim="800000"/>
            <a:headEnd len="sm" w="sm" type="none"/>
            <a:tailEnd len="sm" w="sm" type="none"/>
          </a:ln>
        </p:spPr>
      </p:cxnSp>
      <p:cxnSp>
        <p:nvCxnSpPr>
          <p:cNvPr id="2061" name="Google Shape;2061;p49"/>
          <p:cNvCxnSpPr>
            <a:stCxn id="2041" idx="2"/>
            <a:endCxn id="2049" idx="3"/>
          </p:cNvCxnSpPr>
          <p:nvPr/>
        </p:nvCxnSpPr>
        <p:spPr>
          <a:xfrm rot="5400000">
            <a:off x="6633000" y="2619002"/>
            <a:ext cx="144000" cy="2106000"/>
          </a:xfrm>
          <a:prstGeom prst="bentConnector2">
            <a:avLst/>
          </a:prstGeom>
          <a:noFill/>
          <a:ln cap="flat" cmpd="sng" w="28575">
            <a:solidFill>
              <a:srgbClr val="BFBFBF"/>
            </a:solidFill>
            <a:prstDash val="solid"/>
            <a:miter lim="800000"/>
            <a:headEnd len="sm" w="sm" type="none"/>
            <a:tailEnd len="sm" w="sm" type="none"/>
          </a:ln>
        </p:spPr>
      </p:cxn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5" name="Shape 2065"/>
        <p:cNvGrpSpPr/>
        <p:nvPr/>
      </p:nvGrpSpPr>
      <p:grpSpPr>
        <a:xfrm>
          <a:off x="0" y="0"/>
          <a:ext cx="0" cy="0"/>
          <a:chOff x="0" y="0"/>
          <a:chExt cx="0" cy="0"/>
        </a:xfrm>
      </p:grpSpPr>
      <p:sp>
        <p:nvSpPr>
          <p:cNvPr id="2066" name="Google Shape;2066;p50"/>
          <p:cNvSpPr txBox="1"/>
          <p:nvPr>
            <p:ph type="title"/>
          </p:nvPr>
        </p:nvSpPr>
        <p:spPr>
          <a:xfrm>
            <a:off x="144000" y="36000"/>
            <a:ext cx="8856000" cy="5760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3000"/>
              <a:buFont typeface="Arial"/>
              <a:buNone/>
            </a:pPr>
            <a:r>
              <a:rPr lang="ja-JP"/>
              <a:t>再委託先について</a:t>
            </a:r>
            <a:endParaRPr/>
          </a:p>
        </p:txBody>
      </p:sp>
      <p:sp>
        <p:nvSpPr>
          <p:cNvPr id="2067" name="Google Shape;2067;p50"/>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ja-JP"/>
              <a:t>Copyright© 2020 SystemEXE,Inc. all rights reserved.</a:t>
            </a:r>
            <a:endParaRPr/>
          </a:p>
        </p:txBody>
      </p:sp>
      <p:sp>
        <p:nvSpPr>
          <p:cNvPr id="2068" name="Google Shape;2068;p50"/>
          <p:cNvSpPr txBox="1"/>
          <p:nvPr>
            <p:ph idx="12" type="sldNum"/>
          </p:nvPr>
        </p:nvSpPr>
        <p:spPr>
          <a:xfrm>
            <a:off x="4212000" y="6500068"/>
            <a:ext cx="720000" cy="288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ja-JP"/>
              <a:t>‹#›</a:t>
            </a:fld>
            <a:endParaRPr/>
          </a:p>
        </p:txBody>
      </p:sp>
      <p:sp>
        <p:nvSpPr>
          <p:cNvPr id="2069" name="Google Shape;2069;p50"/>
          <p:cNvSpPr txBox="1"/>
          <p:nvPr/>
        </p:nvSpPr>
        <p:spPr>
          <a:xfrm>
            <a:off x="144000" y="1080000"/>
            <a:ext cx="8856000" cy="540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作業の一部を弊社のグループ会社であるシステムエグゼベトナムへ再委託します。</a:t>
            </a:r>
            <a:endParaRPr sz="1400">
              <a:solidFill>
                <a:schemeClr val="dk1"/>
              </a:solidFill>
              <a:latin typeface="Arial"/>
              <a:ea typeface="Arial"/>
              <a:cs typeface="Arial"/>
              <a:sym typeface="Arial"/>
            </a:endParaRPr>
          </a:p>
        </p:txBody>
      </p:sp>
      <p:graphicFrame>
        <p:nvGraphicFramePr>
          <p:cNvPr id="2070" name="Google Shape;2070;p50"/>
          <p:cNvGraphicFramePr/>
          <p:nvPr/>
        </p:nvGraphicFramePr>
        <p:xfrm>
          <a:off x="1836655" y="1728000"/>
          <a:ext cx="3000000" cy="3000000"/>
        </p:xfrm>
        <a:graphic>
          <a:graphicData uri="http://schemas.openxmlformats.org/drawingml/2006/table">
            <a:tbl>
              <a:tblPr>
                <a:noFill/>
                <a:tableStyleId>{FE03F3E7-6964-46DF-ADC6-E4BCA3E1CC40}</a:tableStyleId>
              </a:tblPr>
              <a:tblGrid>
                <a:gridCol w="1223550"/>
                <a:gridCol w="4247150"/>
              </a:tblGrid>
              <a:tr h="163325">
                <a:tc>
                  <a:txBody>
                    <a:bodyPr/>
                    <a:lstStyle/>
                    <a:p>
                      <a:pPr indent="0" lvl="0" marL="0" marR="0" rtl="0" algn="l">
                        <a:spcBef>
                          <a:spcPts val="0"/>
                        </a:spcBef>
                        <a:spcAft>
                          <a:spcPts val="0"/>
                        </a:spcAft>
                        <a:buNone/>
                      </a:pPr>
                      <a:r>
                        <a:rPr lang="ja-JP" sz="1400">
                          <a:latin typeface="Arial"/>
                          <a:ea typeface="Arial"/>
                          <a:cs typeface="Arial"/>
                          <a:sym typeface="Arial"/>
                        </a:rPr>
                        <a:t>社名</a:t>
                      </a:r>
                      <a:endParaRPr/>
                    </a:p>
                  </a:txBody>
                  <a:tcPr marT="45725" marB="45725" marR="91450" marL="91450" anchor="b">
                    <a:lnL cap="flat" cmpd="sng" w="9525">
                      <a:solidFill>
                        <a:srgbClr val="000000">
                          <a:alpha val="0"/>
                        </a:srgbClr>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rPr lang="ja-JP" sz="1400">
                          <a:latin typeface="Arial"/>
                          <a:ea typeface="Arial"/>
                          <a:cs typeface="Arial"/>
                          <a:sym typeface="Arial"/>
                        </a:rPr>
                        <a:t>SYSTEMEXE VIETNAM COMPANY LIMITED</a:t>
                      </a:r>
                      <a:endParaRPr sz="1400">
                        <a:latin typeface="Arial"/>
                        <a:ea typeface="Arial"/>
                        <a:cs typeface="Arial"/>
                        <a:sym typeface="Arial"/>
                      </a:endParaRPr>
                    </a:p>
                  </a:txBody>
                  <a:tcPr marT="45725" marB="45725" marR="91450" marL="91450" anchor="b">
                    <a:lnL cap="flat" cmpd="sng" w="9525">
                      <a:solidFill>
                        <a:schemeClr val="lt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BFBFBF"/>
                      </a:solidFill>
                      <a:prstDash val="solid"/>
                      <a:round/>
                      <a:headEnd len="sm" w="sm" type="none"/>
                      <a:tailEnd len="sm" w="sm" type="none"/>
                    </a:lnB>
                  </a:tcPr>
                </a:tc>
              </a:tr>
              <a:tr h="163325">
                <a:tc>
                  <a:txBody>
                    <a:bodyPr/>
                    <a:lstStyle/>
                    <a:p>
                      <a:pPr indent="0" lvl="0" marL="0" marR="0" rtl="0" algn="l">
                        <a:spcBef>
                          <a:spcPts val="0"/>
                        </a:spcBef>
                        <a:spcAft>
                          <a:spcPts val="0"/>
                        </a:spcAft>
                        <a:buNone/>
                      </a:pPr>
                      <a:r>
                        <a:rPr lang="ja-JP" sz="1400">
                          <a:latin typeface="Arial"/>
                          <a:ea typeface="Arial"/>
                          <a:cs typeface="Arial"/>
                          <a:sym typeface="Arial"/>
                        </a:rPr>
                        <a:t>所在地</a:t>
                      </a:r>
                      <a:endParaRPr/>
                    </a:p>
                  </a:txBody>
                  <a:tcPr marT="45725" marB="45725" marR="91450" marL="91450" anchor="b">
                    <a:lnL cap="flat" cmpd="sng" w="9525">
                      <a:solidFill>
                        <a:srgbClr val="000000">
                          <a:alpha val="0"/>
                        </a:srgbClr>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Arial"/>
                        <a:buNone/>
                      </a:pPr>
                      <a:r>
                        <a:rPr lang="ja-JP" sz="1400">
                          <a:latin typeface="Arial"/>
                          <a:ea typeface="Arial"/>
                          <a:cs typeface="Arial"/>
                          <a:sym typeface="Arial"/>
                        </a:rPr>
                        <a:t>2F, E-Town 1, 364 Cong Hoa ST., Tan Binh Dist., Ho Chi Minh City, VIETNAM</a:t>
                      </a:r>
                      <a:endParaRPr/>
                    </a:p>
                  </a:txBody>
                  <a:tcPr marT="45725" marB="45725" marR="91450" marL="91450" anchor="b">
                    <a:lnL cap="flat" cmpd="sng" w="9525">
                      <a:solidFill>
                        <a:schemeClr val="lt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r>
              <a:tr h="163325">
                <a:tc>
                  <a:txBody>
                    <a:bodyPr/>
                    <a:lstStyle/>
                    <a:p>
                      <a:pPr indent="0" lvl="0" marL="0" marR="0" rtl="0" algn="l">
                        <a:spcBef>
                          <a:spcPts val="0"/>
                        </a:spcBef>
                        <a:spcAft>
                          <a:spcPts val="0"/>
                        </a:spcAft>
                        <a:buNone/>
                      </a:pPr>
                      <a:r>
                        <a:rPr lang="ja-JP" sz="1400">
                          <a:latin typeface="Arial"/>
                          <a:ea typeface="Arial"/>
                          <a:cs typeface="Arial"/>
                          <a:sym typeface="Arial"/>
                        </a:rPr>
                        <a:t>TEL</a:t>
                      </a:r>
                      <a:endParaRPr sz="1400">
                        <a:latin typeface="Arial"/>
                        <a:ea typeface="Arial"/>
                        <a:cs typeface="Arial"/>
                        <a:sym typeface="Arial"/>
                      </a:endParaRPr>
                    </a:p>
                  </a:txBody>
                  <a:tcPr marT="45725" marB="45725" marR="91450" marL="91450" anchor="b">
                    <a:lnL cap="flat" cmpd="sng" w="9525">
                      <a:solidFill>
                        <a:srgbClr val="000000">
                          <a:alpha val="0"/>
                        </a:srgbClr>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Arial"/>
                        <a:buNone/>
                      </a:pPr>
                      <a:r>
                        <a:rPr lang="ja-JP" sz="1400">
                          <a:latin typeface="Arial"/>
                          <a:ea typeface="Arial"/>
                          <a:cs typeface="Arial"/>
                          <a:sym typeface="Arial"/>
                        </a:rPr>
                        <a:t>+84-28-3810-3385</a:t>
                      </a:r>
                      <a:endParaRPr/>
                    </a:p>
                  </a:txBody>
                  <a:tcPr marT="45725" marB="45725" marR="91450" marL="91450" anchor="b">
                    <a:lnL cap="flat" cmpd="sng" w="9525">
                      <a:solidFill>
                        <a:schemeClr val="lt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r>
              <a:tr h="163325">
                <a:tc>
                  <a:txBody>
                    <a:bodyPr/>
                    <a:lstStyle/>
                    <a:p>
                      <a:pPr indent="0" lvl="0" marL="0" marR="0" rtl="0" algn="l">
                        <a:spcBef>
                          <a:spcPts val="0"/>
                        </a:spcBef>
                        <a:spcAft>
                          <a:spcPts val="0"/>
                        </a:spcAft>
                        <a:buNone/>
                      </a:pPr>
                      <a:r>
                        <a:rPr lang="ja-JP" sz="1400">
                          <a:latin typeface="Arial"/>
                          <a:ea typeface="Arial"/>
                          <a:cs typeface="Arial"/>
                          <a:sym typeface="Arial"/>
                        </a:rPr>
                        <a:t>WEBサイト</a:t>
                      </a:r>
                      <a:endParaRPr/>
                    </a:p>
                  </a:txBody>
                  <a:tcPr marT="45725" marB="45725" marR="91450" marL="91450" anchor="b">
                    <a:lnL cap="flat" cmpd="sng" w="9525">
                      <a:solidFill>
                        <a:srgbClr val="000000">
                          <a:alpha val="0"/>
                        </a:srgbClr>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Arial"/>
                        <a:buNone/>
                      </a:pPr>
                      <a:r>
                        <a:rPr lang="ja-JP" sz="1400" u="sng">
                          <a:solidFill>
                            <a:schemeClr val="hlink"/>
                          </a:solidFill>
                          <a:latin typeface="Arial"/>
                          <a:ea typeface="Arial"/>
                          <a:cs typeface="Arial"/>
                          <a:sym typeface="Arial"/>
                          <a:hlinkClick r:id="rId3"/>
                        </a:rPr>
                        <a:t>http://www.system-exe.com.vn/</a:t>
                      </a:r>
                      <a:endParaRPr sz="1400">
                        <a:latin typeface="Arial"/>
                        <a:ea typeface="Arial"/>
                        <a:cs typeface="Arial"/>
                        <a:sym typeface="Arial"/>
                      </a:endParaRPr>
                    </a:p>
                  </a:txBody>
                  <a:tcPr marT="45725" marB="45725" marR="91450" marL="91450" anchor="b">
                    <a:lnL cap="flat" cmpd="sng" w="9525">
                      <a:solidFill>
                        <a:schemeClr val="lt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r>
              <a:tr h="163325">
                <a:tc>
                  <a:txBody>
                    <a:bodyPr/>
                    <a:lstStyle/>
                    <a:p>
                      <a:pPr indent="0" lvl="0" marL="0" marR="0" rtl="0" algn="l">
                        <a:spcBef>
                          <a:spcPts val="0"/>
                        </a:spcBef>
                        <a:spcAft>
                          <a:spcPts val="0"/>
                        </a:spcAft>
                        <a:buNone/>
                      </a:pPr>
                      <a:r>
                        <a:rPr lang="ja-JP" sz="1400">
                          <a:latin typeface="Arial"/>
                          <a:ea typeface="Arial"/>
                          <a:cs typeface="Arial"/>
                          <a:sym typeface="Arial"/>
                        </a:rPr>
                        <a:t>契約形態</a:t>
                      </a:r>
                      <a:endParaRPr/>
                    </a:p>
                  </a:txBody>
                  <a:tcPr marT="45725" marB="45725" marR="91450" marL="91450" anchor="b">
                    <a:lnL cap="flat" cmpd="sng" w="9525">
                      <a:solidFill>
                        <a:srgbClr val="000000">
                          <a:alpha val="0"/>
                        </a:srgbClr>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rPr lang="ja-JP" sz="1400">
                          <a:latin typeface="Arial"/>
                          <a:ea typeface="Arial"/>
                          <a:cs typeface="Arial"/>
                          <a:sym typeface="Arial"/>
                        </a:rPr>
                        <a:t>準委任契約</a:t>
                      </a:r>
                      <a:endParaRPr/>
                    </a:p>
                  </a:txBody>
                  <a:tcPr marT="45725" marB="45725" marR="91450" marL="91450" anchor="b">
                    <a:lnL cap="flat" cmpd="sng" w="9525">
                      <a:solidFill>
                        <a:schemeClr val="lt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r>
              <a:tr h="163325">
                <a:tc>
                  <a:txBody>
                    <a:bodyPr/>
                    <a:lstStyle/>
                    <a:p>
                      <a:pPr indent="0" lvl="0" marL="0" marR="0" rtl="0" algn="l">
                        <a:spcBef>
                          <a:spcPts val="0"/>
                        </a:spcBef>
                        <a:spcAft>
                          <a:spcPts val="0"/>
                        </a:spcAft>
                        <a:buNone/>
                      </a:pPr>
                      <a:r>
                        <a:rPr lang="ja-JP" sz="1400">
                          <a:latin typeface="Arial"/>
                          <a:ea typeface="Arial"/>
                          <a:cs typeface="Arial"/>
                          <a:sym typeface="Arial"/>
                        </a:rPr>
                        <a:t>作業場所</a:t>
                      </a:r>
                      <a:endParaRPr/>
                    </a:p>
                  </a:txBody>
                  <a:tcPr marT="45725" marB="45725" marR="91450" marL="91450" anchor="b">
                    <a:lnL cap="flat" cmpd="sng" w="9525">
                      <a:solidFill>
                        <a:srgbClr val="000000">
                          <a:alpha val="0"/>
                        </a:srgbClr>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rPr lang="ja-JP" sz="1400">
                          <a:latin typeface="Arial"/>
                          <a:ea typeface="Arial"/>
                          <a:cs typeface="Arial"/>
                          <a:sym typeface="Arial"/>
                        </a:rPr>
                        <a:t>システムエグゼベトナム社内（ベトナム）</a:t>
                      </a:r>
                      <a:endParaRPr/>
                    </a:p>
                  </a:txBody>
                  <a:tcPr marT="45725" marB="45725" marR="91450" marL="91450" anchor="b">
                    <a:lnL cap="flat" cmpd="sng" w="9525">
                      <a:solidFill>
                        <a:schemeClr val="lt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r>
            </a:tbl>
          </a:graphicData>
        </a:graphic>
      </p:graphicFrame>
      <p:sp>
        <p:nvSpPr>
          <p:cNvPr id="2071" name="Google Shape;2071;p50"/>
          <p:cNvSpPr txBox="1"/>
          <p:nvPr/>
        </p:nvSpPr>
        <p:spPr>
          <a:xfrm>
            <a:off x="144000" y="4176000"/>
            <a:ext cx="8856000" cy="2016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上記のシステムエグゼベトナム以外におきましても</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再委託により数名の要員を確保することを想定しておりますが</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現時点では再委託先は未定となります。</a:t>
            </a:r>
            <a:endParaRPr sz="1400">
              <a:solidFill>
                <a:schemeClr val="dk1"/>
              </a:solidFill>
              <a:latin typeface="Arial"/>
              <a:ea typeface="Arial"/>
              <a:cs typeface="Arial"/>
              <a:sym typeface="Arial"/>
            </a:endParaRPr>
          </a:p>
          <a:p>
            <a:pPr indent="0" lvl="0" marL="0" marR="0" rtl="0" algn="ctr">
              <a:spcBef>
                <a:spcPts val="0"/>
              </a:spcBef>
              <a:spcAft>
                <a:spcPts val="0"/>
              </a:spcAft>
              <a:buNone/>
            </a:pPr>
            <a:r>
              <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システムエグゼベトナム以外の再委託先につきましては</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弊社管理が行き届く範囲にて実施することとするため</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準委任契約により弊社千葉オフィス内にて作業することを想定しており、</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弊社内以外での作業による再委託は実施いたしません。</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再委託につきましては、決定次第、貴社にご連絡し承諾を頂いた上で着任することとします。</a:t>
            </a:r>
            <a:endParaRPr sz="1400">
              <a:solidFill>
                <a:schemeClr val="dk1"/>
              </a:solidFill>
              <a:latin typeface="Arial"/>
              <a:ea typeface="Arial"/>
              <a:cs typeface="Arial"/>
              <a:sym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5" name="Shape 2075"/>
        <p:cNvGrpSpPr/>
        <p:nvPr/>
      </p:nvGrpSpPr>
      <p:grpSpPr>
        <a:xfrm>
          <a:off x="0" y="0"/>
          <a:ext cx="0" cy="0"/>
          <a:chOff x="0" y="0"/>
          <a:chExt cx="0" cy="0"/>
        </a:xfrm>
      </p:grpSpPr>
      <p:sp>
        <p:nvSpPr>
          <p:cNvPr id="2076" name="Google Shape;2076;p51"/>
          <p:cNvSpPr txBox="1"/>
          <p:nvPr>
            <p:ph type="title"/>
          </p:nvPr>
        </p:nvSpPr>
        <p:spPr>
          <a:xfrm>
            <a:off x="144000" y="36000"/>
            <a:ext cx="8856000" cy="5760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3000"/>
              <a:buFont typeface="Arial"/>
              <a:buNone/>
            </a:pPr>
            <a:r>
              <a:rPr lang="ja-JP"/>
              <a:t>役割と責任</a:t>
            </a:r>
            <a:endParaRPr/>
          </a:p>
        </p:txBody>
      </p:sp>
      <p:graphicFrame>
        <p:nvGraphicFramePr>
          <p:cNvPr id="2077" name="Google Shape;2077;p51"/>
          <p:cNvGraphicFramePr/>
          <p:nvPr/>
        </p:nvGraphicFramePr>
        <p:xfrm>
          <a:off x="144463" y="863599"/>
          <a:ext cx="3000000" cy="3000000"/>
        </p:xfrm>
        <a:graphic>
          <a:graphicData uri="http://schemas.openxmlformats.org/drawingml/2006/table">
            <a:tbl>
              <a:tblPr bandRow="1" firstRow="1">
                <a:noFill/>
                <a:tableStyleId>{FE03F3E7-6964-46DF-ADC6-E4BCA3E1CC40}</a:tableStyleId>
              </a:tblPr>
              <a:tblGrid>
                <a:gridCol w="3079025"/>
                <a:gridCol w="5776050"/>
              </a:tblGrid>
              <a:tr h="312725">
                <a:tc>
                  <a:txBody>
                    <a:bodyPr/>
                    <a:lstStyle/>
                    <a:p>
                      <a:pPr indent="0" lvl="0" marL="0" marR="0" rtl="0" algn="l">
                        <a:spcBef>
                          <a:spcPts val="0"/>
                        </a:spcBef>
                        <a:spcAft>
                          <a:spcPts val="0"/>
                        </a:spcAft>
                        <a:buNone/>
                      </a:pPr>
                      <a:r>
                        <a:rPr b="1" lang="ja-JP" sz="1400">
                          <a:solidFill>
                            <a:schemeClr val="lt1"/>
                          </a:solidFill>
                          <a:latin typeface="Arial"/>
                          <a:ea typeface="Arial"/>
                          <a:cs typeface="Arial"/>
                          <a:sym typeface="Arial"/>
                        </a:rPr>
                        <a:t>役割</a:t>
                      </a:r>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c>
                  <a:txBody>
                    <a:bodyPr/>
                    <a:lstStyle/>
                    <a:p>
                      <a:pPr indent="0" lvl="0" marL="0" marR="0" rtl="0" algn="l">
                        <a:spcBef>
                          <a:spcPts val="0"/>
                        </a:spcBef>
                        <a:spcAft>
                          <a:spcPts val="0"/>
                        </a:spcAft>
                        <a:buNone/>
                      </a:pPr>
                      <a:r>
                        <a:rPr b="1" lang="ja-JP" sz="1400">
                          <a:solidFill>
                            <a:schemeClr val="lt1"/>
                          </a:solidFill>
                          <a:latin typeface="Arial"/>
                          <a:ea typeface="Arial"/>
                          <a:cs typeface="Arial"/>
                          <a:sym typeface="Arial"/>
                        </a:rPr>
                        <a:t>責任（作業内容）</a:t>
                      </a:r>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r>
              <a:tr h="531625">
                <a:tc>
                  <a:txBody>
                    <a:bodyPr/>
                    <a:lstStyle/>
                    <a:p>
                      <a:pPr indent="0" lvl="0" marL="0" marR="0" rtl="0" algn="l">
                        <a:spcBef>
                          <a:spcPts val="0"/>
                        </a:spcBef>
                        <a:spcAft>
                          <a:spcPts val="0"/>
                        </a:spcAft>
                        <a:buNone/>
                      </a:pPr>
                      <a:r>
                        <a:rPr lang="ja-JP" sz="1400">
                          <a:latin typeface="Arial"/>
                          <a:ea typeface="Arial"/>
                          <a:cs typeface="Arial"/>
                          <a:sym typeface="Arial"/>
                        </a:rPr>
                        <a:t>プロジェクト責任者</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EDEDED"/>
                    </a:solidFill>
                  </a:tcPr>
                </a:tc>
                <a:tc>
                  <a:txBody>
                    <a:bodyPr/>
                    <a:lstStyle/>
                    <a:p>
                      <a:pPr indent="-285750" lvl="0" marL="285750" marR="0" rtl="0" algn="l">
                        <a:spcBef>
                          <a:spcPts val="0"/>
                        </a:spcBef>
                        <a:spcAft>
                          <a:spcPts val="0"/>
                        </a:spcAft>
                        <a:buClr>
                          <a:schemeClr val="dk1"/>
                        </a:buClr>
                        <a:buSzPts val="1400"/>
                        <a:buFont typeface="Arial"/>
                        <a:buChar char="•"/>
                      </a:pPr>
                      <a:r>
                        <a:rPr lang="ja-JP" sz="1400">
                          <a:latin typeface="Arial"/>
                          <a:ea typeface="Arial"/>
                          <a:cs typeface="Arial"/>
                          <a:sym typeface="Arial"/>
                        </a:rPr>
                        <a:t>プロジェクト全般にわたるシステムエグゼの責任者</a:t>
                      </a:r>
                      <a:endParaRPr/>
                    </a:p>
                    <a:p>
                      <a:pPr indent="-285750" lvl="0" marL="285750" marR="0" rtl="0" algn="l">
                        <a:spcBef>
                          <a:spcPts val="0"/>
                        </a:spcBef>
                        <a:spcAft>
                          <a:spcPts val="0"/>
                        </a:spcAft>
                        <a:buClr>
                          <a:schemeClr val="dk1"/>
                        </a:buClr>
                        <a:buSzPts val="1400"/>
                        <a:buFont typeface="Arial"/>
                        <a:buChar char="•"/>
                      </a:pPr>
                      <a:r>
                        <a:rPr lang="ja-JP" sz="1400">
                          <a:latin typeface="Arial"/>
                          <a:ea typeface="Arial"/>
                          <a:cs typeface="Arial"/>
                          <a:sym typeface="Arial"/>
                        </a:rPr>
                        <a:t>プロジェクト全体方針の確認</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r>
              <a:tr h="2282825">
                <a:tc>
                  <a:txBody>
                    <a:bodyPr/>
                    <a:lstStyle/>
                    <a:p>
                      <a:pPr indent="0" lvl="0" marL="0" marR="0" rtl="0" algn="l">
                        <a:spcBef>
                          <a:spcPts val="0"/>
                        </a:spcBef>
                        <a:spcAft>
                          <a:spcPts val="0"/>
                        </a:spcAft>
                        <a:buNone/>
                      </a:pPr>
                      <a:r>
                        <a:rPr lang="ja-JP" sz="1400">
                          <a:latin typeface="Arial"/>
                          <a:ea typeface="Arial"/>
                          <a:cs typeface="Arial"/>
                          <a:sym typeface="Arial"/>
                        </a:rPr>
                        <a:t>プロジェクトマネージャー</a:t>
                      </a:r>
                      <a:endParaRPr sz="1400">
                        <a:latin typeface="Arial"/>
                        <a:ea typeface="Arial"/>
                        <a:cs typeface="Arial"/>
                        <a:sym typeface="Arial"/>
                      </a:endParaRPr>
                    </a:p>
                    <a:p>
                      <a:pPr indent="0" lvl="0" marL="0" marR="0" rtl="0" algn="l">
                        <a:spcBef>
                          <a:spcPts val="0"/>
                        </a:spcBef>
                        <a:spcAft>
                          <a:spcPts val="0"/>
                        </a:spcAft>
                        <a:buNone/>
                      </a:pPr>
                      <a:r>
                        <a:rPr lang="ja-JP" sz="1400">
                          <a:latin typeface="Arial"/>
                          <a:ea typeface="Arial"/>
                          <a:cs typeface="Arial"/>
                          <a:sym typeface="Arial"/>
                        </a:rPr>
                        <a:t>（略称：PM）</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EDEDED"/>
                    </a:solidFill>
                  </a:tcPr>
                </a:tc>
                <a:tc>
                  <a:txBody>
                    <a:bodyPr/>
                    <a:lstStyle/>
                    <a:p>
                      <a:pPr indent="-285750" lvl="0" marL="285750" marR="0" rtl="0" algn="l">
                        <a:spcBef>
                          <a:spcPts val="0"/>
                        </a:spcBef>
                        <a:spcAft>
                          <a:spcPts val="0"/>
                        </a:spcAft>
                        <a:buClr>
                          <a:schemeClr val="dk1"/>
                        </a:buClr>
                        <a:buSzPts val="1400"/>
                        <a:buFont typeface="Arial"/>
                        <a:buChar char="•"/>
                      </a:pPr>
                      <a:r>
                        <a:rPr lang="ja-JP" sz="1400">
                          <a:latin typeface="Arial"/>
                          <a:ea typeface="Arial"/>
                          <a:cs typeface="Arial"/>
                          <a:sym typeface="Arial"/>
                        </a:rPr>
                        <a:t>プロジェクト全般にかかわる重要方針の決定</a:t>
                      </a:r>
                      <a:endParaRPr/>
                    </a:p>
                    <a:p>
                      <a:pPr indent="-285750" lvl="0" marL="285750" marR="0" rtl="0" algn="l">
                        <a:spcBef>
                          <a:spcPts val="0"/>
                        </a:spcBef>
                        <a:spcAft>
                          <a:spcPts val="0"/>
                        </a:spcAft>
                        <a:buClr>
                          <a:schemeClr val="dk1"/>
                        </a:buClr>
                        <a:buSzPts val="1400"/>
                        <a:buFont typeface="Arial"/>
                        <a:buChar char="•"/>
                      </a:pPr>
                      <a:r>
                        <a:rPr lang="ja-JP" sz="1400">
                          <a:latin typeface="Arial"/>
                          <a:ea typeface="Arial"/>
                          <a:cs typeface="Arial"/>
                          <a:sym typeface="Arial"/>
                        </a:rPr>
                        <a:t>プロジェクト全体の運営管理</a:t>
                      </a:r>
                      <a:br>
                        <a:rPr lang="ja-JP" sz="1400">
                          <a:latin typeface="Arial"/>
                          <a:ea typeface="Arial"/>
                          <a:cs typeface="Arial"/>
                          <a:sym typeface="Arial"/>
                        </a:rPr>
                      </a:br>
                      <a:r>
                        <a:rPr lang="ja-JP" sz="1400">
                          <a:latin typeface="Arial"/>
                          <a:ea typeface="Arial"/>
                          <a:cs typeface="Arial"/>
                          <a:sym typeface="Arial"/>
                        </a:rPr>
                        <a:t>（目標、範囲、予算、スケジュール、要員等）</a:t>
                      </a:r>
                      <a:endParaRPr/>
                    </a:p>
                    <a:p>
                      <a:pPr indent="-285750" lvl="0" marL="285750" marR="0" rtl="0" algn="l">
                        <a:spcBef>
                          <a:spcPts val="0"/>
                        </a:spcBef>
                        <a:spcAft>
                          <a:spcPts val="0"/>
                        </a:spcAft>
                        <a:buClr>
                          <a:schemeClr val="dk1"/>
                        </a:buClr>
                        <a:buSzPts val="1400"/>
                        <a:buFont typeface="Arial"/>
                        <a:buChar char="•"/>
                      </a:pPr>
                      <a:r>
                        <a:rPr lang="ja-JP" sz="1400">
                          <a:latin typeface="Arial"/>
                          <a:ea typeface="Arial"/>
                          <a:cs typeface="Arial"/>
                          <a:sym typeface="Arial"/>
                        </a:rPr>
                        <a:t>プロジェクト決定事項のメンバーへの周知</a:t>
                      </a:r>
                      <a:endParaRPr/>
                    </a:p>
                    <a:p>
                      <a:pPr indent="-285750" lvl="0" marL="285750" marR="0" rtl="0" algn="l">
                        <a:spcBef>
                          <a:spcPts val="0"/>
                        </a:spcBef>
                        <a:spcAft>
                          <a:spcPts val="0"/>
                        </a:spcAft>
                        <a:buClr>
                          <a:schemeClr val="dk1"/>
                        </a:buClr>
                        <a:buSzPts val="1400"/>
                        <a:buFont typeface="Arial"/>
                        <a:buChar char="•"/>
                      </a:pPr>
                      <a:r>
                        <a:rPr lang="ja-JP" sz="1400">
                          <a:latin typeface="Arial"/>
                          <a:ea typeface="Arial"/>
                          <a:cs typeface="Arial"/>
                          <a:sym typeface="Arial"/>
                        </a:rPr>
                        <a:t>プロジェクト全体の品質管理</a:t>
                      </a:r>
                      <a:br>
                        <a:rPr lang="ja-JP" sz="1400">
                          <a:latin typeface="Arial"/>
                          <a:ea typeface="Arial"/>
                          <a:cs typeface="Arial"/>
                          <a:sym typeface="Arial"/>
                        </a:rPr>
                      </a:br>
                      <a:r>
                        <a:rPr lang="ja-JP" sz="1400">
                          <a:latin typeface="Arial"/>
                          <a:ea typeface="Arial"/>
                          <a:cs typeface="Arial"/>
                          <a:sym typeface="Arial"/>
                        </a:rPr>
                        <a:t>（主要成果物のレビュー、成果物の標準化）</a:t>
                      </a:r>
                      <a:endParaRPr/>
                    </a:p>
                    <a:p>
                      <a:pPr indent="-285750" lvl="0" marL="285750" marR="0" rtl="0" algn="l">
                        <a:spcBef>
                          <a:spcPts val="0"/>
                        </a:spcBef>
                        <a:spcAft>
                          <a:spcPts val="0"/>
                        </a:spcAft>
                        <a:buClr>
                          <a:schemeClr val="dk1"/>
                        </a:buClr>
                        <a:buSzPts val="1400"/>
                        <a:buFont typeface="Arial"/>
                        <a:buChar char="•"/>
                      </a:pPr>
                      <a:r>
                        <a:rPr lang="ja-JP" sz="1400">
                          <a:latin typeface="Arial"/>
                          <a:ea typeface="Arial"/>
                          <a:cs typeface="Arial"/>
                          <a:sym typeface="Arial"/>
                        </a:rPr>
                        <a:t>プロジェクト全体の課題管理</a:t>
                      </a:r>
                      <a:br>
                        <a:rPr lang="ja-JP" sz="1400">
                          <a:latin typeface="Arial"/>
                          <a:ea typeface="Arial"/>
                          <a:cs typeface="Arial"/>
                          <a:sym typeface="Arial"/>
                        </a:rPr>
                      </a:br>
                      <a:r>
                        <a:rPr lang="ja-JP" sz="1400">
                          <a:latin typeface="Arial"/>
                          <a:ea typeface="Arial"/>
                          <a:cs typeface="Arial"/>
                          <a:sym typeface="Arial"/>
                        </a:rPr>
                        <a:t>（課題に対する対応策の提案、および検討）</a:t>
                      </a:r>
                      <a:endParaRPr/>
                    </a:p>
                    <a:p>
                      <a:pPr indent="-285750" lvl="0" marL="285750" marR="0" rtl="0" algn="l">
                        <a:spcBef>
                          <a:spcPts val="0"/>
                        </a:spcBef>
                        <a:spcAft>
                          <a:spcPts val="0"/>
                        </a:spcAft>
                        <a:buClr>
                          <a:schemeClr val="dk1"/>
                        </a:buClr>
                        <a:buSzPts val="1400"/>
                        <a:buFont typeface="Arial"/>
                        <a:buChar char="•"/>
                      </a:pPr>
                      <a:r>
                        <a:rPr lang="ja-JP" sz="1400">
                          <a:latin typeface="Arial"/>
                          <a:ea typeface="Arial"/>
                          <a:cs typeface="Arial"/>
                          <a:sym typeface="Arial"/>
                        </a:rPr>
                        <a:t>変更管理（変更要求の調整）</a:t>
                      </a:r>
                      <a:endParaRPr/>
                    </a:p>
                    <a:p>
                      <a:pPr indent="-285750" lvl="0" marL="285750" marR="0" rtl="0" algn="l">
                        <a:spcBef>
                          <a:spcPts val="0"/>
                        </a:spcBef>
                        <a:spcAft>
                          <a:spcPts val="0"/>
                        </a:spcAft>
                        <a:buClr>
                          <a:schemeClr val="dk1"/>
                        </a:buClr>
                        <a:buSzPts val="1400"/>
                        <a:buFont typeface="Arial"/>
                        <a:buChar char="•"/>
                      </a:pPr>
                      <a:r>
                        <a:rPr lang="ja-JP" sz="1400">
                          <a:latin typeface="Arial"/>
                          <a:ea typeface="Arial"/>
                          <a:cs typeface="Arial"/>
                          <a:sym typeface="Arial"/>
                        </a:rPr>
                        <a:t>リスク管理（リスクの認識、およびエスカレーション）</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r>
              <a:tr h="750525">
                <a:tc>
                  <a:txBody>
                    <a:bodyPr/>
                    <a:lstStyle/>
                    <a:p>
                      <a:pPr indent="0" lvl="0" marL="0" marR="0" rtl="0" algn="l">
                        <a:spcBef>
                          <a:spcPts val="0"/>
                        </a:spcBef>
                        <a:spcAft>
                          <a:spcPts val="0"/>
                        </a:spcAft>
                        <a:buNone/>
                      </a:pPr>
                      <a:r>
                        <a:rPr lang="ja-JP" sz="1400">
                          <a:latin typeface="Arial"/>
                          <a:ea typeface="Arial"/>
                          <a:cs typeface="Arial"/>
                          <a:sym typeface="Arial"/>
                        </a:rPr>
                        <a:t>プロジェクトマネジメントオフィス</a:t>
                      </a:r>
                      <a:endParaRPr sz="1400">
                        <a:latin typeface="Arial"/>
                        <a:ea typeface="Arial"/>
                        <a:cs typeface="Arial"/>
                        <a:sym typeface="Arial"/>
                      </a:endParaRPr>
                    </a:p>
                    <a:p>
                      <a:pPr indent="0" lvl="0" marL="0" marR="0" rtl="0" algn="l">
                        <a:spcBef>
                          <a:spcPts val="0"/>
                        </a:spcBef>
                        <a:spcAft>
                          <a:spcPts val="0"/>
                        </a:spcAft>
                        <a:buNone/>
                      </a:pPr>
                      <a:r>
                        <a:rPr lang="ja-JP" sz="1400">
                          <a:latin typeface="Arial"/>
                          <a:ea typeface="Arial"/>
                          <a:cs typeface="Arial"/>
                          <a:sym typeface="Arial"/>
                        </a:rPr>
                        <a:t>（略称：PMO）</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EDEDED"/>
                    </a:solidFill>
                  </a:tcPr>
                </a:tc>
                <a:tc>
                  <a:txBody>
                    <a:bodyPr/>
                    <a:lstStyle/>
                    <a:p>
                      <a:pPr indent="-285750" lvl="0" marL="285750" marR="0" rtl="0" algn="l">
                        <a:spcBef>
                          <a:spcPts val="0"/>
                        </a:spcBef>
                        <a:spcAft>
                          <a:spcPts val="0"/>
                        </a:spcAft>
                        <a:buClr>
                          <a:schemeClr val="dk1"/>
                        </a:buClr>
                        <a:buSzPts val="1400"/>
                        <a:buFont typeface="Arial"/>
                        <a:buChar char="•"/>
                      </a:pPr>
                      <a:r>
                        <a:rPr lang="ja-JP" sz="1400">
                          <a:latin typeface="Arial"/>
                          <a:ea typeface="Arial"/>
                          <a:cs typeface="Arial"/>
                          <a:sym typeface="Arial"/>
                        </a:rPr>
                        <a:t>PMによるプロジェクト全体運営管理の支援</a:t>
                      </a:r>
                      <a:endParaRPr/>
                    </a:p>
                    <a:p>
                      <a:pPr indent="-285750" lvl="0" marL="285750" marR="0" rtl="0" algn="l">
                        <a:spcBef>
                          <a:spcPts val="0"/>
                        </a:spcBef>
                        <a:spcAft>
                          <a:spcPts val="0"/>
                        </a:spcAft>
                        <a:buClr>
                          <a:schemeClr val="dk1"/>
                        </a:buClr>
                        <a:buSzPts val="1400"/>
                        <a:buFont typeface="Arial"/>
                        <a:buChar char="•"/>
                      </a:pPr>
                      <a:r>
                        <a:rPr lang="ja-JP" sz="1400">
                          <a:latin typeface="Arial"/>
                          <a:ea typeface="Arial"/>
                          <a:cs typeface="Arial"/>
                          <a:sym typeface="Arial"/>
                        </a:rPr>
                        <a:t>PMによる品質管理、変更管理、課題管理の支援</a:t>
                      </a:r>
                      <a:endParaRPr/>
                    </a:p>
                    <a:p>
                      <a:pPr indent="-285750" lvl="0" marL="285750" marR="0" rtl="0" algn="l">
                        <a:spcBef>
                          <a:spcPts val="0"/>
                        </a:spcBef>
                        <a:spcAft>
                          <a:spcPts val="0"/>
                        </a:spcAft>
                        <a:buClr>
                          <a:schemeClr val="dk1"/>
                        </a:buClr>
                        <a:buSzPts val="1400"/>
                        <a:buFont typeface="Arial"/>
                        <a:buChar char="•"/>
                      </a:pPr>
                      <a:r>
                        <a:rPr lang="ja-JP" sz="1400">
                          <a:latin typeface="Arial"/>
                          <a:ea typeface="Arial"/>
                          <a:cs typeface="Arial"/>
                          <a:sym typeface="Arial"/>
                        </a:rPr>
                        <a:t>構成管理（バージョン、およびリリースの管理）</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r>
              <a:tr h="969425">
                <a:tc>
                  <a:txBody>
                    <a:bodyPr/>
                    <a:lstStyle/>
                    <a:p>
                      <a:pPr indent="0" lvl="0" marL="0" marR="0" rtl="0" algn="l">
                        <a:spcBef>
                          <a:spcPts val="0"/>
                        </a:spcBef>
                        <a:spcAft>
                          <a:spcPts val="0"/>
                        </a:spcAft>
                        <a:buNone/>
                      </a:pPr>
                      <a:r>
                        <a:rPr lang="ja-JP" sz="1400">
                          <a:latin typeface="Arial"/>
                          <a:ea typeface="Arial"/>
                          <a:cs typeface="Arial"/>
                          <a:sym typeface="Arial"/>
                        </a:rPr>
                        <a:t>チームリーダー</a:t>
                      </a:r>
                      <a:endParaRPr sz="1400">
                        <a:latin typeface="Arial"/>
                        <a:ea typeface="Arial"/>
                        <a:cs typeface="Arial"/>
                        <a:sym typeface="Arial"/>
                      </a:endParaRPr>
                    </a:p>
                    <a:p>
                      <a:pPr indent="0" lvl="0" marL="0" marR="0" rtl="0" algn="l">
                        <a:spcBef>
                          <a:spcPts val="0"/>
                        </a:spcBef>
                        <a:spcAft>
                          <a:spcPts val="0"/>
                        </a:spcAft>
                        <a:buNone/>
                      </a:pPr>
                      <a:r>
                        <a:rPr lang="ja-JP" sz="1400">
                          <a:latin typeface="Arial"/>
                          <a:ea typeface="Arial"/>
                          <a:cs typeface="Arial"/>
                          <a:sym typeface="Arial"/>
                        </a:rPr>
                        <a:t>（略称：TL）</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EDEDED"/>
                    </a:solidFill>
                  </a:tcPr>
                </a:tc>
                <a:tc>
                  <a:txBody>
                    <a:bodyPr/>
                    <a:lstStyle/>
                    <a:p>
                      <a:pPr indent="-285750" lvl="0" marL="285750" marR="0" rtl="0" algn="l">
                        <a:spcBef>
                          <a:spcPts val="0"/>
                        </a:spcBef>
                        <a:spcAft>
                          <a:spcPts val="0"/>
                        </a:spcAft>
                        <a:buClr>
                          <a:schemeClr val="dk1"/>
                        </a:buClr>
                        <a:buSzPts val="1400"/>
                        <a:buFont typeface="Arial"/>
                        <a:buChar char="•"/>
                      </a:pPr>
                      <a:r>
                        <a:rPr lang="ja-JP" sz="1400">
                          <a:latin typeface="Arial"/>
                          <a:ea typeface="Arial"/>
                          <a:cs typeface="Arial"/>
                          <a:sym typeface="Arial"/>
                        </a:rPr>
                        <a:t>各チームの運営管理（範囲、スケジュール、要員等）</a:t>
                      </a:r>
                      <a:endParaRPr/>
                    </a:p>
                    <a:p>
                      <a:pPr indent="-285750" lvl="0" marL="285750" marR="0" rtl="0" algn="l">
                        <a:spcBef>
                          <a:spcPts val="0"/>
                        </a:spcBef>
                        <a:spcAft>
                          <a:spcPts val="0"/>
                        </a:spcAft>
                        <a:buClr>
                          <a:schemeClr val="dk1"/>
                        </a:buClr>
                        <a:buSzPts val="1400"/>
                        <a:buFont typeface="Arial"/>
                        <a:buChar char="•"/>
                      </a:pPr>
                      <a:r>
                        <a:rPr lang="ja-JP" sz="1400">
                          <a:latin typeface="Arial"/>
                          <a:ea typeface="Arial"/>
                          <a:cs typeface="Arial"/>
                          <a:sym typeface="Arial"/>
                        </a:rPr>
                        <a:t>各チームメンバーへの作業指示</a:t>
                      </a:r>
                      <a:endParaRPr/>
                    </a:p>
                    <a:p>
                      <a:pPr indent="-285750" lvl="0" marL="285750" marR="0" rtl="0" algn="l">
                        <a:spcBef>
                          <a:spcPts val="0"/>
                        </a:spcBef>
                        <a:spcAft>
                          <a:spcPts val="0"/>
                        </a:spcAft>
                        <a:buClr>
                          <a:schemeClr val="dk1"/>
                        </a:buClr>
                        <a:buSzPts val="1400"/>
                        <a:buFont typeface="Arial"/>
                        <a:buChar char="•"/>
                      </a:pPr>
                      <a:r>
                        <a:rPr lang="ja-JP" sz="1400">
                          <a:latin typeface="Arial"/>
                          <a:ea typeface="Arial"/>
                          <a:cs typeface="Arial"/>
                          <a:sym typeface="Arial"/>
                        </a:rPr>
                        <a:t>各チームの品質管理（全ての成果物のレビュー）</a:t>
                      </a:r>
                      <a:endParaRPr/>
                    </a:p>
                    <a:p>
                      <a:pPr indent="-285750" lvl="0" marL="285750" marR="0" rtl="0" algn="l">
                        <a:spcBef>
                          <a:spcPts val="0"/>
                        </a:spcBef>
                        <a:spcAft>
                          <a:spcPts val="0"/>
                        </a:spcAft>
                        <a:buClr>
                          <a:schemeClr val="dk1"/>
                        </a:buClr>
                        <a:buSzPts val="1400"/>
                        <a:buFont typeface="Arial"/>
                        <a:buChar char="•"/>
                      </a:pPr>
                      <a:r>
                        <a:rPr lang="ja-JP" sz="1400">
                          <a:latin typeface="Arial"/>
                          <a:ea typeface="Arial"/>
                          <a:cs typeface="Arial"/>
                          <a:sym typeface="Arial"/>
                        </a:rPr>
                        <a:t>各チームの課題管理（課題に対する対応策の提案、および検討）</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r>
              <a:tr h="312725">
                <a:tc>
                  <a:txBody>
                    <a:bodyPr/>
                    <a:lstStyle/>
                    <a:p>
                      <a:pPr indent="0" lvl="0" marL="0" marR="0" rtl="0" algn="l">
                        <a:spcBef>
                          <a:spcPts val="0"/>
                        </a:spcBef>
                        <a:spcAft>
                          <a:spcPts val="0"/>
                        </a:spcAft>
                        <a:buNone/>
                      </a:pPr>
                      <a:r>
                        <a:rPr lang="ja-JP" sz="1400">
                          <a:latin typeface="Arial"/>
                          <a:ea typeface="Arial"/>
                          <a:cs typeface="Arial"/>
                          <a:sym typeface="Arial"/>
                        </a:rPr>
                        <a:t>チームメンバー</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EDEDED"/>
                    </a:solidFill>
                  </a:tcPr>
                </a:tc>
                <a:tc>
                  <a:txBody>
                    <a:bodyPr/>
                    <a:lstStyle/>
                    <a:p>
                      <a:pPr indent="-285750" lvl="0" marL="285750" marR="0" rtl="0" algn="l">
                        <a:spcBef>
                          <a:spcPts val="0"/>
                        </a:spcBef>
                        <a:spcAft>
                          <a:spcPts val="0"/>
                        </a:spcAft>
                        <a:buClr>
                          <a:schemeClr val="dk1"/>
                        </a:buClr>
                        <a:buSzPts val="1400"/>
                        <a:buFont typeface="Arial"/>
                        <a:buChar char="•"/>
                      </a:pPr>
                      <a:r>
                        <a:rPr lang="ja-JP" sz="1400">
                          <a:latin typeface="Arial"/>
                          <a:ea typeface="Arial"/>
                          <a:cs typeface="Arial"/>
                          <a:sym typeface="Arial"/>
                        </a:rPr>
                        <a:t>各チームリーダーの指示に基づき作業を実施</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r>
              <a:tr h="312725">
                <a:tc>
                  <a:txBody>
                    <a:bodyPr/>
                    <a:lstStyle/>
                    <a:p>
                      <a:pPr indent="0" lvl="0" marL="0" marR="0" rtl="0" algn="l">
                        <a:spcBef>
                          <a:spcPts val="0"/>
                        </a:spcBef>
                        <a:spcAft>
                          <a:spcPts val="0"/>
                        </a:spcAft>
                        <a:buNone/>
                      </a:pPr>
                      <a:r>
                        <a:rPr lang="ja-JP" sz="1400">
                          <a:latin typeface="Arial"/>
                          <a:ea typeface="Arial"/>
                          <a:cs typeface="Arial"/>
                          <a:sym typeface="Arial"/>
                        </a:rPr>
                        <a:t>ブリッジSE（略称：BSE）</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EDEDED"/>
                    </a:solidFill>
                  </a:tcPr>
                </a:tc>
                <a:tc>
                  <a:txBody>
                    <a:bodyPr/>
                    <a:lstStyle/>
                    <a:p>
                      <a:pPr indent="-285750" lvl="0" marL="285750" marR="0" rtl="0" algn="l">
                        <a:spcBef>
                          <a:spcPts val="0"/>
                        </a:spcBef>
                        <a:spcAft>
                          <a:spcPts val="0"/>
                        </a:spcAft>
                        <a:buClr>
                          <a:schemeClr val="dk1"/>
                        </a:buClr>
                        <a:buSzPts val="1400"/>
                        <a:buFont typeface="Arial"/>
                        <a:buChar char="•"/>
                      </a:pPr>
                      <a:r>
                        <a:rPr lang="ja-JP" sz="1400">
                          <a:latin typeface="Arial"/>
                          <a:ea typeface="Arial"/>
                          <a:cs typeface="Arial"/>
                          <a:sym typeface="Arial"/>
                        </a:rPr>
                        <a:t>通訳・文書の翻訳・ベトナム開発チームの進捗管理・各種調整等</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r>
            </a:tbl>
          </a:graphicData>
        </a:graphic>
      </p:graphicFrame>
      <p:sp>
        <p:nvSpPr>
          <p:cNvPr id="2078" name="Google Shape;2078;p51"/>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ja-JP"/>
              <a:t>Copyright© 2020 SystemEXE,Inc. all rights reserved.</a:t>
            </a:r>
            <a:endParaRPr/>
          </a:p>
        </p:txBody>
      </p:sp>
      <p:sp>
        <p:nvSpPr>
          <p:cNvPr id="2079" name="Google Shape;2079;p51"/>
          <p:cNvSpPr txBox="1"/>
          <p:nvPr>
            <p:ph idx="12" type="sldNum"/>
          </p:nvPr>
        </p:nvSpPr>
        <p:spPr>
          <a:xfrm>
            <a:off x="4212000" y="6500068"/>
            <a:ext cx="720000" cy="288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ja-JP"/>
              <a:t>‹#›</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3" name="Shape 2083"/>
        <p:cNvGrpSpPr/>
        <p:nvPr/>
      </p:nvGrpSpPr>
      <p:grpSpPr>
        <a:xfrm>
          <a:off x="0" y="0"/>
          <a:ext cx="0" cy="0"/>
          <a:chOff x="0" y="0"/>
          <a:chExt cx="0" cy="0"/>
        </a:xfrm>
      </p:grpSpPr>
      <p:sp>
        <p:nvSpPr>
          <p:cNvPr id="2084" name="Google Shape;2084;p52"/>
          <p:cNvSpPr txBox="1"/>
          <p:nvPr>
            <p:ph type="title"/>
          </p:nvPr>
        </p:nvSpPr>
        <p:spPr>
          <a:xfrm>
            <a:off x="144000" y="36000"/>
            <a:ext cx="8856000" cy="5760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3000"/>
              <a:buFont typeface="Arial"/>
              <a:buNone/>
            </a:pPr>
            <a:r>
              <a:rPr lang="ja-JP"/>
              <a:t>役割分担 - 1</a:t>
            </a:r>
            <a:endParaRPr/>
          </a:p>
        </p:txBody>
      </p:sp>
      <p:sp>
        <p:nvSpPr>
          <p:cNvPr id="2085" name="Google Shape;2085;p52"/>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ja-JP"/>
              <a:t>Copyright© 2020 SystemEXE,Inc. all rights reserved.</a:t>
            </a:r>
            <a:endParaRPr/>
          </a:p>
        </p:txBody>
      </p:sp>
      <p:sp>
        <p:nvSpPr>
          <p:cNvPr id="2086" name="Google Shape;2086;p52"/>
          <p:cNvSpPr txBox="1"/>
          <p:nvPr>
            <p:ph idx="12" type="sldNum"/>
          </p:nvPr>
        </p:nvSpPr>
        <p:spPr>
          <a:xfrm>
            <a:off x="4212000" y="6500068"/>
            <a:ext cx="720000" cy="288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ja-JP"/>
              <a:t>‹#›</a:t>
            </a:fld>
            <a:endParaRPr/>
          </a:p>
        </p:txBody>
      </p:sp>
      <p:graphicFrame>
        <p:nvGraphicFramePr>
          <p:cNvPr id="2087" name="Google Shape;2087;p52"/>
          <p:cNvGraphicFramePr/>
          <p:nvPr/>
        </p:nvGraphicFramePr>
        <p:xfrm>
          <a:off x="144463" y="863599"/>
          <a:ext cx="3000000" cy="3000000"/>
        </p:xfrm>
        <a:graphic>
          <a:graphicData uri="http://schemas.openxmlformats.org/drawingml/2006/table">
            <a:tbl>
              <a:tblPr bandRow="1" firstRow="1">
                <a:noFill/>
                <a:tableStyleId>{FE03F3E7-6964-46DF-ADC6-E4BCA3E1CC40}</a:tableStyleId>
              </a:tblPr>
              <a:tblGrid>
                <a:gridCol w="1753525"/>
                <a:gridCol w="1753525"/>
                <a:gridCol w="1753525"/>
                <a:gridCol w="1774700"/>
                <a:gridCol w="1822550"/>
              </a:tblGrid>
              <a:tr h="296925">
                <a:tc>
                  <a:txBody>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作業項目</a:t>
                      </a:r>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c>
                  <a:txBody>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弊社</a:t>
                      </a:r>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c>
                  <a:txBody>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情報システム部</a:t>
                      </a:r>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c>
                  <a:txBody>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利用部門</a:t>
                      </a:r>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c>
                  <a:txBody>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周辺システム担当</a:t>
                      </a:r>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r>
              <a:tr h="1779825">
                <a:tc>
                  <a:txBody>
                    <a:bodyPr/>
                    <a:lstStyle/>
                    <a:p>
                      <a:pPr indent="0" lvl="0" marL="0" marR="0" rtl="0" algn="l">
                        <a:spcBef>
                          <a:spcPts val="0"/>
                        </a:spcBef>
                        <a:spcAft>
                          <a:spcPts val="0"/>
                        </a:spcAft>
                        <a:buNone/>
                      </a:pPr>
                      <a:r>
                        <a:rPr lang="ja-JP" sz="1400">
                          <a:latin typeface="Arial"/>
                          <a:ea typeface="Arial"/>
                          <a:cs typeface="Arial"/>
                          <a:sym typeface="Arial"/>
                        </a:rPr>
                        <a:t>プロジェクト全工程共通</a:t>
                      </a:r>
                      <a:endParaRPr sz="1400">
                        <a:latin typeface="Arial"/>
                        <a:ea typeface="Arial"/>
                        <a:cs typeface="Arial"/>
                        <a:sym typeface="Arial"/>
                      </a:endParaRPr>
                    </a:p>
                  </a:txBody>
                  <a:tcPr marT="45725" marB="45725" marR="72000" marL="72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EDEDED"/>
                    </a:solidFill>
                  </a:tcPr>
                </a:tc>
                <a:tc>
                  <a:txBody>
                    <a:bodyPr/>
                    <a:lstStyle/>
                    <a:p>
                      <a:pPr indent="-144000" lvl="0" marL="144000" marR="0" rtl="0" algn="l">
                        <a:spcBef>
                          <a:spcPts val="0"/>
                        </a:spcBef>
                        <a:spcAft>
                          <a:spcPts val="0"/>
                        </a:spcAft>
                        <a:buClr>
                          <a:schemeClr val="dk1"/>
                        </a:buClr>
                        <a:buSzPts val="1400"/>
                        <a:buFont typeface="Arial"/>
                        <a:buChar char="•"/>
                      </a:pPr>
                      <a:r>
                        <a:rPr lang="ja-JP" sz="1400">
                          <a:latin typeface="Arial"/>
                          <a:ea typeface="Arial"/>
                          <a:cs typeface="Arial"/>
                          <a:sym typeface="Arial"/>
                        </a:rPr>
                        <a:t>進捗会議の開催・報告</a:t>
                      </a:r>
                      <a:endParaRPr sz="1400">
                        <a:latin typeface="Arial"/>
                        <a:ea typeface="Arial"/>
                        <a:cs typeface="Arial"/>
                        <a:sym typeface="Arial"/>
                      </a:endParaRPr>
                    </a:p>
                    <a:p>
                      <a:pPr indent="-144000" lvl="0" marL="144000" marR="0" rtl="0" algn="l">
                        <a:spcBef>
                          <a:spcPts val="0"/>
                        </a:spcBef>
                        <a:spcAft>
                          <a:spcPts val="0"/>
                        </a:spcAft>
                        <a:buClr>
                          <a:schemeClr val="dk1"/>
                        </a:buClr>
                        <a:buSzPts val="1400"/>
                        <a:buFont typeface="Arial"/>
                        <a:buChar char="•"/>
                      </a:pPr>
                      <a:r>
                        <a:rPr lang="ja-JP" sz="1400">
                          <a:latin typeface="Arial"/>
                          <a:ea typeface="Arial"/>
                          <a:cs typeface="Arial"/>
                          <a:sym typeface="Arial"/>
                        </a:rPr>
                        <a:t>課題検討会議の開催・課題検討</a:t>
                      </a:r>
                      <a:endParaRPr sz="1400">
                        <a:latin typeface="Arial"/>
                        <a:ea typeface="Arial"/>
                        <a:cs typeface="Arial"/>
                        <a:sym typeface="Arial"/>
                      </a:endParaRPr>
                    </a:p>
                    <a:p>
                      <a:pPr indent="-144000" lvl="0" marL="144000" marR="0" rtl="0" algn="l">
                        <a:lnSpc>
                          <a:spcPct val="100000"/>
                        </a:lnSpc>
                        <a:spcBef>
                          <a:spcPts val="0"/>
                        </a:spcBef>
                        <a:spcAft>
                          <a:spcPts val="0"/>
                        </a:spcAft>
                        <a:buClr>
                          <a:schemeClr val="dk1"/>
                        </a:buClr>
                        <a:buSzPts val="1400"/>
                        <a:buFont typeface="Arial"/>
                        <a:buChar char="•"/>
                      </a:pPr>
                      <a:r>
                        <a:rPr lang="ja-JP" sz="1400">
                          <a:latin typeface="Arial"/>
                          <a:ea typeface="Arial"/>
                          <a:cs typeface="Arial"/>
                          <a:sym typeface="Arial"/>
                        </a:rPr>
                        <a:t>利用部門・周辺システム担当との各種調整</a:t>
                      </a:r>
                      <a:endParaRPr sz="1400">
                        <a:latin typeface="Arial"/>
                        <a:ea typeface="Arial"/>
                        <a:cs typeface="Arial"/>
                        <a:sym typeface="Arial"/>
                      </a:endParaRPr>
                    </a:p>
                  </a:txBody>
                  <a:tcPr marT="45725" marB="45725" marR="72000" marL="72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144000" lvl="0" marL="144000" marR="0" rtl="0" algn="l">
                        <a:spcBef>
                          <a:spcPts val="0"/>
                        </a:spcBef>
                        <a:spcAft>
                          <a:spcPts val="0"/>
                        </a:spcAft>
                        <a:buClr>
                          <a:schemeClr val="dk1"/>
                        </a:buClr>
                        <a:buSzPts val="1400"/>
                        <a:buFont typeface="Arial"/>
                        <a:buChar char="•"/>
                      </a:pPr>
                      <a:r>
                        <a:rPr lang="ja-JP" sz="1400">
                          <a:latin typeface="Arial"/>
                          <a:ea typeface="Arial"/>
                          <a:cs typeface="Arial"/>
                          <a:sym typeface="Arial"/>
                        </a:rPr>
                        <a:t>進捗会議への参加・状況把握</a:t>
                      </a:r>
                      <a:endParaRPr sz="1400">
                        <a:latin typeface="Arial"/>
                        <a:ea typeface="Arial"/>
                        <a:cs typeface="Arial"/>
                        <a:sym typeface="Arial"/>
                      </a:endParaRPr>
                    </a:p>
                    <a:p>
                      <a:pPr indent="-144000" lvl="0" marL="144000" marR="0" rtl="0" algn="l">
                        <a:lnSpc>
                          <a:spcPct val="100000"/>
                        </a:lnSpc>
                        <a:spcBef>
                          <a:spcPts val="0"/>
                        </a:spcBef>
                        <a:spcAft>
                          <a:spcPts val="0"/>
                        </a:spcAft>
                        <a:buClr>
                          <a:schemeClr val="dk1"/>
                        </a:buClr>
                        <a:buSzPts val="1400"/>
                        <a:buFont typeface="Arial"/>
                        <a:buChar char="•"/>
                      </a:pPr>
                      <a:r>
                        <a:rPr lang="ja-JP" sz="1400">
                          <a:latin typeface="Arial"/>
                          <a:ea typeface="Arial"/>
                          <a:cs typeface="Arial"/>
                          <a:sym typeface="Arial"/>
                        </a:rPr>
                        <a:t>課題検討会議への参加・課題検討</a:t>
                      </a:r>
                      <a:endParaRPr sz="1400">
                        <a:latin typeface="Arial"/>
                        <a:ea typeface="Arial"/>
                        <a:cs typeface="Arial"/>
                        <a:sym typeface="Arial"/>
                      </a:endParaRPr>
                    </a:p>
                    <a:p>
                      <a:pPr indent="-144000" lvl="0" marL="144000" marR="0" rtl="0" algn="l">
                        <a:lnSpc>
                          <a:spcPct val="100000"/>
                        </a:lnSpc>
                        <a:spcBef>
                          <a:spcPts val="0"/>
                        </a:spcBef>
                        <a:spcAft>
                          <a:spcPts val="0"/>
                        </a:spcAft>
                        <a:buClr>
                          <a:schemeClr val="dk1"/>
                        </a:buClr>
                        <a:buSzPts val="1400"/>
                        <a:buFont typeface="Arial"/>
                        <a:buChar char="•"/>
                      </a:pPr>
                      <a:r>
                        <a:rPr lang="ja-JP" sz="1400">
                          <a:latin typeface="Arial"/>
                          <a:ea typeface="Arial"/>
                          <a:cs typeface="Arial"/>
                          <a:sym typeface="Arial"/>
                        </a:rPr>
                        <a:t>利用部門・周辺システム担当との各種調整</a:t>
                      </a:r>
                      <a:endParaRPr sz="1400">
                        <a:latin typeface="Arial"/>
                        <a:ea typeface="Arial"/>
                        <a:cs typeface="Arial"/>
                        <a:sym typeface="Arial"/>
                      </a:endParaRPr>
                    </a:p>
                  </a:txBody>
                  <a:tcPr marT="45725" marB="45725" marR="72000" marL="72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144000" lvl="0" marL="144000" marR="0" rtl="0" algn="l">
                        <a:lnSpc>
                          <a:spcPct val="100000"/>
                        </a:lnSpc>
                        <a:spcBef>
                          <a:spcPts val="0"/>
                        </a:spcBef>
                        <a:spcAft>
                          <a:spcPts val="0"/>
                        </a:spcAft>
                        <a:buClr>
                          <a:schemeClr val="dk1"/>
                        </a:buClr>
                        <a:buSzPts val="1400"/>
                        <a:buFont typeface="Arial"/>
                        <a:buChar char="•"/>
                      </a:pPr>
                      <a:r>
                        <a:rPr lang="ja-JP" sz="1400">
                          <a:latin typeface="Arial"/>
                          <a:ea typeface="Arial"/>
                          <a:cs typeface="Arial"/>
                          <a:sym typeface="Arial"/>
                        </a:rPr>
                        <a:t>課題検討会議への参加・課題検討（必要に応じて）</a:t>
                      </a:r>
                      <a:endParaRPr b="0" i="0" sz="1400" u="none" strike="noStrike">
                        <a:solidFill>
                          <a:schemeClr val="dk1"/>
                        </a:solidFill>
                        <a:latin typeface="Arial"/>
                        <a:ea typeface="Arial"/>
                        <a:cs typeface="Arial"/>
                        <a:sym typeface="Arial"/>
                      </a:endParaRPr>
                    </a:p>
                  </a:txBody>
                  <a:tcPr marT="45725" marB="45725" marR="72000" marL="72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144000" lvl="0" marL="144000" marR="0" rtl="0" algn="l">
                        <a:lnSpc>
                          <a:spcPct val="100000"/>
                        </a:lnSpc>
                        <a:spcBef>
                          <a:spcPts val="0"/>
                        </a:spcBef>
                        <a:spcAft>
                          <a:spcPts val="0"/>
                        </a:spcAft>
                        <a:buClr>
                          <a:schemeClr val="dk1"/>
                        </a:buClr>
                        <a:buSzPts val="1400"/>
                        <a:buFont typeface="Arial"/>
                        <a:buChar char="•"/>
                      </a:pPr>
                      <a:r>
                        <a:rPr lang="ja-JP" sz="1400">
                          <a:latin typeface="Arial"/>
                          <a:ea typeface="Arial"/>
                          <a:cs typeface="Arial"/>
                          <a:sym typeface="Arial"/>
                        </a:rPr>
                        <a:t>課題検討会議への参加・課題検討（必要に応じて）</a:t>
                      </a:r>
                      <a:endParaRPr b="0" i="0" sz="1400" u="none" strike="noStrike">
                        <a:solidFill>
                          <a:schemeClr val="dk1"/>
                        </a:solidFill>
                        <a:latin typeface="Arial"/>
                        <a:ea typeface="Arial"/>
                        <a:cs typeface="Arial"/>
                        <a:sym typeface="Arial"/>
                      </a:endParaRPr>
                    </a:p>
                  </a:txBody>
                  <a:tcPr marT="45725" marB="45725" marR="72000" marL="72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r>
              <a:tr h="821450">
                <a:tc>
                  <a:txBody>
                    <a:bodyPr/>
                    <a:lstStyle/>
                    <a:p>
                      <a:pPr indent="0" lvl="0" marL="0" marR="0" rtl="0" algn="l">
                        <a:spcBef>
                          <a:spcPts val="0"/>
                        </a:spcBef>
                        <a:spcAft>
                          <a:spcPts val="0"/>
                        </a:spcAft>
                        <a:buNone/>
                      </a:pPr>
                      <a:r>
                        <a:rPr lang="ja-JP" sz="1400">
                          <a:latin typeface="Arial"/>
                          <a:ea typeface="Arial"/>
                          <a:cs typeface="Arial"/>
                          <a:sym typeface="Arial"/>
                        </a:rPr>
                        <a:t>プロジェクトの開始</a:t>
                      </a:r>
                      <a:endParaRPr sz="1400">
                        <a:latin typeface="Arial"/>
                        <a:ea typeface="Arial"/>
                        <a:cs typeface="Arial"/>
                        <a:sym typeface="Arial"/>
                      </a:endParaRPr>
                    </a:p>
                  </a:txBody>
                  <a:tcPr marT="45725" marB="45725" marR="72000" marL="72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EDEDED"/>
                    </a:solidFill>
                  </a:tcPr>
                </a:tc>
                <a:tc>
                  <a:txBody>
                    <a:bodyPr/>
                    <a:lstStyle/>
                    <a:p>
                      <a:pPr indent="-144000" lvl="0" marL="144000" marR="0" rtl="0" algn="l">
                        <a:spcBef>
                          <a:spcPts val="0"/>
                        </a:spcBef>
                        <a:spcAft>
                          <a:spcPts val="0"/>
                        </a:spcAft>
                        <a:buClr>
                          <a:schemeClr val="dk1"/>
                        </a:buClr>
                        <a:buSzPts val="1400"/>
                        <a:buFont typeface="Arial"/>
                        <a:buChar char="•"/>
                      </a:pPr>
                      <a:r>
                        <a:rPr lang="ja-JP" sz="1400">
                          <a:latin typeface="Arial"/>
                          <a:ea typeface="Arial"/>
                          <a:cs typeface="Arial"/>
                          <a:sym typeface="Arial"/>
                        </a:rPr>
                        <a:t>キックオフ会議への参加</a:t>
                      </a:r>
                      <a:endParaRPr sz="1400">
                        <a:latin typeface="Arial"/>
                        <a:ea typeface="Arial"/>
                        <a:cs typeface="Arial"/>
                        <a:sym typeface="Arial"/>
                      </a:endParaRPr>
                    </a:p>
                  </a:txBody>
                  <a:tcPr marT="45725" marB="45725" marR="72000" marL="72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144000" lvl="0" marL="144000" marR="0" rtl="0" algn="l">
                        <a:spcBef>
                          <a:spcPts val="0"/>
                        </a:spcBef>
                        <a:spcAft>
                          <a:spcPts val="0"/>
                        </a:spcAft>
                        <a:buClr>
                          <a:schemeClr val="dk1"/>
                        </a:buClr>
                        <a:buSzPts val="1400"/>
                        <a:buFont typeface="Arial"/>
                        <a:buChar char="•"/>
                      </a:pPr>
                      <a:r>
                        <a:rPr lang="ja-JP" sz="1400">
                          <a:latin typeface="Arial"/>
                          <a:ea typeface="Arial"/>
                          <a:cs typeface="Arial"/>
                          <a:sym typeface="Arial"/>
                        </a:rPr>
                        <a:t>キックオフ会議の開催</a:t>
                      </a:r>
                      <a:endParaRPr sz="1400">
                        <a:latin typeface="Arial"/>
                        <a:ea typeface="Arial"/>
                        <a:cs typeface="Arial"/>
                        <a:sym typeface="Arial"/>
                      </a:endParaRPr>
                    </a:p>
                  </a:txBody>
                  <a:tcPr marT="45725" marB="45725" marR="72000" marL="72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144000" lvl="0" marL="144000" marR="0" rtl="0" algn="l">
                        <a:spcBef>
                          <a:spcPts val="0"/>
                        </a:spcBef>
                        <a:spcAft>
                          <a:spcPts val="0"/>
                        </a:spcAft>
                        <a:buClr>
                          <a:schemeClr val="dk1"/>
                        </a:buClr>
                        <a:buSzPts val="1400"/>
                        <a:buFont typeface="Arial"/>
                        <a:buChar char="•"/>
                      </a:pPr>
                      <a:r>
                        <a:rPr lang="ja-JP" sz="1400">
                          <a:latin typeface="Arial"/>
                          <a:ea typeface="Arial"/>
                          <a:cs typeface="Arial"/>
                          <a:sym typeface="Arial"/>
                        </a:rPr>
                        <a:t>キックオフ会議への参加</a:t>
                      </a:r>
                      <a:endParaRPr/>
                    </a:p>
                  </a:txBody>
                  <a:tcPr marT="45725" marB="45725" marR="72000" marL="72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144000" lvl="0" marL="144000" marR="0" rtl="0" algn="l">
                        <a:spcBef>
                          <a:spcPts val="0"/>
                        </a:spcBef>
                        <a:spcAft>
                          <a:spcPts val="0"/>
                        </a:spcAft>
                        <a:buClr>
                          <a:schemeClr val="dk1"/>
                        </a:buClr>
                        <a:buSzPts val="1400"/>
                        <a:buFont typeface="Arial"/>
                        <a:buChar char="•"/>
                      </a:pPr>
                      <a:r>
                        <a:rPr lang="ja-JP" sz="1400">
                          <a:latin typeface="Arial"/>
                          <a:ea typeface="Arial"/>
                          <a:cs typeface="Arial"/>
                          <a:sym typeface="Arial"/>
                        </a:rPr>
                        <a:t>キックオフ会議への参加（必要に応じて）</a:t>
                      </a:r>
                      <a:endParaRPr/>
                    </a:p>
                  </a:txBody>
                  <a:tcPr marT="45725" marB="45725" marR="72000" marL="72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r>
              <a:tr h="821450">
                <a:tc>
                  <a:txBody>
                    <a:bodyPr/>
                    <a:lstStyle/>
                    <a:p>
                      <a:pPr indent="0" lvl="0" marL="0" marR="0" rtl="0" algn="l">
                        <a:spcBef>
                          <a:spcPts val="0"/>
                        </a:spcBef>
                        <a:spcAft>
                          <a:spcPts val="0"/>
                        </a:spcAft>
                        <a:buNone/>
                      </a:pPr>
                      <a:r>
                        <a:rPr b="0" lang="ja-JP" sz="1400">
                          <a:latin typeface="Arial"/>
                          <a:ea typeface="Arial"/>
                          <a:cs typeface="Arial"/>
                          <a:sym typeface="Arial"/>
                        </a:rPr>
                        <a:t>システム方式設計 (SA) </a:t>
                      </a:r>
                      <a:endParaRPr/>
                    </a:p>
                  </a:txBody>
                  <a:tcPr marT="36000" marB="36000"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EDEDED"/>
                    </a:solidFill>
                  </a:tcPr>
                </a:tc>
                <a:tc>
                  <a:txBody>
                    <a:bodyPr/>
                    <a:lstStyle/>
                    <a:p>
                      <a:pPr indent="-144000" lvl="0" marL="144000" marR="0" rtl="0" algn="l">
                        <a:spcBef>
                          <a:spcPts val="0"/>
                        </a:spcBef>
                        <a:spcAft>
                          <a:spcPts val="0"/>
                        </a:spcAft>
                        <a:buClr>
                          <a:schemeClr val="dk1"/>
                        </a:buClr>
                        <a:buSzPts val="1400"/>
                        <a:buFont typeface="Arial"/>
                        <a:buChar char="•"/>
                      </a:pPr>
                      <a:r>
                        <a:rPr lang="ja-JP" sz="1400">
                          <a:latin typeface="Arial"/>
                          <a:ea typeface="Arial"/>
                          <a:cs typeface="Arial"/>
                          <a:sym typeface="Arial"/>
                        </a:rPr>
                        <a:t>設計主担当</a:t>
                      </a:r>
                      <a:endParaRPr sz="1400">
                        <a:latin typeface="Arial"/>
                        <a:ea typeface="Arial"/>
                        <a:cs typeface="Arial"/>
                        <a:sym typeface="Arial"/>
                      </a:endParaRPr>
                    </a:p>
                    <a:p>
                      <a:pPr indent="-144000" lvl="0" marL="144000" marR="0" rtl="0" algn="l">
                        <a:lnSpc>
                          <a:spcPct val="100000"/>
                        </a:lnSpc>
                        <a:spcBef>
                          <a:spcPts val="0"/>
                        </a:spcBef>
                        <a:spcAft>
                          <a:spcPts val="0"/>
                        </a:spcAft>
                        <a:buClr>
                          <a:schemeClr val="dk1"/>
                        </a:buClr>
                        <a:buSzPts val="1400"/>
                        <a:buFont typeface="Arial"/>
                        <a:buChar char="•"/>
                      </a:pPr>
                      <a:r>
                        <a:rPr lang="ja-JP" sz="1400">
                          <a:latin typeface="Arial"/>
                          <a:ea typeface="Arial"/>
                          <a:cs typeface="Arial"/>
                          <a:sym typeface="Arial"/>
                        </a:rPr>
                        <a:t>工程終了判定会への参加・説明</a:t>
                      </a:r>
                      <a:endParaRPr sz="1400">
                        <a:latin typeface="Arial"/>
                        <a:ea typeface="Arial"/>
                        <a:cs typeface="Arial"/>
                        <a:sym typeface="Arial"/>
                      </a:endParaRPr>
                    </a:p>
                  </a:txBody>
                  <a:tcPr marT="45725" marB="45725" marR="72000" marL="72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144000" lvl="0" marL="144000" marR="0" rtl="0" algn="l">
                        <a:spcBef>
                          <a:spcPts val="0"/>
                        </a:spcBef>
                        <a:spcAft>
                          <a:spcPts val="0"/>
                        </a:spcAft>
                        <a:buClr>
                          <a:schemeClr val="dk1"/>
                        </a:buClr>
                        <a:buSzPts val="1400"/>
                        <a:buFont typeface="Arial"/>
                        <a:buChar char="•"/>
                      </a:pPr>
                      <a:r>
                        <a:rPr lang="ja-JP" sz="1400">
                          <a:latin typeface="Arial"/>
                          <a:ea typeface="Arial"/>
                          <a:cs typeface="Arial"/>
                          <a:sym typeface="Arial"/>
                        </a:rPr>
                        <a:t>成果物承認</a:t>
                      </a:r>
                      <a:endParaRPr sz="1400">
                        <a:latin typeface="Arial"/>
                        <a:ea typeface="Arial"/>
                        <a:cs typeface="Arial"/>
                        <a:sym typeface="Arial"/>
                      </a:endParaRPr>
                    </a:p>
                    <a:p>
                      <a:pPr indent="-144000" lvl="0" marL="144000" marR="0" rtl="0" algn="l">
                        <a:spcBef>
                          <a:spcPts val="0"/>
                        </a:spcBef>
                        <a:spcAft>
                          <a:spcPts val="0"/>
                        </a:spcAft>
                        <a:buClr>
                          <a:schemeClr val="dk1"/>
                        </a:buClr>
                        <a:buSzPts val="1400"/>
                        <a:buFont typeface="Arial"/>
                        <a:buChar char="•"/>
                      </a:pPr>
                      <a:r>
                        <a:rPr lang="ja-JP" sz="1400">
                          <a:latin typeface="Arial"/>
                          <a:ea typeface="Arial"/>
                          <a:cs typeface="Arial"/>
                          <a:sym typeface="Arial"/>
                        </a:rPr>
                        <a:t>工程終了判定会の開催</a:t>
                      </a:r>
                      <a:endParaRPr/>
                    </a:p>
                  </a:txBody>
                  <a:tcPr marT="45725" marB="45725" marR="72000" marL="72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144000" lvl="0" marL="144000" marR="0" rtl="0" algn="l">
                        <a:lnSpc>
                          <a:spcPct val="100000"/>
                        </a:lnSpc>
                        <a:spcBef>
                          <a:spcPts val="0"/>
                        </a:spcBef>
                        <a:spcAft>
                          <a:spcPts val="0"/>
                        </a:spcAft>
                        <a:buClr>
                          <a:schemeClr val="dk1"/>
                        </a:buClr>
                        <a:buSzPts val="1400"/>
                        <a:buFont typeface="Arial"/>
                        <a:buChar char="•"/>
                      </a:pPr>
                      <a:r>
                        <a:rPr b="0" i="0" lang="ja-JP" sz="1400" u="none" strike="noStrike">
                          <a:solidFill>
                            <a:schemeClr val="dk1"/>
                          </a:solidFill>
                          <a:latin typeface="Arial"/>
                          <a:ea typeface="Arial"/>
                          <a:cs typeface="Arial"/>
                          <a:sym typeface="Arial"/>
                        </a:rPr>
                        <a:t>工程終了判定</a:t>
                      </a:r>
                      <a:endParaRPr b="0" i="0" sz="1400" u="none" strike="noStrike">
                        <a:solidFill>
                          <a:schemeClr val="dk1"/>
                        </a:solidFill>
                        <a:latin typeface="Arial"/>
                        <a:ea typeface="Arial"/>
                        <a:cs typeface="Arial"/>
                        <a:sym typeface="Arial"/>
                      </a:endParaRPr>
                    </a:p>
                    <a:p>
                      <a:pPr indent="-144000" lvl="0" marL="144000" marR="0" rtl="0" algn="l">
                        <a:lnSpc>
                          <a:spcPct val="100000"/>
                        </a:lnSpc>
                        <a:spcBef>
                          <a:spcPts val="0"/>
                        </a:spcBef>
                        <a:spcAft>
                          <a:spcPts val="0"/>
                        </a:spcAft>
                        <a:buClr>
                          <a:schemeClr val="dk1"/>
                        </a:buClr>
                        <a:buSzPts val="1400"/>
                        <a:buFont typeface="Arial"/>
                        <a:buChar char="•"/>
                      </a:pPr>
                      <a:r>
                        <a:rPr b="0" i="0" lang="ja-JP" sz="1400" u="none" strike="noStrike">
                          <a:solidFill>
                            <a:schemeClr val="dk1"/>
                          </a:solidFill>
                          <a:latin typeface="Arial"/>
                          <a:ea typeface="Arial"/>
                          <a:cs typeface="Arial"/>
                          <a:sym typeface="Arial"/>
                        </a:rPr>
                        <a:t>次工程開始承認</a:t>
                      </a:r>
                      <a:endParaRPr b="0" sz="1400">
                        <a:latin typeface="Arial"/>
                        <a:ea typeface="Arial"/>
                        <a:cs typeface="Arial"/>
                        <a:sym typeface="Arial"/>
                      </a:endParaRPr>
                    </a:p>
                  </a:txBody>
                  <a:tcPr marT="45725" marB="45725" marR="72000" marL="72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144000" lvl="0" marL="144000" marR="0" rtl="0" algn="l">
                        <a:lnSpc>
                          <a:spcPct val="100000"/>
                        </a:lnSpc>
                        <a:spcBef>
                          <a:spcPts val="0"/>
                        </a:spcBef>
                        <a:spcAft>
                          <a:spcPts val="0"/>
                        </a:spcAft>
                        <a:buClr>
                          <a:schemeClr val="dk1"/>
                        </a:buClr>
                        <a:buSzPts val="1400"/>
                        <a:buFont typeface="Arial"/>
                        <a:buChar char="•"/>
                      </a:pPr>
                      <a:r>
                        <a:rPr lang="ja-JP" sz="1400">
                          <a:latin typeface="Arial"/>
                          <a:ea typeface="Arial"/>
                          <a:cs typeface="Arial"/>
                          <a:sym typeface="Arial"/>
                        </a:rPr>
                        <a:t>成果物の確認・助言</a:t>
                      </a:r>
                      <a:endParaRPr sz="1400">
                        <a:latin typeface="Arial"/>
                        <a:ea typeface="Arial"/>
                        <a:cs typeface="Arial"/>
                        <a:sym typeface="Arial"/>
                      </a:endParaRPr>
                    </a:p>
                    <a:p>
                      <a:pPr indent="-55100" lvl="0" marL="144000" marR="0" rtl="0" algn="l">
                        <a:lnSpc>
                          <a:spcPct val="100000"/>
                        </a:lnSpc>
                        <a:spcBef>
                          <a:spcPts val="0"/>
                        </a:spcBef>
                        <a:spcAft>
                          <a:spcPts val="0"/>
                        </a:spcAft>
                        <a:buClr>
                          <a:schemeClr val="dk1"/>
                        </a:buClr>
                        <a:buSzPts val="1400"/>
                        <a:buFont typeface="Arial"/>
                        <a:buNone/>
                      </a:pPr>
                      <a:r>
                        <a:t/>
                      </a:r>
                      <a:endParaRPr sz="1400">
                        <a:latin typeface="Arial"/>
                        <a:ea typeface="Arial"/>
                        <a:cs typeface="Arial"/>
                        <a:sym typeface="Arial"/>
                      </a:endParaRPr>
                    </a:p>
                  </a:txBody>
                  <a:tcPr marT="45725" marB="45725" marR="72000" marL="72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r>
              <a:tr h="1779825">
                <a:tc>
                  <a:txBody>
                    <a:bodyPr/>
                    <a:lstStyle/>
                    <a:p>
                      <a:pPr indent="0" lvl="0" marL="0" marR="0" rtl="0" algn="l">
                        <a:spcBef>
                          <a:spcPts val="0"/>
                        </a:spcBef>
                        <a:spcAft>
                          <a:spcPts val="0"/>
                        </a:spcAft>
                        <a:buNone/>
                      </a:pPr>
                      <a:r>
                        <a:rPr b="0" lang="ja-JP" sz="1400">
                          <a:latin typeface="Arial"/>
                          <a:ea typeface="Arial"/>
                          <a:cs typeface="Arial"/>
                          <a:sym typeface="Arial"/>
                        </a:rPr>
                        <a:t>ユーザインタフェース設計 (UI)</a:t>
                      </a:r>
                      <a:endParaRPr b="0" sz="1400">
                        <a:latin typeface="Arial"/>
                        <a:ea typeface="Arial"/>
                        <a:cs typeface="Arial"/>
                        <a:sym typeface="Arial"/>
                      </a:endParaRPr>
                    </a:p>
                  </a:txBody>
                  <a:tcPr marT="36000" marB="36000"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EDEDED"/>
                    </a:solidFill>
                  </a:tcPr>
                </a:tc>
                <a:tc>
                  <a:txBody>
                    <a:bodyPr/>
                    <a:lstStyle/>
                    <a:p>
                      <a:pPr indent="-144000" lvl="0" marL="144000" marR="0" rtl="0" algn="l">
                        <a:spcBef>
                          <a:spcPts val="0"/>
                        </a:spcBef>
                        <a:spcAft>
                          <a:spcPts val="0"/>
                        </a:spcAft>
                        <a:buClr>
                          <a:schemeClr val="dk1"/>
                        </a:buClr>
                        <a:buSzPts val="1400"/>
                        <a:buFont typeface="Arial"/>
                        <a:buChar char="•"/>
                      </a:pPr>
                      <a:r>
                        <a:rPr lang="ja-JP" sz="1400">
                          <a:latin typeface="Arial"/>
                          <a:ea typeface="Arial"/>
                          <a:cs typeface="Arial"/>
                          <a:sym typeface="Arial"/>
                        </a:rPr>
                        <a:t>設計主担当</a:t>
                      </a:r>
                      <a:endParaRPr sz="1400">
                        <a:latin typeface="Arial"/>
                        <a:ea typeface="Arial"/>
                        <a:cs typeface="Arial"/>
                        <a:sym typeface="Arial"/>
                      </a:endParaRPr>
                    </a:p>
                    <a:p>
                      <a:pPr indent="-144000" lvl="0" marL="144000" marR="0" rtl="0" algn="l">
                        <a:lnSpc>
                          <a:spcPct val="100000"/>
                        </a:lnSpc>
                        <a:spcBef>
                          <a:spcPts val="0"/>
                        </a:spcBef>
                        <a:spcAft>
                          <a:spcPts val="0"/>
                        </a:spcAft>
                        <a:buClr>
                          <a:schemeClr val="dk1"/>
                        </a:buClr>
                        <a:buSzPts val="1400"/>
                        <a:buFont typeface="Arial"/>
                        <a:buChar char="•"/>
                      </a:pPr>
                      <a:r>
                        <a:rPr lang="ja-JP" sz="1400">
                          <a:latin typeface="Arial"/>
                          <a:ea typeface="Arial"/>
                          <a:cs typeface="Arial"/>
                          <a:sym typeface="Arial"/>
                        </a:rPr>
                        <a:t>工程終了判定会への参加・説明</a:t>
                      </a:r>
                      <a:endParaRPr sz="1400">
                        <a:latin typeface="Arial"/>
                        <a:ea typeface="Arial"/>
                        <a:cs typeface="Arial"/>
                        <a:sym typeface="Arial"/>
                      </a:endParaRPr>
                    </a:p>
                    <a:p>
                      <a:pPr indent="-144000" lvl="0" marL="144000" marR="0" rtl="0" algn="l">
                        <a:lnSpc>
                          <a:spcPct val="100000"/>
                        </a:lnSpc>
                        <a:spcBef>
                          <a:spcPts val="0"/>
                        </a:spcBef>
                        <a:spcAft>
                          <a:spcPts val="0"/>
                        </a:spcAft>
                        <a:buClr>
                          <a:schemeClr val="dk1"/>
                        </a:buClr>
                        <a:buSzPts val="1400"/>
                        <a:buFont typeface="Arial"/>
                        <a:buChar char="•"/>
                      </a:pPr>
                      <a:r>
                        <a:rPr lang="ja-JP" sz="1400">
                          <a:latin typeface="Arial"/>
                          <a:ea typeface="Arial"/>
                          <a:cs typeface="Arial"/>
                          <a:sym typeface="Arial"/>
                        </a:rPr>
                        <a:t>全体テスト計画の作成</a:t>
                      </a:r>
                      <a:endParaRPr sz="1400">
                        <a:latin typeface="Arial"/>
                        <a:ea typeface="Arial"/>
                        <a:cs typeface="Arial"/>
                        <a:sym typeface="Arial"/>
                      </a:endParaRPr>
                    </a:p>
                    <a:p>
                      <a:pPr indent="-144000" lvl="0" marL="144000" marR="0" rtl="0" algn="l">
                        <a:lnSpc>
                          <a:spcPct val="100000"/>
                        </a:lnSpc>
                        <a:spcBef>
                          <a:spcPts val="0"/>
                        </a:spcBef>
                        <a:spcAft>
                          <a:spcPts val="0"/>
                        </a:spcAft>
                        <a:buClr>
                          <a:schemeClr val="dk1"/>
                        </a:buClr>
                        <a:buSzPts val="1400"/>
                        <a:buFont typeface="Arial"/>
                        <a:buChar char="•"/>
                      </a:pPr>
                      <a:r>
                        <a:rPr lang="ja-JP" sz="1400">
                          <a:latin typeface="Arial"/>
                          <a:ea typeface="Arial"/>
                          <a:cs typeface="Arial"/>
                          <a:sym typeface="Arial"/>
                        </a:rPr>
                        <a:t>IF仕様変更時の仕様内容説明</a:t>
                      </a:r>
                      <a:endParaRPr/>
                    </a:p>
                  </a:txBody>
                  <a:tcPr marT="45725" marB="45725" marR="72000" marL="72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144000" lvl="0" marL="144000" marR="0" rtl="0" algn="l">
                        <a:spcBef>
                          <a:spcPts val="0"/>
                        </a:spcBef>
                        <a:spcAft>
                          <a:spcPts val="0"/>
                        </a:spcAft>
                        <a:buClr>
                          <a:schemeClr val="dk1"/>
                        </a:buClr>
                        <a:buSzPts val="1400"/>
                        <a:buFont typeface="Arial"/>
                        <a:buChar char="•"/>
                      </a:pPr>
                      <a:r>
                        <a:rPr lang="ja-JP" sz="1400">
                          <a:latin typeface="Arial"/>
                          <a:ea typeface="Arial"/>
                          <a:cs typeface="Arial"/>
                          <a:sym typeface="Arial"/>
                        </a:rPr>
                        <a:t>成果物承認</a:t>
                      </a:r>
                      <a:endParaRPr sz="1400">
                        <a:latin typeface="Arial"/>
                        <a:ea typeface="Arial"/>
                        <a:cs typeface="Arial"/>
                        <a:sym typeface="Arial"/>
                      </a:endParaRPr>
                    </a:p>
                    <a:p>
                      <a:pPr indent="-144000" lvl="0" marL="144000" marR="0" rtl="0" algn="l">
                        <a:spcBef>
                          <a:spcPts val="0"/>
                        </a:spcBef>
                        <a:spcAft>
                          <a:spcPts val="0"/>
                        </a:spcAft>
                        <a:buClr>
                          <a:schemeClr val="dk1"/>
                        </a:buClr>
                        <a:buSzPts val="1400"/>
                        <a:buFont typeface="Arial"/>
                        <a:buChar char="•"/>
                      </a:pPr>
                      <a:r>
                        <a:rPr lang="ja-JP" sz="1400">
                          <a:latin typeface="Arial"/>
                          <a:ea typeface="Arial"/>
                          <a:cs typeface="Arial"/>
                          <a:sym typeface="Arial"/>
                        </a:rPr>
                        <a:t>工程終了判定会の開催</a:t>
                      </a:r>
                      <a:endParaRPr sz="1400">
                        <a:latin typeface="Arial"/>
                        <a:ea typeface="Arial"/>
                        <a:cs typeface="Arial"/>
                        <a:sym typeface="Arial"/>
                      </a:endParaRPr>
                    </a:p>
                    <a:p>
                      <a:pPr indent="-144000" lvl="0" marL="144000" marR="0" rtl="0" algn="l">
                        <a:spcBef>
                          <a:spcPts val="0"/>
                        </a:spcBef>
                        <a:spcAft>
                          <a:spcPts val="0"/>
                        </a:spcAft>
                        <a:buClr>
                          <a:schemeClr val="dk1"/>
                        </a:buClr>
                        <a:buSzPts val="1400"/>
                        <a:buFont typeface="Arial"/>
                        <a:buChar char="•"/>
                      </a:pPr>
                      <a:r>
                        <a:rPr lang="ja-JP" sz="1400">
                          <a:latin typeface="Arial"/>
                          <a:ea typeface="Arial"/>
                          <a:cs typeface="Arial"/>
                          <a:sym typeface="Arial"/>
                        </a:rPr>
                        <a:t>全体テスト計画の承認</a:t>
                      </a:r>
                      <a:endParaRPr/>
                    </a:p>
                  </a:txBody>
                  <a:tcPr marT="45725" marB="45725" marR="72000" marL="72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144000" lvl="0" marL="144000" marR="0" rtl="0" algn="l">
                        <a:lnSpc>
                          <a:spcPct val="100000"/>
                        </a:lnSpc>
                        <a:spcBef>
                          <a:spcPts val="0"/>
                        </a:spcBef>
                        <a:spcAft>
                          <a:spcPts val="0"/>
                        </a:spcAft>
                        <a:buClr>
                          <a:schemeClr val="dk1"/>
                        </a:buClr>
                        <a:buSzPts val="1400"/>
                        <a:buFont typeface="Arial"/>
                        <a:buChar char="•"/>
                      </a:pPr>
                      <a:r>
                        <a:rPr b="0" i="0" lang="ja-JP" sz="1400" u="none" strike="noStrike">
                          <a:solidFill>
                            <a:schemeClr val="dk1"/>
                          </a:solidFill>
                          <a:latin typeface="Arial"/>
                          <a:ea typeface="Arial"/>
                          <a:cs typeface="Arial"/>
                          <a:sym typeface="Arial"/>
                        </a:rPr>
                        <a:t>工程終了判定</a:t>
                      </a:r>
                      <a:endParaRPr b="0" i="0" sz="1400" u="none" strike="noStrike">
                        <a:solidFill>
                          <a:schemeClr val="dk1"/>
                        </a:solidFill>
                        <a:latin typeface="Arial"/>
                        <a:ea typeface="Arial"/>
                        <a:cs typeface="Arial"/>
                        <a:sym typeface="Arial"/>
                      </a:endParaRPr>
                    </a:p>
                    <a:p>
                      <a:pPr indent="-144000" lvl="0" marL="144000" marR="0" rtl="0" algn="l">
                        <a:lnSpc>
                          <a:spcPct val="100000"/>
                        </a:lnSpc>
                        <a:spcBef>
                          <a:spcPts val="0"/>
                        </a:spcBef>
                        <a:spcAft>
                          <a:spcPts val="0"/>
                        </a:spcAft>
                        <a:buClr>
                          <a:schemeClr val="dk1"/>
                        </a:buClr>
                        <a:buSzPts val="1400"/>
                        <a:buFont typeface="Arial"/>
                        <a:buChar char="•"/>
                      </a:pPr>
                      <a:r>
                        <a:rPr b="0" i="0" lang="ja-JP" sz="1400" u="none" strike="noStrike">
                          <a:solidFill>
                            <a:schemeClr val="dk1"/>
                          </a:solidFill>
                          <a:latin typeface="Arial"/>
                          <a:ea typeface="Arial"/>
                          <a:cs typeface="Arial"/>
                          <a:sym typeface="Arial"/>
                        </a:rPr>
                        <a:t>次工程開始承認</a:t>
                      </a:r>
                      <a:endParaRPr b="0" sz="1400">
                        <a:latin typeface="Arial"/>
                        <a:ea typeface="Arial"/>
                        <a:cs typeface="Arial"/>
                        <a:sym typeface="Arial"/>
                      </a:endParaRPr>
                    </a:p>
                  </a:txBody>
                  <a:tcPr marT="45725" marB="45725" marR="72000" marL="72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144000" lvl="0" marL="144000" marR="0" rtl="0" algn="l">
                        <a:spcBef>
                          <a:spcPts val="0"/>
                        </a:spcBef>
                        <a:spcAft>
                          <a:spcPts val="0"/>
                        </a:spcAft>
                        <a:buClr>
                          <a:schemeClr val="dk1"/>
                        </a:buClr>
                        <a:buSzPts val="1400"/>
                        <a:buFont typeface="Arial"/>
                        <a:buChar char="•"/>
                      </a:pPr>
                      <a:r>
                        <a:rPr lang="ja-JP" sz="1400">
                          <a:latin typeface="Arial"/>
                          <a:ea typeface="Arial"/>
                          <a:cs typeface="Arial"/>
                          <a:sym typeface="Arial"/>
                        </a:rPr>
                        <a:t>全体テスト計画の承認</a:t>
                      </a:r>
                      <a:endParaRPr sz="1400">
                        <a:latin typeface="Arial"/>
                        <a:ea typeface="Arial"/>
                        <a:cs typeface="Arial"/>
                        <a:sym typeface="Arial"/>
                      </a:endParaRPr>
                    </a:p>
                    <a:p>
                      <a:pPr indent="-144000" lvl="0" marL="144000" marR="0" rtl="0" algn="l">
                        <a:lnSpc>
                          <a:spcPct val="100000"/>
                        </a:lnSpc>
                        <a:spcBef>
                          <a:spcPts val="0"/>
                        </a:spcBef>
                        <a:spcAft>
                          <a:spcPts val="0"/>
                        </a:spcAft>
                        <a:buClr>
                          <a:schemeClr val="dk1"/>
                        </a:buClr>
                        <a:buSzPts val="1400"/>
                        <a:buFont typeface="Arial"/>
                        <a:buChar char="•"/>
                      </a:pPr>
                      <a:r>
                        <a:rPr lang="ja-JP" sz="1400">
                          <a:latin typeface="Arial"/>
                          <a:ea typeface="Arial"/>
                          <a:cs typeface="Arial"/>
                          <a:sym typeface="Arial"/>
                        </a:rPr>
                        <a:t>IF仕様変更時の仕様内容把握</a:t>
                      </a:r>
                      <a:endParaRPr/>
                    </a:p>
                    <a:p>
                      <a:pPr indent="-55100" lvl="0" marL="144000" marR="0" rtl="0" algn="l">
                        <a:spcBef>
                          <a:spcPts val="0"/>
                        </a:spcBef>
                        <a:spcAft>
                          <a:spcPts val="0"/>
                        </a:spcAft>
                        <a:buClr>
                          <a:schemeClr val="dk1"/>
                        </a:buClr>
                        <a:buSzPts val="1400"/>
                        <a:buFont typeface="Arial"/>
                        <a:buNone/>
                      </a:pPr>
                      <a:r>
                        <a:t/>
                      </a:r>
                      <a:endParaRPr sz="1400">
                        <a:latin typeface="Arial"/>
                        <a:ea typeface="Arial"/>
                        <a:cs typeface="Arial"/>
                        <a:sym typeface="Arial"/>
                      </a:endParaRPr>
                    </a:p>
                  </a:txBody>
                  <a:tcPr marT="45725" marB="45725" marR="72000" marL="72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1" name="Shape 2091"/>
        <p:cNvGrpSpPr/>
        <p:nvPr/>
      </p:nvGrpSpPr>
      <p:grpSpPr>
        <a:xfrm>
          <a:off x="0" y="0"/>
          <a:ext cx="0" cy="0"/>
          <a:chOff x="0" y="0"/>
          <a:chExt cx="0" cy="0"/>
        </a:xfrm>
      </p:grpSpPr>
      <p:sp>
        <p:nvSpPr>
          <p:cNvPr id="2092" name="Google Shape;2092;p53"/>
          <p:cNvSpPr txBox="1"/>
          <p:nvPr>
            <p:ph type="title"/>
          </p:nvPr>
        </p:nvSpPr>
        <p:spPr>
          <a:xfrm>
            <a:off x="144000" y="36000"/>
            <a:ext cx="8856000" cy="5760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3000"/>
              <a:buFont typeface="Arial"/>
              <a:buNone/>
            </a:pPr>
            <a:r>
              <a:rPr lang="ja-JP"/>
              <a:t>役割分担 - 2</a:t>
            </a:r>
            <a:endParaRPr/>
          </a:p>
        </p:txBody>
      </p:sp>
      <p:sp>
        <p:nvSpPr>
          <p:cNvPr id="2093" name="Google Shape;2093;p53"/>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ja-JP"/>
              <a:t>Copyright© 2020 SystemEXE,Inc. all rights reserved.</a:t>
            </a:r>
            <a:endParaRPr/>
          </a:p>
        </p:txBody>
      </p:sp>
      <p:sp>
        <p:nvSpPr>
          <p:cNvPr id="2094" name="Google Shape;2094;p53"/>
          <p:cNvSpPr txBox="1"/>
          <p:nvPr>
            <p:ph idx="12" type="sldNum"/>
          </p:nvPr>
        </p:nvSpPr>
        <p:spPr>
          <a:xfrm>
            <a:off x="4212000" y="6500068"/>
            <a:ext cx="720000" cy="288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ja-JP"/>
              <a:t>‹#›</a:t>
            </a:fld>
            <a:endParaRPr/>
          </a:p>
        </p:txBody>
      </p:sp>
      <p:graphicFrame>
        <p:nvGraphicFramePr>
          <p:cNvPr id="2095" name="Google Shape;2095;p53"/>
          <p:cNvGraphicFramePr/>
          <p:nvPr/>
        </p:nvGraphicFramePr>
        <p:xfrm>
          <a:off x="144463" y="863600"/>
          <a:ext cx="3000000" cy="3000000"/>
        </p:xfrm>
        <a:graphic>
          <a:graphicData uri="http://schemas.openxmlformats.org/drawingml/2006/table">
            <a:tbl>
              <a:tblPr bandRow="1" firstRow="1">
                <a:noFill/>
                <a:tableStyleId>{FE03F3E7-6964-46DF-ADC6-E4BCA3E1CC40}</a:tableStyleId>
              </a:tblPr>
              <a:tblGrid>
                <a:gridCol w="1753525"/>
                <a:gridCol w="1753525"/>
                <a:gridCol w="1753525"/>
                <a:gridCol w="1774700"/>
                <a:gridCol w="1822550"/>
              </a:tblGrid>
              <a:tr h="303075">
                <a:tc>
                  <a:txBody>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作業項目</a:t>
                      </a:r>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c>
                  <a:txBody>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弊社</a:t>
                      </a:r>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c>
                  <a:txBody>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情報システム部</a:t>
                      </a:r>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c>
                  <a:txBody>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利用部門</a:t>
                      </a:r>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c>
                  <a:txBody>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周辺システム担当</a:t>
                      </a:r>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r>
              <a:tr h="799525">
                <a:tc>
                  <a:txBody>
                    <a:bodyPr/>
                    <a:lstStyle/>
                    <a:p>
                      <a:pPr indent="0" lvl="0" marL="0" marR="0" rtl="0" algn="l">
                        <a:spcBef>
                          <a:spcPts val="0"/>
                        </a:spcBef>
                        <a:spcAft>
                          <a:spcPts val="0"/>
                        </a:spcAft>
                        <a:buNone/>
                      </a:pPr>
                      <a:r>
                        <a:rPr b="0" lang="ja-JP" sz="1400">
                          <a:latin typeface="Arial"/>
                          <a:ea typeface="Arial"/>
                          <a:cs typeface="Arial"/>
                          <a:sym typeface="Arial"/>
                        </a:rPr>
                        <a:t>システム構造設計 (SS)</a:t>
                      </a:r>
                      <a:endParaRPr b="0" sz="1400">
                        <a:latin typeface="Arial"/>
                        <a:ea typeface="Arial"/>
                        <a:cs typeface="Arial"/>
                        <a:sym typeface="Arial"/>
                      </a:endParaRPr>
                    </a:p>
                  </a:txBody>
                  <a:tcPr marT="36000" marB="36000"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EDEDED"/>
                    </a:solidFill>
                  </a:tcPr>
                </a:tc>
                <a:tc>
                  <a:txBody>
                    <a:bodyPr/>
                    <a:lstStyle/>
                    <a:p>
                      <a:pPr indent="-144000" lvl="0" marL="144000" marR="0" rtl="0" algn="l">
                        <a:spcBef>
                          <a:spcPts val="0"/>
                        </a:spcBef>
                        <a:spcAft>
                          <a:spcPts val="0"/>
                        </a:spcAft>
                        <a:buClr>
                          <a:schemeClr val="dk1"/>
                        </a:buClr>
                        <a:buSzPts val="1400"/>
                        <a:buFont typeface="Arial"/>
                        <a:buChar char="•"/>
                      </a:pPr>
                      <a:r>
                        <a:rPr lang="ja-JP" sz="1400">
                          <a:latin typeface="Arial"/>
                          <a:ea typeface="Arial"/>
                          <a:cs typeface="Arial"/>
                          <a:sym typeface="Arial"/>
                        </a:rPr>
                        <a:t>設計主担当</a:t>
                      </a:r>
                      <a:endParaRPr sz="1400">
                        <a:latin typeface="Arial"/>
                        <a:ea typeface="Arial"/>
                        <a:cs typeface="Arial"/>
                        <a:sym typeface="Arial"/>
                      </a:endParaRPr>
                    </a:p>
                  </a:txBody>
                  <a:tcPr marT="45725" marB="45725" marR="72000" marL="72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144000" lvl="0" marL="144000" marR="0" rtl="0" algn="l">
                        <a:lnSpc>
                          <a:spcPct val="100000"/>
                        </a:lnSpc>
                        <a:spcBef>
                          <a:spcPts val="0"/>
                        </a:spcBef>
                        <a:spcAft>
                          <a:spcPts val="0"/>
                        </a:spcAft>
                        <a:buClr>
                          <a:schemeClr val="dk1"/>
                        </a:buClr>
                        <a:buSzPts val="1400"/>
                        <a:buFont typeface="Arial"/>
                        <a:buChar char="•"/>
                      </a:pPr>
                      <a:r>
                        <a:rPr lang="ja-JP" sz="1400">
                          <a:latin typeface="Arial"/>
                          <a:ea typeface="Arial"/>
                          <a:cs typeface="Arial"/>
                          <a:sym typeface="Arial"/>
                        </a:rPr>
                        <a:t>成果物承認</a:t>
                      </a:r>
                      <a:endParaRPr sz="1400">
                        <a:latin typeface="Arial"/>
                        <a:ea typeface="Arial"/>
                        <a:cs typeface="Arial"/>
                        <a:sym typeface="Arial"/>
                      </a:endParaRPr>
                    </a:p>
                  </a:txBody>
                  <a:tcPr marT="45725" marB="45725" marR="72000" marL="72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55100" lvl="0" marL="144000" marR="0" rtl="0" algn="l">
                        <a:spcBef>
                          <a:spcPts val="0"/>
                        </a:spcBef>
                        <a:spcAft>
                          <a:spcPts val="0"/>
                        </a:spcAft>
                        <a:buClr>
                          <a:schemeClr val="dk1"/>
                        </a:buClr>
                        <a:buSzPts val="1400"/>
                        <a:buFont typeface="Arial"/>
                        <a:buNone/>
                      </a:pPr>
                      <a:r>
                        <a:t/>
                      </a:r>
                      <a:endParaRPr sz="1400">
                        <a:latin typeface="Arial"/>
                        <a:ea typeface="Arial"/>
                        <a:cs typeface="Arial"/>
                        <a:sym typeface="Arial"/>
                      </a:endParaRPr>
                    </a:p>
                  </a:txBody>
                  <a:tcPr marT="45725" marB="45725" marR="72000" marL="72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144000" lvl="0" marL="144000" marR="0" rtl="0" algn="l">
                        <a:spcBef>
                          <a:spcPts val="0"/>
                        </a:spcBef>
                        <a:spcAft>
                          <a:spcPts val="0"/>
                        </a:spcAft>
                        <a:buClr>
                          <a:schemeClr val="dk1"/>
                        </a:buClr>
                        <a:buSzPts val="1400"/>
                        <a:buFont typeface="Arial"/>
                        <a:buChar char="•"/>
                      </a:pPr>
                      <a:r>
                        <a:rPr lang="ja-JP" sz="1400">
                          <a:latin typeface="Arial"/>
                          <a:ea typeface="Arial"/>
                          <a:cs typeface="Arial"/>
                          <a:sym typeface="Arial"/>
                        </a:rPr>
                        <a:t>周辺システムのIF設計</a:t>
                      </a:r>
                      <a:endParaRPr/>
                    </a:p>
                  </a:txBody>
                  <a:tcPr marT="45725" marB="45725" marR="72000" marL="72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r>
              <a:tr h="799525">
                <a:tc>
                  <a:txBody>
                    <a:bodyPr/>
                    <a:lstStyle/>
                    <a:p>
                      <a:pPr indent="0" lvl="0" marL="0" marR="0" rtl="0" algn="l">
                        <a:spcBef>
                          <a:spcPts val="0"/>
                        </a:spcBef>
                        <a:spcAft>
                          <a:spcPts val="0"/>
                        </a:spcAft>
                        <a:buNone/>
                      </a:pPr>
                      <a:r>
                        <a:rPr b="0" lang="ja-JP" sz="1400">
                          <a:latin typeface="Arial"/>
                          <a:ea typeface="Arial"/>
                          <a:cs typeface="Arial"/>
                          <a:sym typeface="Arial"/>
                        </a:rPr>
                        <a:t>プログラミング(PS/PG/PT)</a:t>
                      </a:r>
                      <a:endParaRPr/>
                    </a:p>
                  </a:txBody>
                  <a:tcPr marT="36000" marB="36000"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EDEDED"/>
                    </a:solidFill>
                  </a:tcPr>
                </a:tc>
                <a:tc>
                  <a:txBody>
                    <a:bodyPr/>
                    <a:lstStyle/>
                    <a:p>
                      <a:pPr indent="-144000" lvl="0" marL="144000" marR="0" rtl="0" algn="l">
                        <a:spcBef>
                          <a:spcPts val="0"/>
                        </a:spcBef>
                        <a:spcAft>
                          <a:spcPts val="0"/>
                        </a:spcAft>
                        <a:buClr>
                          <a:schemeClr val="dk1"/>
                        </a:buClr>
                        <a:buSzPts val="1400"/>
                        <a:buFont typeface="Arial"/>
                        <a:buChar char="•"/>
                      </a:pPr>
                      <a:r>
                        <a:rPr lang="ja-JP" sz="1400">
                          <a:latin typeface="Arial"/>
                          <a:ea typeface="Arial"/>
                          <a:cs typeface="Arial"/>
                          <a:sym typeface="Arial"/>
                        </a:rPr>
                        <a:t>プログラミングの実施</a:t>
                      </a:r>
                      <a:endParaRPr sz="1400">
                        <a:latin typeface="Arial"/>
                        <a:ea typeface="Arial"/>
                        <a:cs typeface="Arial"/>
                        <a:sym typeface="Arial"/>
                      </a:endParaRPr>
                    </a:p>
                  </a:txBody>
                  <a:tcPr marT="45725" marB="45725" marR="72000" marL="72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400"/>
                        <a:buFont typeface="Arial"/>
                        <a:buNone/>
                      </a:pPr>
                      <a:r>
                        <a:t/>
                      </a:r>
                      <a:endParaRPr sz="1400">
                        <a:latin typeface="Arial"/>
                        <a:ea typeface="Arial"/>
                        <a:cs typeface="Arial"/>
                        <a:sym typeface="Arial"/>
                      </a:endParaRPr>
                    </a:p>
                  </a:txBody>
                  <a:tcPr marT="45725" marB="45725" marR="72000" marL="72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55100" lvl="0" marL="144000" marR="0" rtl="0" algn="l">
                        <a:spcBef>
                          <a:spcPts val="0"/>
                        </a:spcBef>
                        <a:spcAft>
                          <a:spcPts val="0"/>
                        </a:spcAft>
                        <a:buClr>
                          <a:schemeClr val="dk1"/>
                        </a:buClr>
                        <a:buSzPts val="1400"/>
                        <a:buFont typeface="Arial"/>
                        <a:buNone/>
                      </a:pPr>
                      <a:r>
                        <a:t/>
                      </a:r>
                      <a:endParaRPr sz="1400">
                        <a:latin typeface="Arial"/>
                        <a:ea typeface="Arial"/>
                        <a:cs typeface="Arial"/>
                        <a:sym typeface="Arial"/>
                      </a:endParaRPr>
                    </a:p>
                  </a:txBody>
                  <a:tcPr marT="45725" marB="45725" marR="72000" marL="72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144000" lvl="0" marL="144000" marR="0" rtl="0" algn="l">
                        <a:lnSpc>
                          <a:spcPct val="100000"/>
                        </a:lnSpc>
                        <a:spcBef>
                          <a:spcPts val="0"/>
                        </a:spcBef>
                        <a:spcAft>
                          <a:spcPts val="0"/>
                        </a:spcAft>
                        <a:buClr>
                          <a:schemeClr val="dk1"/>
                        </a:buClr>
                        <a:buSzPts val="1400"/>
                        <a:buFont typeface="Arial"/>
                        <a:buChar char="•"/>
                      </a:pPr>
                      <a:r>
                        <a:rPr lang="ja-JP" sz="1400">
                          <a:latin typeface="Arial"/>
                          <a:ea typeface="Arial"/>
                          <a:cs typeface="Arial"/>
                          <a:sym typeface="Arial"/>
                        </a:rPr>
                        <a:t>周辺システムのプログラム改修</a:t>
                      </a:r>
                      <a:endParaRPr/>
                    </a:p>
                  </a:txBody>
                  <a:tcPr marT="45725" marB="45725" marR="72000" marL="72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r>
              <a:tr h="1151725">
                <a:tc>
                  <a:txBody>
                    <a:bodyPr/>
                    <a:lstStyle/>
                    <a:p>
                      <a:pPr indent="0" lvl="0" marL="0" marR="0" rtl="0" algn="l">
                        <a:spcBef>
                          <a:spcPts val="0"/>
                        </a:spcBef>
                        <a:spcAft>
                          <a:spcPts val="0"/>
                        </a:spcAft>
                        <a:buNone/>
                      </a:pPr>
                      <a:r>
                        <a:rPr b="0" lang="ja-JP" sz="1400">
                          <a:latin typeface="Arial"/>
                          <a:ea typeface="Arial"/>
                          <a:cs typeface="Arial"/>
                          <a:sym typeface="Arial"/>
                        </a:rPr>
                        <a:t>結合テスト (IT)</a:t>
                      </a:r>
                      <a:endParaRPr b="0" sz="1400">
                        <a:latin typeface="Arial"/>
                        <a:ea typeface="Arial"/>
                        <a:cs typeface="Arial"/>
                        <a:sym typeface="Arial"/>
                      </a:endParaRPr>
                    </a:p>
                  </a:txBody>
                  <a:tcPr marT="36000" marB="36000"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EDEDED"/>
                    </a:solidFill>
                  </a:tcPr>
                </a:tc>
                <a:tc>
                  <a:txBody>
                    <a:bodyPr/>
                    <a:lstStyle/>
                    <a:p>
                      <a:pPr indent="-144000" lvl="0" marL="144000" marR="0" rtl="0" algn="l">
                        <a:spcBef>
                          <a:spcPts val="0"/>
                        </a:spcBef>
                        <a:spcAft>
                          <a:spcPts val="0"/>
                        </a:spcAft>
                        <a:buClr>
                          <a:schemeClr val="dk1"/>
                        </a:buClr>
                        <a:buSzPts val="1400"/>
                        <a:buFont typeface="Arial"/>
                        <a:buChar char="•"/>
                      </a:pPr>
                      <a:r>
                        <a:rPr lang="ja-JP" sz="1400">
                          <a:latin typeface="Arial"/>
                          <a:ea typeface="Arial"/>
                          <a:cs typeface="Arial"/>
                          <a:sym typeface="Arial"/>
                        </a:rPr>
                        <a:t>結合テストの実施</a:t>
                      </a:r>
                      <a:endParaRPr sz="1400">
                        <a:latin typeface="Arial"/>
                        <a:ea typeface="Arial"/>
                        <a:cs typeface="Arial"/>
                        <a:sym typeface="Arial"/>
                      </a:endParaRPr>
                    </a:p>
                    <a:p>
                      <a:pPr indent="-144000" lvl="0" marL="144000" marR="0" rtl="0" algn="l">
                        <a:spcBef>
                          <a:spcPts val="0"/>
                        </a:spcBef>
                        <a:spcAft>
                          <a:spcPts val="0"/>
                        </a:spcAft>
                        <a:buClr>
                          <a:schemeClr val="dk1"/>
                        </a:buClr>
                        <a:buSzPts val="1400"/>
                        <a:buFont typeface="Arial"/>
                        <a:buChar char="•"/>
                      </a:pPr>
                      <a:r>
                        <a:rPr lang="ja-JP" sz="1400">
                          <a:latin typeface="Arial"/>
                          <a:ea typeface="Arial"/>
                          <a:cs typeface="Arial"/>
                          <a:sym typeface="Arial"/>
                        </a:rPr>
                        <a:t>結合テストで発覚した改善点の対応</a:t>
                      </a:r>
                      <a:endParaRPr sz="1400">
                        <a:latin typeface="Arial"/>
                        <a:ea typeface="Arial"/>
                        <a:cs typeface="Arial"/>
                        <a:sym typeface="Arial"/>
                      </a:endParaRPr>
                    </a:p>
                    <a:p>
                      <a:pPr indent="-144000" lvl="0" marL="144000" marR="0" rtl="0" algn="l">
                        <a:spcBef>
                          <a:spcPts val="0"/>
                        </a:spcBef>
                        <a:spcAft>
                          <a:spcPts val="0"/>
                        </a:spcAft>
                        <a:buClr>
                          <a:schemeClr val="dk1"/>
                        </a:buClr>
                        <a:buSzPts val="1400"/>
                        <a:buFont typeface="Arial"/>
                        <a:buChar char="•"/>
                      </a:pPr>
                      <a:r>
                        <a:rPr lang="ja-JP" sz="1400">
                          <a:latin typeface="Arial"/>
                          <a:ea typeface="Arial"/>
                          <a:cs typeface="Arial"/>
                          <a:sym typeface="Arial"/>
                        </a:rPr>
                        <a:t>結合テストの結果報告</a:t>
                      </a:r>
                      <a:endParaRPr sz="1400">
                        <a:latin typeface="Arial"/>
                        <a:ea typeface="Arial"/>
                        <a:cs typeface="Arial"/>
                        <a:sym typeface="Arial"/>
                      </a:endParaRPr>
                    </a:p>
                  </a:txBody>
                  <a:tcPr marT="45725" marB="45725" marR="72000" marL="72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144000" lvl="0" marL="144000" marR="0" rtl="0" algn="l">
                        <a:spcBef>
                          <a:spcPts val="0"/>
                        </a:spcBef>
                        <a:spcAft>
                          <a:spcPts val="0"/>
                        </a:spcAft>
                        <a:buClr>
                          <a:schemeClr val="dk1"/>
                        </a:buClr>
                        <a:buSzPts val="1400"/>
                        <a:buFont typeface="Arial"/>
                        <a:buChar char="•"/>
                      </a:pPr>
                      <a:r>
                        <a:rPr lang="ja-JP" sz="1400">
                          <a:latin typeface="Arial"/>
                          <a:ea typeface="Arial"/>
                          <a:cs typeface="Arial"/>
                          <a:sym typeface="Arial"/>
                        </a:rPr>
                        <a:t>成果物承認</a:t>
                      </a:r>
                      <a:endParaRPr sz="1400">
                        <a:latin typeface="Arial"/>
                        <a:ea typeface="Arial"/>
                        <a:cs typeface="Arial"/>
                        <a:sym typeface="Arial"/>
                      </a:endParaRPr>
                    </a:p>
                    <a:p>
                      <a:pPr indent="-144000" lvl="0" marL="144000" marR="0" rtl="0" algn="l">
                        <a:spcBef>
                          <a:spcPts val="0"/>
                        </a:spcBef>
                        <a:spcAft>
                          <a:spcPts val="0"/>
                        </a:spcAft>
                        <a:buClr>
                          <a:schemeClr val="dk1"/>
                        </a:buClr>
                        <a:buSzPts val="1400"/>
                        <a:buFont typeface="Arial"/>
                        <a:buChar char="•"/>
                      </a:pPr>
                      <a:r>
                        <a:rPr lang="ja-JP" sz="1400">
                          <a:latin typeface="Arial"/>
                          <a:ea typeface="Arial"/>
                          <a:cs typeface="Arial"/>
                          <a:sym typeface="Arial"/>
                        </a:rPr>
                        <a:t>本番環境構築（インフラ）</a:t>
                      </a:r>
                      <a:endParaRPr sz="1400">
                        <a:latin typeface="Arial"/>
                        <a:ea typeface="Arial"/>
                        <a:cs typeface="Arial"/>
                        <a:sym typeface="Arial"/>
                      </a:endParaRPr>
                    </a:p>
                  </a:txBody>
                  <a:tcPr marT="45725" marB="45725" marR="72000" marL="72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55100" lvl="0" marL="144000" marR="0" rtl="0" algn="l">
                        <a:spcBef>
                          <a:spcPts val="0"/>
                        </a:spcBef>
                        <a:spcAft>
                          <a:spcPts val="0"/>
                        </a:spcAft>
                        <a:buClr>
                          <a:schemeClr val="dk1"/>
                        </a:buClr>
                        <a:buSzPts val="1400"/>
                        <a:buFont typeface="Arial"/>
                        <a:buNone/>
                      </a:pPr>
                      <a:r>
                        <a:t/>
                      </a:r>
                      <a:endParaRPr sz="1400">
                        <a:latin typeface="Arial"/>
                        <a:ea typeface="Arial"/>
                        <a:cs typeface="Arial"/>
                        <a:sym typeface="Arial"/>
                      </a:endParaRPr>
                    </a:p>
                  </a:txBody>
                  <a:tcPr marT="45725" marB="45725" marR="72000" marL="72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144000" lvl="0" marL="144000" marR="0" rtl="0" algn="l">
                        <a:spcBef>
                          <a:spcPts val="0"/>
                        </a:spcBef>
                        <a:spcAft>
                          <a:spcPts val="0"/>
                        </a:spcAft>
                        <a:buClr>
                          <a:schemeClr val="dk1"/>
                        </a:buClr>
                        <a:buSzPts val="1400"/>
                        <a:buFont typeface="Arial"/>
                        <a:buChar char="•"/>
                      </a:pPr>
                      <a:r>
                        <a:rPr lang="ja-JP" sz="1400">
                          <a:latin typeface="Arial"/>
                          <a:ea typeface="Arial"/>
                          <a:cs typeface="Arial"/>
                          <a:sym typeface="Arial"/>
                        </a:rPr>
                        <a:t>周辺システムの結合テスト実施</a:t>
                      </a:r>
                      <a:endParaRPr sz="1400">
                        <a:latin typeface="Arial"/>
                        <a:ea typeface="Arial"/>
                        <a:cs typeface="Arial"/>
                        <a:sym typeface="Arial"/>
                      </a:endParaRPr>
                    </a:p>
                    <a:p>
                      <a:pPr indent="-144000" lvl="0" marL="144000" marR="0" rtl="0" algn="l">
                        <a:lnSpc>
                          <a:spcPct val="100000"/>
                        </a:lnSpc>
                        <a:spcBef>
                          <a:spcPts val="0"/>
                        </a:spcBef>
                        <a:spcAft>
                          <a:spcPts val="0"/>
                        </a:spcAft>
                        <a:buClr>
                          <a:schemeClr val="dk1"/>
                        </a:buClr>
                        <a:buSzPts val="1400"/>
                        <a:buFont typeface="Arial"/>
                        <a:buChar char="•"/>
                      </a:pPr>
                      <a:r>
                        <a:rPr lang="ja-JP" sz="1400">
                          <a:latin typeface="Arial"/>
                          <a:ea typeface="Arial"/>
                          <a:cs typeface="Arial"/>
                          <a:sym typeface="Arial"/>
                        </a:rPr>
                        <a:t>結合テストで発覚した周辺システムの改善点の対応</a:t>
                      </a:r>
                      <a:endParaRPr sz="1400">
                        <a:latin typeface="Arial"/>
                        <a:ea typeface="Arial"/>
                        <a:cs typeface="Arial"/>
                        <a:sym typeface="Arial"/>
                      </a:endParaRPr>
                    </a:p>
                  </a:txBody>
                  <a:tcPr marT="45725" marB="45725" marR="72000" marL="72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r>
              <a:tr h="2445625">
                <a:tc>
                  <a:txBody>
                    <a:bodyPr/>
                    <a:lstStyle/>
                    <a:p>
                      <a:pPr indent="0" lvl="0" marL="0" marR="0" rtl="0" algn="l">
                        <a:spcBef>
                          <a:spcPts val="0"/>
                        </a:spcBef>
                        <a:spcAft>
                          <a:spcPts val="0"/>
                        </a:spcAft>
                        <a:buNone/>
                      </a:pPr>
                      <a:r>
                        <a:rPr b="0" lang="ja-JP" sz="1400">
                          <a:latin typeface="Arial"/>
                          <a:ea typeface="Arial"/>
                          <a:cs typeface="Arial"/>
                          <a:sym typeface="Arial"/>
                        </a:rPr>
                        <a:t>システムテスト (ST)</a:t>
                      </a:r>
                      <a:endParaRPr b="0" sz="1400">
                        <a:latin typeface="Arial"/>
                        <a:ea typeface="Arial"/>
                        <a:cs typeface="Arial"/>
                        <a:sym typeface="Arial"/>
                      </a:endParaRPr>
                    </a:p>
                  </a:txBody>
                  <a:tcPr marT="36000" marB="36000"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EDEDED"/>
                    </a:solidFill>
                  </a:tcPr>
                </a:tc>
                <a:tc>
                  <a:txBody>
                    <a:bodyPr/>
                    <a:lstStyle/>
                    <a:p>
                      <a:pPr indent="-144000" lvl="0" marL="144000" marR="0" rtl="0" algn="l">
                        <a:spcBef>
                          <a:spcPts val="0"/>
                        </a:spcBef>
                        <a:spcAft>
                          <a:spcPts val="0"/>
                        </a:spcAft>
                        <a:buClr>
                          <a:schemeClr val="dk1"/>
                        </a:buClr>
                        <a:buSzPts val="1400"/>
                        <a:buFont typeface="Arial"/>
                        <a:buChar char="•"/>
                      </a:pPr>
                      <a:r>
                        <a:rPr lang="ja-JP" sz="1400">
                          <a:latin typeface="Arial"/>
                          <a:ea typeface="Arial"/>
                          <a:cs typeface="Arial"/>
                          <a:sym typeface="Arial"/>
                        </a:rPr>
                        <a:t>システムテストの実施</a:t>
                      </a:r>
                      <a:endParaRPr sz="1400">
                        <a:latin typeface="Arial"/>
                        <a:ea typeface="Arial"/>
                        <a:cs typeface="Arial"/>
                        <a:sym typeface="Arial"/>
                      </a:endParaRPr>
                    </a:p>
                    <a:p>
                      <a:pPr indent="-144000" lvl="0" marL="144000" marR="0" rtl="0" algn="l">
                        <a:lnSpc>
                          <a:spcPct val="100000"/>
                        </a:lnSpc>
                        <a:spcBef>
                          <a:spcPts val="0"/>
                        </a:spcBef>
                        <a:spcAft>
                          <a:spcPts val="0"/>
                        </a:spcAft>
                        <a:buClr>
                          <a:schemeClr val="dk1"/>
                        </a:buClr>
                        <a:buSzPts val="1400"/>
                        <a:buFont typeface="Arial"/>
                        <a:buChar char="•"/>
                      </a:pPr>
                      <a:r>
                        <a:rPr lang="ja-JP" sz="1400">
                          <a:latin typeface="Arial"/>
                          <a:ea typeface="Arial"/>
                          <a:cs typeface="Arial"/>
                          <a:sym typeface="Arial"/>
                        </a:rPr>
                        <a:t>システムテストで発覚した改善点の対応</a:t>
                      </a:r>
                      <a:endParaRPr sz="1400">
                        <a:latin typeface="Arial"/>
                        <a:ea typeface="Arial"/>
                        <a:cs typeface="Arial"/>
                        <a:sym typeface="Arial"/>
                      </a:endParaRPr>
                    </a:p>
                    <a:p>
                      <a:pPr indent="-144000" lvl="0" marL="144000" marR="0" rtl="0" algn="l">
                        <a:spcBef>
                          <a:spcPts val="0"/>
                        </a:spcBef>
                        <a:spcAft>
                          <a:spcPts val="0"/>
                        </a:spcAft>
                        <a:buClr>
                          <a:schemeClr val="dk1"/>
                        </a:buClr>
                        <a:buSzPts val="1400"/>
                        <a:buFont typeface="Arial"/>
                        <a:buChar char="•"/>
                      </a:pPr>
                      <a:r>
                        <a:rPr lang="ja-JP" sz="1400">
                          <a:latin typeface="Arial"/>
                          <a:ea typeface="Arial"/>
                          <a:cs typeface="Arial"/>
                          <a:sym typeface="Arial"/>
                        </a:rPr>
                        <a:t>システムテスト結果の報告</a:t>
                      </a:r>
                      <a:endParaRPr sz="1400">
                        <a:latin typeface="Arial"/>
                        <a:ea typeface="Arial"/>
                        <a:cs typeface="Arial"/>
                        <a:sym typeface="Arial"/>
                      </a:endParaRPr>
                    </a:p>
                  </a:txBody>
                  <a:tcPr marT="45725" marB="45725" marR="72000" marL="72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144000" lvl="0" marL="144000" marR="0" rtl="0" algn="l">
                        <a:spcBef>
                          <a:spcPts val="0"/>
                        </a:spcBef>
                        <a:spcAft>
                          <a:spcPts val="0"/>
                        </a:spcAft>
                        <a:buClr>
                          <a:schemeClr val="dk1"/>
                        </a:buClr>
                        <a:buSzPts val="1400"/>
                        <a:buFont typeface="Arial"/>
                        <a:buChar char="•"/>
                      </a:pPr>
                      <a:r>
                        <a:rPr lang="ja-JP" sz="1400">
                          <a:latin typeface="Arial"/>
                          <a:ea typeface="Arial"/>
                          <a:cs typeface="Arial"/>
                          <a:sym typeface="Arial"/>
                        </a:rPr>
                        <a:t>成果物承認</a:t>
                      </a:r>
                      <a:endParaRPr sz="1400">
                        <a:latin typeface="Arial"/>
                        <a:ea typeface="Arial"/>
                        <a:cs typeface="Arial"/>
                        <a:sym typeface="Arial"/>
                      </a:endParaRPr>
                    </a:p>
                  </a:txBody>
                  <a:tcPr marT="45725" marB="45725" marR="72000" marL="72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55100" lvl="0" marL="144000" marR="0" rtl="0" algn="l">
                        <a:spcBef>
                          <a:spcPts val="0"/>
                        </a:spcBef>
                        <a:spcAft>
                          <a:spcPts val="0"/>
                        </a:spcAft>
                        <a:buClr>
                          <a:schemeClr val="dk1"/>
                        </a:buClr>
                        <a:buSzPts val="1400"/>
                        <a:buFont typeface="Arial"/>
                        <a:buNone/>
                      </a:pPr>
                      <a:r>
                        <a:t/>
                      </a:r>
                      <a:endParaRPr sz="1400">
                        <a:latin typeface="Arial"/>
                        <a:ea typeface="Arial"/>
                        <a:cs typeface="Arial"/>
                        <a:sym typeface="Arial"/>
                      </a:endParaRPr>
                    </a:p>
                  </a:txBody>
                  <a:tcPr marT="45725" marB="45725" marR="72000" marL="72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144000" lvl="0" marL="144000" marR="0" rtl="0" algn="l">
                        <a:spcBef>
                          <a:spcPts val="0"/>
                        </a:spcBef>
                        <a:spcAft>
                          <a:spcPts val="0"/>
                        </a:spcAft>
                        <a:buClr>
                          <a:schemeClr val="dk1"/>
                        </a:buClr>
                        <a:buSzPts val="1400"/>
                        <a:buFont typeface="Arial"/>
                        <a:buChar char="•"/>
                      </a:pPr>
                      <a:r>
                        <a:rPr lang="ja-JP" sz="1400">
                          <a:latin typeface="Arial"/>
                          <a:ea typeface="Arial"/>
                          <a:cs typeface="Arial"/>
                          <a:sym typeface="Arial"/>
                        </a:rPr>
                        <a:t>周辺システム担当としてシステムテストを実施</a:t>
                      </a:r>
                      <a:endParaRPr sz="1400">
                        <a:latin typeface="Arial"/>
                        <a:ea typeface="Arial"/>
                        <a:cs typeface="Arial"/>
                        <a:sym typeface="Arial"/>
                      </a:endParaRPr>
                    </a:p>
                    <a:p>
                      <a:pPr indent="-144000" lvl="0" marL="144000" marR="0" rtl="0" algn="l">
                        <a:spcBef>
                          <a:spcPts val="0"/>
                        </a:spcBef>
                        <a:spcAft>
                          <a:spcPts val="0"/>
                        </a:spcAft>
                        <a:buClr>
                          <a:schemeClr val="dk1"/>
                        </a:buClr>
                        <a:buSzPts val="1400"/>
                        <a:buFont typeface="Arial"/>
                        <a:buChar char="•"/>
                      </a:pPr>
                      <a:r>
                        <a:rPr lang="ja-JP" sz="1400">
                          <a:latin typeface="Arial"/>
                          <a:ea typeface="Arial"/>
                          <a:cs typeface="Arial"/>
                          <a:sym typeface="Arial"/>
                        </a:rPr>
                        <a:t>周辺システム担当として進捗会議への参加</a:t>
                      </a:r>
                      <a:endParaRPr sz="1400">
                        <a:latin typeface="Arial"/>
                        <a:ea typeface="Arial"/>
                        <a:cs typeface="Arial"/>
                        <a:sym typeface="Arial"/>
                      </a:endParaRPr>
                    </a:p>
                    <a:p>
                      <a:pPr indent="-144000" lvl="0" marL="144000" marR="0" rtl="0" algn="l">
                        <a:lnSpc>
                          <a:spcPct val="100000"/>
                        </a:lnSpc>
                        <a:spcBef>
                          <a:spcPts val="0"/>
                        </a:spcBef>
                        <a:spcAft>
                          <a:spcPts val="0"/>
                        </a:spcAft>
                        <a:buClr>
                          <a:schemeClr val="dk1"/>
                        </a:buClr>
                        <a:buSzPts val="1400"/>
                        <a:buFont typeface="Arial"/>
                        <a:buChar char="•"/>
                      </a:pPr>
                      <a:r>
                        <a:rPr lang="ja-JP" sz="1400">
                          <a:latin typeface="Arial"/>
                          <a:ea typeface="Arial"/>
                          <a:cs typeface="Arial"/>
                          <a:sym typeface="Arial"/>
                        </a:rPr>
                        <a:t>システムテストで発覚した周辺システムの改善点の対応</a:t>
                      </a:r>
                      <a:endParaRPr sz="1400">
                        <a:latin typeface="Arial"/>
                        <a:ea typeface="Arial"/>
                        <a:cs typeface="Arial"/>
                        <a:sym typeface="Arial"/>
                      </a:endParaRPr>
                    </a:p>
                    <a:p>
                      <a:pPr indent="-55100" lvl="0" marL="144000" marR="0" rtl="0" algn="l">
                        <a:spcBef>
                          <a:spcPts val="0"/>
                        </a:spcBef>
                        <a:spcAft>
                          <a:spcPts val="0"/>
                        </a:spcAft>
                        <a:buClr>
                          <a:schemeClr val="dk1"/>
                        </a:buClr>
                        <a:buSzPts val="1400"/>
                        <a:buFont typeface="Arial"/>
                        <a:buNone/>
                      </a:pPr>
                      <a:r>
                        <a:t/>
                      </a:r>
                      <a:endParaRPr sz="1400">
                        <a:latin typeface="Arial"/>
                        <a:ea typeface="Arial"/>
                        <a:cs typeface="Arial"/>
                        <a:sym typeface="Arial"/>
                      </a:endParaRPr>
                    </a:p>
                  </a:txBody>
                  <a:tcPr marT="45725" marB="45725" marR="72000" marL="72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9" name="Shape 2099"/>
        <p:cNvGrpSpPr/>
        <p:nvPr/>
      </p:nvGrpSpPr>
      <p:grpSpPr>
        <a:xfrm>
          <a:off x="0" y="0"/>
          <a:ext cx="0" cy="0"/>
          <a:chOff x="0" y="0"/>
          <a:chExt cx="0" cy="0"/>
        </a:xfrm>
      </p:grpSpPr>
      <p:sp>
        <p:nvSpPr>
          <p:cNvPr id="2100" name="Google Shape;2100;p54"/>
          <p:cNvSpPr txBox="1"/>
          <p:nvPr>
            <p:ph type="title"/>
          </p:nvPr>
        </p:nvSpPr>
        <p:spPr>
          <a:xfrm>
            <a:off x="144000" y="36000"/>
            <a:ext cx="8856000" cy="5760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3000"/>
              <a:buFont typeface="Arial"/>
              <a:buNone/>
            </a:pPr>
            <a:r>
              <a:rPr lang="ja-JP"/>
              <a:t>役割分担 - 3</a:t>
            </a:r>
            <a:endParaRPr/>
          </a:p>
        </p:txBody>
      </p:sp>
      <p:sp>
        <p:nvSpPr>
          <p:cNvPr id="2101" name="Google Shape;2101;p54"/>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ja-JP"/>
              <a:t>Copyright© 2020 SystemEXE,Inc. all rights reserved.</a:t>
            </a:r>
            <a:endParaRPr/>
          </a:p>
        </p:txBody>
      </p:sp>
      <p:sp>
        <p:nvSpPr>
          <p:cNvPr id="2102" name="Google Shape;2102;p54"/>
          <p:cNvSpPr txBox="1"/>
          <p:nvPr>
            <p:ph idx="12" type="sldNum"/>
          </p:nvPr>
        </p:nvSpPr>
        <p:spPr>
          <a:xfrm>
            <a:off x="4212000" y="6500068"/>
            <a:ext cx="720000" cy="288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ja-JP"/>
              <a:t>‹#›</a:t>
            </a:fld>
            <a:endParaRPr/>
          </a:p>
        </p:txBody>
      </p:sp>
      <p:graphicFrame>
        <p:nvGraphicFramePr>
          <p:cNvPr id="2103" name="Google Shape;2103;p54"/>
          <p:cNvGraphicFramePr/>
          <p:nvPr/>
        </p:nvGraphicFramePr>
        <p:xfrm>
          <a:off x="144463" y="863600"/>
          <a:ext cx="3000000" cy="3000000"/>
        </p:xfrm>
        <a:graphic>
          <a:graphicData uri="http://schemas.openxmlformats.org/drawingml/2006/table">
            <a:tbl>
              <a:tblPr bandRow="1" firstRow="1">
                <a:noFill/>
                <a:tableStyleId>{FE03F3E7-6964-46DF-ADC6-E4BCA3E1CC40}</a:tableStyleId>
              </a:tblPr>
              <a:tblGrid>
                <a:gridCol w="1753525"/>
                <a:gridCol w="1753525"/>
                <a:gridCol w="1753525"/>
                <a:gridCol w="1774700"/>
                <a:gridCol w="1822550"/>
              </a:tblGrid>
              <a:tr h="302075">
                <a:tc>
                  <a:txBody>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作業項目</a:t>
                      </a:r>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c>
                  <a:txBody>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弊社</a:t>
                      </a:r>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c>
                  <a:txBody>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情報システム部</a:t>
                      </a:r>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c>
                  <a:txBody>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利用部門</a:t>
                      </a:r>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c>
                  <a:txBody>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周辺システム担当</a:t>
                      </a:r>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r>
              <a:tr h="2302200">
                <a:tc>
                  <a:txBody>
                    <a:bodyPr/>
                    <a:lstStyle/>
                    <a:p>
                      <a:pPr indent="0" lvl="0" marL="0" marR="0" rtl="0" algn="l">
                        <a:spcBef>
                          <a:spcPts val="0"/>
                        </a:spcBef>
                        <a:spcAft>
                          <a:spcPts val="0"/>
                        </a:spcAft>
                        <a:buNone/>
                      </a:pPr>
                      <a:r>
                        <a:rPr b="0" lang="ja-JP" sz="1400">
                          <a:latin typeface="Arial"/>
                          <a:ea typeface="Arial"/>
                          <a:cs typeface="Arial"/>
                          <a:sym typeface="Arial"/>
                        </a:rPr>
                        <a:t>運用テスト (OT)</a:t>
                      </a:r>
                      <a:endParaRPr b="0" sz="1400">
                        <a:latin typeface="Arial"/>
                        <a:ea typeface="Arial"/>
                        <a:cs typeface="Arial"/>
                        <a:sym typeface="Arial"/>
                      </a:endParaRPr>
                    </a:p>
                  </a:txBody>
                  <a:tcPr marT="36000" marB="36000"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EDEDED"/>
                    </a:solidFill>
                  </a:tcPr>
                </a:tc>
                <a:tc>
                  <a:txBody>
                    <a:bodyPr/>
                    <a:lstStyle/>
                    <a:p>
                      <a:pPr indent="-144000" lvl="0" marL="144000" marR="0" rtl="0" algn="l">
                        <a:lnSpc>
                          <a:spcPct val="100000"/>
                        </a:lnSpc>
                        <a:spcBef>
                          <a:spcPts val="0"/>
                        </a:spcBef>
                        <a:spcAft>
                          <a:spcPts val="0"/>
                        </a:spcAft>
                        <a:buClr>
                          <a:schemeClr val="dk1"/>
                        </a:buClr>
                        <a:buSzPts val="1400"/>
                        <a:buFont typeface="Arial"/>
                        <a:buChar char="•"/>
                      </a:pPr>
                      <a:r>
                        <a:rPr lang="ja-JP" sz="1400">
                          <a:latin typeface="Arial"/>
                          <a:ea typeface="Arial"/>
                          <a:cs typeface="Arial"/>
                          <a:sym typeface="Arial"/>
                        </a:rPr>
                        <a:t>運用テストで発覚した改善点の対応</a:t>
                      </a:r>
                      <a:endParaRPr sz="1400">
                        <a:latin typeface="Arial"/>
                        <a:ea typeface="Arial"/>
                        <a:cs typeface="Arial"/>
                        <a:sym typeface="Arial"/>
                      </a:endParaRPr>
                    </a:p>
                    <a:p>
                      <a:pPr indent="-144000" lvl="0" marL="144000" marR="0" rtl="0" algn="l">
                        <a:spcBef>
                          <a:spcPts val="0"/>
                        </a:spcBef>
                        <a:spcAft>
                          <a:spcPts val="0"/>
                        </a:spcAft>
                        <a:buClr>
                          <a:schemeClr val="dk1"/>
                        </a:buClr>
                        <a:buSzPts val="1400"/>
                        <a:buFont typeface="Arial"/>
                        <a:buChar char="•"/>
                      </a:pPr>
                      <a:r>
                        <a:rPr lang="ja-JP" sz="1400">
                          <a:latin typeface="Arial"/>
                          <a:ea typeface="Arial"/>
                          <a:cs typeface="Arial"/>
                          <a:sym typeface="Arial"/>
                        </a:rPr>
                        <a:t>ユーザ教育としての説明会に参加・教育の実施</a:t>
                      </a:r>
                      <a:endParaRPr sz="1400">
                        <a:latin typeface="Arial"/>
                        <a:ea typeface="Arial"/>
                        <a:cs typeface="Arial"/>
                        <a:sym typeface="Arial"/>
                      </a:endParaRPr>
                    </a:p>
                    <a:p>
                      <a:pPr indent="-144000" lvl="0" marL="144000" marR="0" rtl="0" algn="l">
                        <a:spcBef>
                          <a:spcPts val="0"/>
                        </a:spcBef>
                        <a:spcAft>
                          <a:spcPts val="0"/>
                        </a:spcAft>
                        <a:buClr>
                          <a:schemeClr val="dk1"/>
                        </a:buClr>
                        <a:buSzPts val="1400"/>
                        <a:buFont typeface="Arial"/>
                        <a:buChar char="•"/>
                      </a:pPr>
                      <a:r>
                        <a:rPr lang="ja-JP" sz="1400">
                          <a:latin typeface="Arial"/>
                          <a:ea typeface="Arial"/>
                          <a:cs typeface="Arial"/>
                          <a:sym typeface="Arial"/>
                        </a:rPr>
                        <a:t>利用部門からの問合せ対応</a:t>
                      </a:r>
                      <a:endParaRPr sz="1400">
                        <a:latin typeface="Arial"/>
                        <a:ea typeface="Arial"/>
                        <a:cs typeface="Arial"/>
                        <a:sym typeface="Arial"/>
                      </a:endParaRPr>
                    </a:p>
                    <a:p>
                      <a:pPr indent="-144000" lvl="0" marL="144000" marR="0" rtl="0" algn="l">
                        <a:spcBef>
                          <a:spcPts val="0"/>
                        </a:spcBef>
                        <a:spcAft>
                          <a:spcPts val="0"/>
                        </a:spcAft>
                        <a:buClr>
                          <a:schemeClr val="dk1"/>
                        </a:buClr>
                        <a:buSzPts val="1400"/>
                        <a:buFont typeface="Arial"/>
                        <a:buChar char="•"/>
                      </a:pPr>
                      <a:r>
                        <a:rPr lang="ja-JP" sz="1400">
                          <a:latin typeface="Arial"/>
                          <a:ea typeface="Arial"/>
                          <a:cs typeface="Arial"/>
                          <a:sym typeface="Arial"/>
                        </a:rPr>
                        <a:t>本番移行判定会議への参加・説明</a:t>
                      </a:r>
                      <a:endParaRPr sz="1400">
                        <a:latin typeface="Arial"/>
                        <a:ea typeface="Arial"/>
                        <a:cs typeface="Arial"/>
                        <a:sym typeface="Arial"/>
                      </a:endParaRPr>
                    </a:p>
                  </a:txBody>
                  <a:tcPr marT="45725" marB="45725" marR="72000" marL="72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144000" lvl="0" marL="144000" marR="0" rtl="0" algn="l">
                        <a:spcBef>
                          <a:spcPts val="0"/>
                        </a:spcBef>
                        <a:spcAft>
                          <a:spcPts val="0"/>
                        </a:spcAft>
                        <a:buClr>
                          <a:schemeClr val="dk1"/>
                        </a:buClr>
                        <a:buSzPts val="1400"/>
                        <a:buFont typeface="Arial"/>
                        <a:buChar char="•"/>
                      </a:pPr>
                      <a:r>
                        <a:rPr lang="ja-JP" sz="1400">
                          <a:latin typeface="Arial"/>
                          <a:ea typeface="Arial"/>
                          <a:cs typeface="Arial"/>
                          <a:sym typeface="Arial"/>
                        </a:rPr>
                        <a:t>ユーザ教育としての説明会の開催</a:t>
                      </a:r>
                      <a:endParaRPr sz="1400">
                        <a:latin typeface="Arial"/>
                        <a:ea typeface="Arial"/>
                        <a:cs typeface="Arial"/>
                        <a:sym typeface="Arial"/>
                      </a:endParaRPr>
                    </a:p>
                    <a:p>
                      <a:pPr indent="-144000" lvl="0" marL="144000" marR="0" rtl="0" algn="l">
                        <a:spcBef>
                          <a:spcPts val="0"/>
                        </a:spcBef>
                        <a:spcAft>
                          <a:spcPts val="0"/>
                        </a:spcAft>
                        <a:buClr>
                          <a:schemeClr val="dk1"/>
                        </a:buClr>
                        <a:buSzPts val="1400"/>
                        <a:buFont typeface="Arial"/>
                        <a:buChar char="•"/>
                      </a:pPr>
                      <a:r>
                        <a:rPr lang="ja-JP" sz="1400">
                          <a:latin typeface="Arial"/>
                          <a:ea typeface="Arial"/>
                          <a:cs typeface="Arial"/>
                          <a:sym typeface="Arial"/>
                        </a:rPr>
                        <a:t>本番移行判定会議の開催</a:t>
                      </a:r>
                      <a:endParaRPr sz="1400">
                        <a:latin typeface="Arial"/>
                        <a:ea typeface="Arial"/>
                        <a:cs typeface="Arial"/>
                        <a:sym typeface="Arial"/>
                      </a:endParaRPr>
                    </a:p>
                  </a:txBody>
                  <a:tcPr marT="45725" marB="45725" marR="72000" marL="72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144000" lvl="0" marL="144000" marR="0" rtl="0" algn="l">
                        <a:spcBef>
                          <a:spcPts val="0"/>
                        </a:spcBef>
                        <a:spcAft>
                          <a:spcPts val="0"/>
                        </a:spcAft>
                        <a:buClr>
                          <a:schemeClr val="dk1"/>
                        </a:buClr>
                        <a:buSzPts val="1400"/>
                        <a:buFont typeface="Arial"/>
                        <a:buChar char="•"/>
                      </a:pPr>
                      <a:r>
                        <a:rPr lang="ja-JP" sz="1400">
                          <a:latin typeface="Arial"/>
                          <a:ea typeface="Arial"/>
                          <a:cs typeface="Arial"/>
                          <a:sym typeface="Arial"/>
                        </a:rPr>
                        <a:t>ユーザ教育としての説明会への参加</a:t>
                      </a:r>
                      <a:endParaRPr sz="1400">
                        <a:latin typeface="Arial"/>
                        <a:ea typeface="Arial"/>
                        <a:cs typeface="Arial"/>
                        <a:sym typeface="Arial"/>
                      </a:endParaRPr>
                    </a:p>
                    <a:p>
                      <a:pPr indent="-144000" lvl="0" marL="144000" marR="0" rtl="0" algn="l">
                        <a:spcBef>
                          <a:spcPts val="0"/>
                        </a:spcBef>
                        <a:spcAft>
                          <a:spcPts val="0"/>
                        </a:spcAft>
                        <a:buClr>
                          <a:schemeClr val="dk1"/>
                        </a:buClr>
                        <a:buSzPts val="1400"/>
                        <a:buFont typeface="Arial"/>
                        <a:buChar char="•"/>
                      </a:pPr>
                      <a:r>
                        <a:rPr lang="ja-JP" sz="1400">
                          <a:latin typeface="Arial"/>
                          <a:ea typeface="Arial"/>
                          <a:cs typeface="Arial"/>
                          <a:sym typeface="Arial"/>
                        </a:rPr>
                        <a:t>運用テストの実施</a:t>
                      </a:r>
                      <a:endParaRPr sz="1400">
                        <a:latin typeface="Arial"/>
                        <a:ea typeface="Arial"/>
                        <a:cs typeface="Arial"/>
                        <a:sym typeface="Arial"/>
                      </a:endParaRPr>
                    </a:p>
                    <a:p>
                      <a:pPr indent="-144000" lvl="0" marL="144000" marR="0" rtl="0" algn="l">
                        <a:spcBef>
                          <a:spcPts val="0"/>
                        </a:spcBef>
                        <a:spcAft>
                          <a:spcPts val="0"/>
                        </a:spcAft>
                        <a:buClr>
                          <a:schemeClr val="dk1"/>
                        </a:buClr>
                        <a:buSzPts val="1400"/>
                        <a:buFont typeface="Arial"/>
                        <a:buChar char="•"/>
                      </a:pPr>
                      <a:r>
                        <a:rPr lang="ja-JP" sz="1400">
                          <a:latin typeface="Arial"/>
                          <a:ea typeface="Arial"/>
                          <a:cs typeface="Arial"/>
                          <a:sym typeface="Arial"/>
                        </a:rPr>
                        <a:t>不具合発覚時の報告</a:t>
                      </a:r>
                      <a:endParaRPr/>
                    </a:p>
                    <a:p>
                      <a:pPr indent="-144000" lvl="0" marL="144000" marR="0" rtl="0" algn="l">
                        <a:lnSpc>
                          <a:spcPct val="100000"/>
                        </a:lnSpc>
                        <a:spcBef>
                          <a:spcPts val="0"/>
                        </a:spcBef>
                        <a:spcAft>
                          <a:spcPts val="0"/>
                        </a:spcAft>
                        <a:buClr>
                          <a:schemeClr val="dk1"/>
                        </a:buClr>
                        <a:buSzPts val="1400"/>
                        <a:buFont typeface="Arial"/>
                        <a:buChar char="•"/>
                      </a:pPr>
                      <a:r>
                        <a:rPr lang="ja-JP" sz="1400">
                          <a:latin typeface="Arial"/>
                          <a:ea typeface="Arial"/>
                          <a:cs typeface="Arial"/>
                          <a:sym typeface="Arial"/>
                        </a:rPr>
                        <a:t>本番移行判定会議への参加・</a:t>
                      </a:r>
                      <a:r>
                        <a:rPr b="0" i="0" lang="ja-JP" sz="1400" u="none" strike="noStrike">
                          <a:solidFill>
                            <a:schemeClr val="dk1"/>
                          </a:solidFill>
                          <a:latin typeface="Arial"/>
                          <a:ea typeface="Arial"/>
                          <a:cs typeface="Arial"/>
                          <a:sym typeface="Arial"/>
                        </a:rPr>
                        <a:t>本番移行実施承認</a:t>
                      </a:r>
                      <a:endParaRPr b="0" sz="1400">
                        <a:latin typeface="Arial"/>
                        <a:ea typeface="Arial"/>
                        <a:cs typeface="Arial"/>
                        <a:sym typeface="Arial"/>
                      </a:endParaRPr>
                    </a:p>
                  </a:txBody>
                  <a:tcPr marT="45725" marB="45725" marR="72000" marL="72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144000" lvl="0" marL="144000" marR="0" rtl="0" algn="l">
                        <a:spcBef>
                          <a:spcPts val="0"/>
                        </a:spcBef>
                        <a:spcAft>
                          <a:spcPts val="0"/>
                        </a:spcAft>
                        <a:buClr>
                          <a:schemeClr val="dk1"/>
                        </a:buClr>
                        <a:buSzPts val="1400"/>
                        <a:buFont typeface="Arial"/>
                        <a:buChar char="•"/>
                      </a:pPr>
                      <a:r>
                        <a:rPr lang="ja-JP" sz="1400">
                          <a:latin typeface="Arial"/>
                          <a:ea typeface="Arial"/>
                          <a:cs typeface="Arial"/>
                          <a:sym typeface="Arial"/>
                        </a:rPr>
                        <a:t>運用テストで発覚した周辺システムの改善点の対応</a:t>
                      </a:r>
                      <a:endParaRPr sz="1400">
                        <a:latin typeface="Arial"/>
                        <a:ea typeface="Arial"/>
                        <a:cs typeface="Arial"/>
                        <a:sym typeface="Arial"/>
                      </a:endParaRPr>
                    </a:p>
                  </a:txBody>
                  <a:tcPr marT="45725" marB="45725" marR="72000" marL="72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r>
              <a:tr h="1325525">
                <a:tc>
                  <a:txBody>
                    <a:bodyPr/>
                    <a:lstStyle/>
                    <a:p>
                      <a:pPr indent="0" lvl="0" marL="0" marR="0" rtl="0" algn="l">
                        <a:lnSpc>
                          <a:spcPct val="100000"/>
                        </a:lnSpc>
                        <a:spcBef>
                          <a:spcPts val="0"/>
                        </a:spcBef>
                        <a:spcAft>
                          <a:spcPts val="0"/>
                        </a:spcAft>
                        <a:buClr>
                          <a:schemeClr val="dk1"/>
                        </a:buClr>
                        <a:buSzPts val="1400"/>
                        <a:buFont typeface="Arial"/>
                        <a:buNone/>
                      </a:pPr>
                      <a:r>
                        <a:rPr b="0" lang="ja-JP" sz="1400">
                          <a:latin typeface="Arial"/>
                          <a:ea typeface="Arial"/>
                          <a:cs typeface="Arial"/>
                          <a:sym typeface="Arial"/>
                        </a:rPr>
                        <a:t>本番移行</a:t>
                      </a:r>
                      <a:endParaRPr/>
                    </a:p>
                  </a:txBody>
                  <a:tcPr marT="36000" marB="36000"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EDEDED"/>
                    </a:solidFill>
                  </a:tcPr>
                </a:tc>
                <a:tc>
                  <a:txBody>
                    <a:bodyPr/>
                    <a:lstStyle/>
                    <a:p>
                      <a:pPr indent="-144000" lvl="0" marL="144000" marR="0" rtl="0" algn="l">
                        <a:spcBef>
                          <a:spcPts val="0"/>
                        </a:spcBef>
                        <a:spcAft>
                          <a:spcPts val="0"/>
                        </a:spcAft>
                        <a:buClr>
                          <a:schemeClr val="dk1"/>
                        </a:buClr>
                        <a:buSzPts val="1400"/>
                        <a:buFont typeface="Arial"/>
                        <a:buChar char="•"/>
                      </a:pPr>
                      <a:r>
                        <a:rPr lang="ja-JP" sz="1400">
                          <a:latin typeface="Arial"/>
                          <a:ea typeface="Arial"/>
                          <a:cs typeface="Arial"/>
                          <a:sym typeface="Arial"/>
                        </a:rPr>
                        <a:t>移行リハーサルの実施</a:t>
                      </a:r>
                      <a:endParaRPr sz="1400">
                        <a:latin typeface="Arial"/>
                        <a:ea typeface="Arial"/>
                        <a:cs typeface="Arial"/>
                        <a:sym typeface="Arial"/>
                      </a:endParaRPr>
                    </a:p>
                    <a:p>
                      <a:pPr indent="-144000" lvl="0" marL="144000" marR="0" rtl="0" algn="l">
                        <a:spcBef>
                          <a:spcPts val="0"/>
                        </a:spcBef>
                        <a:spcAft>
                          <a:spcPts val="0"/>
                        </a:spcAft>
                        <a:buClr>
                          <a:schemeClr val="dk1"/>
                        </a:buClr>
                        <a:buSzPts val="1400"/>
                        <a:buFont typeface="Arial"/>
                        <a:buChar char="•"/>
                      </a:pPr>
                      <a:r>
                        <a:rPr lang="ja-JP" sz="1400">
                          <a:latin typeface="Arial"/>
                          <a:ea typeface="Arial"/>
                          <a:cs typeface="Arial"/>
                          <a:sym typeface="Arial"/>
                        </a:rPr>
                        <a:t>本番移行の実施</a:t>
                      </a:r>
                      <a:endParaRPr sz="1400">
                        <a:latin typeface="Arial"/>
                        <a:ea typeface="Arial"/>
                        <a:cs typeface="Arial"/>
                        <a:sym typeface="Arial"/>
                      </a:endParaRPr>
                    </a:p>
                    <a:p>
                      <a:pPr indent="-144000" lvl="0" marL="144000" marR="0" rtl="0" algn="l">
                        <a:spcBef>
                          <a:spcPts val="0"/>
                        </a:spcBef>
                        <a:spcAft>
                          <a:spcPts val="0"/>
                        </a:spcAft>
                        <a:buClr>
                          <a:schemeClr val="dk1"/>
                        </a:buClr>
                        <a:buSzPts val="1400"/>
                        <a:buFont typeface="Arial"/>
                        <a:buChar char="•"/>
                      </a:pPr>
                      <a:r>
                        <a:rPr lang="ja-JP" sz="1400">
                          <a:latin typeface="Arial"/>
                          <a:ea typeface="Arial"/>
                          <a:cs typeface="Arial"/>
                          <a:sym typeface="Arial"/>
                        </a:rPr>
                        <a:t>本番移行結果報告</a:t>
                      </a:r>
                      <a:endParaRPr sz="1400">
                        <a:latin typeface="Arial"/>
                        <a:ea typeface="Arial"/>
                        <a:cs typeface="Arial"/>
                        <a:sym typeface="Arial"/>
                      </a:endParaRPr>
                    </a:p>
                  </a:txBody>
                  <a:tcPr marT="45725" marB="45725" marR="72000" marL="72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144000" lvl="0" marL="144000" marR="0" rtl="0" algn="l">
                        <a:spcBef>
                          <a:spcPts val="0"/>
                        </a:spcBef>
                        <a:spcAft>
                          <a:spcPts val="0"/>
                        </a:spcAft>
                        <a:buClr>
                          <a:schemeClr val="dk1"/>
                        </a:buClr>
                        <a:buSzPts val="1400"/>
                        <a:buFont typeface="Arial"/>
                        <a:buChar char="•"/>
                      </a:pPr>
                      <a:r>
                        <a:rPr lang="ja-JP" sz="1400">
                          <a:latin typeface="Arial"/>
                          <a:ea typeface="Arial"/>
                          <a:cs typeface="Arial"/>
                          <a:sym typeface="Arial"/>
                        </a:rPr>
                        <a:t>関係部署へシステム切り替え時の連絡・調整等</a:t>
                      </a:r>
                      <a:endParaRPr sz="1400">
                        <a:latin typeface="Arial"/>
                        <a:ea typeface="Arial"/>
                        <a:cs typeface="Arial"/>
                        <a:sym typeface="Arial"/>
                      </a:endParaRPr>
                    </a:p>
                  </a:txBody>
                  <a:tcPr marT="45725" marB="45725" marR="72000" marL="72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144000" lvl="0" marL="144000" marR="0" rtl="0" algn="l">
                        <a:spcBef>
                          <a:spcPts val="0"/>
                        </a:spcBef>
                        <a:spcAft>
                          <a:spcPts val="0"/>
                        </a:spcAft>
                        <a:buClr>
                          <a:schemeClr val="dk1"/>
                        </a:buClr>
                        <a:buSzPts val="1400"/>
                        <a:buFont typeface="Arial"/>
                        <a:buChar char="•"/>
                      </a:pPr>
                      <a:r>
                        <a:rPr lang="ja-JP" sz="1400">
                          <a:latin typeface="Arial"/>
                          <a:ea typeface="Arial"/>
                          <a:cs typeface="Arial"/>
                          <a:sym typeface="Arial"/>
                        </a:rPr>
                        <a:t>システム切り替え後の動作確認</a:t>
                      </a:r>
                      <a:endParaRPr/>
                    </a:p>
                  </a:txBody>
                  <a:tcPr marT="45725" marB="45725" marR="72000" marL="72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144000" lvl="0" marL="144000" marR="0" rtl="0" algn="l">
                        <a:spcBef>
                          <a:spcPts val="0"/>
                        </a:spcBef>
                        <a:spcAft>
                          <a:spcPts val="0"/>
                        </a:spcAft>
                        <a:buClr>
                          <a:schemeClr val="dk1"/>
                        </a:buClr>
                        <a:buSzPts val="1400"/>
                        <a:buFont typeface="Arial"/>
                        <a:buChar char="•"/>
                      </a:pPr>
                      <a:r>
                        <a:rPr lang="ja-JP" sz="1400">
                          <a:latin typeface="Arial"/>
                          <a:ea typeface="Arial"/>
                          <a:cs typeface="Arial"/>
                          <a:sym typeface="Arial"/>
                        </a:rPr>
                        <a:t>移行リハーサルへの参加（必要に応じて）</a:t>
                      </a:r>
                      <a:endParaRPr sz="1400">
                        <a:latin typeface="Arial"/>
                        <a:ea typeface="Arial"/>
                        <a:cs typeface="Arial"/>
                        <a:sym typeface="Arial"/>
                      </a:endParaRPr>
                    </a:p>
                    <a:p>
                      <a:pPr indent="-144000" lvl="0" marL="144000" marR="0" rtl="0" algn="l">
                        <a:spcBef>
                          <a:spcPts val="0"/>
                        </a:spcBef>
                        <a:spcAft>
                          <a:spcPts val="0"/>
                        </a:spcAft>
                        <a:buClr>
                          <a:schemeClr val="dk1"/>
                        </a:buClr>
                        <a:buSzPts val="1400"/>
                        <a:buFont typeface="Arial"/>
                        <a:buChar char="•"/>
                      </a:pPr>
                      <a:r>
                        <a:rPr lang="ja-JP" sz="1400">
                          <a:latin typeface="Arial"/>
                          <a:ea typeface="Arial"/>
                          <a:cs typeface="Arial"/>
                          <a:sym typeface="Arial"/>
                        </a:rPr>
                        <a:t>周辺システムの接続先等の切り替え</a:t>
                      </a:r>
                      <a:endParaRPr/>
                    </a:p>
                  </a:txBody>
                  <a:tcPr marT="45725" marB="45725" marR="72000" marL="72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r>
              <a:tr h="1569675">
                <a:tc>
                  <a:txBody>
                    <a:bodyPr/>
                    <a:lstStyle/>
                    <a:p>
                      <a:pPr indent="0" lvl="0" marL="0" marR="0" rtl="0" algn="l">
                        <a:lnSpc>
                          <a:spcPct val="100000"/>
                        </a:lnSpc>
                        <a:spcBef>
                          <a:spcPts val="0"/>
                        </a:spcBef>
                        <a:spcAft>
                          <a:spcPts val="0"/>
                        </a:spcAft>
                        <a:buClr>
                          <a:schemeClr val="dk1"/>
                        </a:buClr>
                        <a:buSzPts val="1400"/>
                        <a:buFont typeface="Arial"/>
                        <a:buNone/>
                      </a:pPr>
                      <a:r>
                        <a:rPr b="0" lang="ja-JP" sz="1400">
                          <a:latin typeface="Arial"/>
                          <a:ea typeface="Arial"/>
                          <a:cs typeface="Arial"/>
                          <a:sym typeface="Arial"/>
                        </a:rPr>
                        <a:t>初期流動</a:t>
                      </a:r>
                      <a:endParaRPr/>
                    </a:p>
                  </a:txBody>
                  <a:tcPr marT="36000" marB="36000"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EDEDED"/>
                    </a:solidFill>
                  </a:tcPr>
                </a:tc>
                <a:tc>
                  <a:txBody>
                    <a:bodyPr/>
                    <a:lstStyle/>
                    <a:p>
                      <a:pPr indent="-144000" lvl="0" marL="144000" marR="0" rtl="0" algn="l">
                        <a:spcBef>
                          <a:spcPts val="0"/>
                        </a:spcBef>
                        <a:spcAft>
                          <a:spcPts val="0"/>
                        </a:spcAft>
                        <a:buClr>
                          <a:schemeClr val="dk1"/>
                        </a:buClr>
                        <a:buSzPts val="1400"/>
                        <a:buFont typeface="Arial"/>
                        <a:buChar char="•"/>
                      </a:pPr>
                      <a:r>
                        <a:rPr lang="ja-JP" sz="1400">
                          <a:latin typeface="Arial"/>
                          <a:ea typeface="Arial"/>
                          <a:cs typeface="Arial"/>
                          <a:sym typeface="Arial"/>
                        </a:rPr>
                        <a:t>利用部門からの問い合わせ対応</a:t>
                      </a:r>
                      <a:endParaRPr sz="1400">
                        <a:latin typeface="Arial"/>
                        <a:ea typeface="Arial"/>
                        <a:cs typeface="Arial"/>
                        <a:sym typeface="Arial"/>
                      </a:endParaRPr>
                    </a:p>
                    <a:p>
                      <a:pPr indent="-144000" lvl="0" marL="144000" marR="0" rtl="0" algn="l">
                        <a:lnSpc>
                          <a:spcPct val="100000"/>
                        </a:lnSpc>
                        <a:spcBef>
                          <a:spcPts val="0"/>
                        </a:spcBef>
                        <a:spcAft>
                          <a:spcPts val="0"/>
                        </a:spcAft>
                        <a:buClr>
                          <a:schemeClr val="dk1"/>
                        </a:buClr>
                        <a:buSzPts val="1400"/>
                        <a:buFont typeface="Arial"/>
                        <a:buChar char="•"/>
                      </a:pPr>
                      <a:r>
                        <a:rPr lang="ja-JP" sz="1400">
                          <a:latin typeface="Arial"/>
                          <a:ea typeface="Arial"/>
                          <a:cs typeface="Arial"/>
                          <a:sym typeface="Arial"/>
                        </a:rPr>
                        <a:t>初期流動で発覚した改善点の対応</a:t>
                      </a:r>
                      <a:endParaRPr sz="1400">
                        <a:latin typeface="Arial"/>
                        <a:ea typeface="Arial"/>
                        <a:cs typeface="Arial"/>
                        <a:sym typeface="Arial"/>
                      </a:endParaRPr>
                    </a:p>
                    <a:p>
                      <a:pPr indent="-144000" lvl="0" marL="144000" marR="0" rtl="0" algn="l">
                        <a:spcBef>
                          <a:spcPts val="0"/>
                        </a:spcBef>
                        <a:spcAft>
                          <a:spcPts val="0"/>
                        </a:spcAft>
                        <a:buClr>
                          <a:schemeClr val="dk1"/>
                        </a:buClr>
                        <a:buSzPts val="1400"/>
                        <a:buFont typeface="Arial"/>
                        <a:buChar char="•"/>
                      </a:pPr>
                      <a:r>
                        <a:rPr lang="ja-JP" sz="1400">
                          <a:latin typeface="Arial"/>
                          <a:ea typeface="Arial"/>
                          <a:cs typeface="Arial"/>
                          <a:sym typeface="Arial"/>
                        </a:rPr>
                        <a:t>プロジェクト完了報告</a:t>
                      </a:r>
                      <a:endParaRPr sz="1400">
                        <a:latin typeface="Arial"/>
                        <a:ea typeface="Arial"/>
                        <a:cs typeface="Arial"/>
                        <a:sym typeface="Arial"/>
                      </a:endParaRPr>
                    </a:p>
                  </a:txBody>
                  <a:tcPr marT="45725" marB="45725" marR="72000" marL="72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55100" lvl="0" marL="144000" marR="0" rtl="0" algn="l">
                        <a:spcBef>
                          <a:spcPts val="0"/>
                        </a:spcBef>
                        <a:spcAft>
                          <a:spcPts val="0"/>
                        </a:spcAft>
                        <a:buClr>
                          <a:schemeClr val="dk1"/>
                        </a:buClr>
                        <a:buSzPts val="1400"/>
                        <a:buFont typeface="Arial"/>
                        <a:buNone/>
                      </a:pPr>
                      <a:r>
                        <a:t/>
                      </a:r>
                      <a:endParaRPr sz="1400">
                        <a:latin typeface="Arial"/>
                        <a:ea typeface="Arial"/>
                        <a:cs typeface="Arial"/>
                        <a:sym typeface="Arial"/>
                      </a:endParaRPr>
                    </a:p>
                  </a:txBody>
                  <a:tcPr marT="45725" marB="45725" marR="72000" marL="72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144000" lvl="0" marL="144000" marR="0" rtl="0" algn="l">
                        <a:spcBef>
                          <a:spcPts val="0"/>
                        </a:spcBef>
                        <a:spcAft>
                          <a:spcPts val="0"/>
                        </a:spcAft>
                        <a:buClr>
                          <a:schemeClr val="dk1"/>
                        </a:buClr>
                        <a:buSzPts val="1400"/>
                        <a:buFont typeface="Arial"/>
                        <a:buChar char="•"/>
                      </a:pPr>
                      <a:r>
                        <a:rPr lang="ja-JP" sz="1400">
                          <a:latin typeface="Arial"/>
                          <a:ea typeface="Arial"/>
                          <a:cs typeface="Arial"/>
                          <a:sym typeface="Arial"/>
                        </a:rPr>
                        <a:t>不具合発覚時の報告</a:t>
                      </a:r>
                      <a:endParaRPr/>
                    </a:p>
                  </a:txBody>
                  <a:tcPr marT="45725" marB="45725" marR="72000" marL="72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144000" lvl="0" marL="144000" marR="0" rtl="0" algn="l">
                        <a:lnSpc>
                          <a:spcPct val="100000"/>
                        </a:lnSpc>
                        <a:spcBef>
                          <a:spcPts val="0"/>
                        </a:spcBef>
                        <a:spcAft>
                          <a:spcPts val="0"/>
                        </a:spcAft>
                        <a:buClr>
                          <a:schemeClr val="dk1"/>
                        </a:buClr>
                        <a:buSzPts val="1400"/>
                        <a:buFont typeface="Arial"/>
                        <a:buChar char="•"/>
                      </a:pPr>
                      <a:r>
                        <a:rPr lang="ja-JP" sz="1400">
                          <a:latin typeface="Arial"/>
                          <a:ea typeface="Arial"/>
                          <a:cs typeface="Arial"/>
                          <a:sym typeface="Arial"/>
                        </a:rPr>
                        <a:t>初期流動で発覚した周辺システムの改善点の対応</a:t>
                      </a:r>
                      <a:endParaRPr sz="1400">
                        <a:latin typeface="Arial"/>
                        <a:ea typeface="Arial"/>
                        <a:cs typeface="Arial"/>
                        <a:sym typeface="Arial"/>
                      </a:endParaRPr>
                    </a:p>
                    <a:p>
                      <a:pPr indent="-55100" lvl="0" marL="144000" marR="0" rtl="0" algn="l">
                        <a:spcBef>
                          <a:spcPts val="0"/>
                        </a:spcBef>
                        <a:spcAft>
                          <a:spcPts val="0"/>
                        </a:spcAft>
                        <a:buClr>
                          <a:schemeClr val="dk1"/>
                        </a:buClr>
                        <a:buSzPts val="1400"/>
                        <a:buFont typeface="Arial"/>
                        <a:buNone/>
                      </a:pPr>
                      <a:r>
                        <a:t/>
                      </a:r>
                      <a:endParaRPr sz="1400">
                        <a:latin typeface="Arial"/>
                        <a:ea typeface="Arial"/>
                        <a:cs typeface="Arial"/>
                        <a:sym typeface="Arial"/>
                      </a:endParaRPr>
                    </a:p>
                  </a:txBody>
                  <a:tcPr marT="45725" marB="45725" marR="72000" marL="72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7" name="Shape 2107"/>
        <p:cNvGrpSpPr/>
        <p:nvPr/>
      </p:nvGrpSpPr>
      <p:grpSpPr>
        <a:xfrm>
          <a:off x="0" y="0"/>
          <a:ext cx="0" cy="0"/>
          <a:chOff x="0" y="0"/>
          <a:chExt cx="0" cy="0"/>
        </a:xfrm>
      </p:grpSpPr>
      <p:sp>
        <p:nvSpPr>
          <p:cNvPr id="2108" name="Google Shape;2108;p55"/>
          <p:cNvSpPr txBox="1"/>
          <p:nvPr>
            <p:ph type="ctrTitle"/>
          </p:nvPr>
        </p:nvSpPr>
        <p:spPr>
          <a:xfrm>
            <a:off x="72000" y="2088000"/>
            <a:ext cx="9000000" cy="2520000"/>
          </a:xfrm>
          <a:prstGeom prst="rect">
            <a:avLst/>
          </a:prstGeom>
          <a:noFill/>
          <a:ln>
            <a:noFill/>
          </a:ln>
        </p:spPr>
        <p:txBody>
          <a:bodyPr anchorCtr="0" anchor="ctr" bIns="45700" lIns="91425" spcFirstLastPara="1" rIns="91425" wrap="square" tIns="45700">
            <a:normAutofit/>
          </a:bodyPr>
          <a:lstStyle/>
          <a:p>
            <a:pPr indent="0" lvl="0" marL="0" rtl="0" algn="ctr">
              <a:lnSpc>
                <a:spcPct val="120000"/>
              </a:lnSpc>
              <a:spcBef>
                <a:spcPts val="0"/>
              </a:spcBef>
              <a:spcAft>
                <a:spcPts val="0"/>
              </a:spcAft>
              <a:buClr>
                <a:schemeClr val="dk1"/>
              </a:buClr>
              <a:buSzPts val="4000"/>
              <a:buFont typeface="Arial"/>
              <a:buNone/>
            </a:pPr>
            <a:r>
              <a:rPr lang="ja-JP"/>
              <a:t>プロジェクト管理</a:t>
            </a:r>
            <a:endParaRPr/>
          </a:p>
        </p:txBody>
      </p:sp>
      <p:sp>
        <p:nvSpPr>
          <p:cNvPr id="2109" name="Google Shape;2109;p55"/>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ja-JP"/>
              <a:t>Copyright© 2020 SystemEXE,Inc. all rights reserved.</a:t>
            </a:r>
            <a:endParaRPr/>
          </a:p>
        </p:txBody>
      </p:sp>
      <p:sp>
        <p:nvSpPr>
          <p:cNvPr id="2110" name="Google Shape;2110;p55"/>
          <p:cNvSpPr txBox="1"/>
          <p:nvPr>
            <p:ph idx="12" type="sldNum"/>
          </p:nvPr>
        </p:nvSpPr>
        <p:spPr>
          <a:xfrm>
            <a:off x="4212000" y="6500068"/>
            <a:ext cx="720000" cy="288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ja-JP"/>
              <a:t>‹#›</a:t>
            </a:fld>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5" name="Shape 2115"/>
        <p:cNvGrpSpPr/>
        <p:nvPr/>
      </p:nvGrpSpPr>
      <p:grpSpPr>
        <a:xfrm>
          <a:off x="0" y="0"/>
          <a:ext cx="0" cy="0"/>
          <a:chOff x="0" y="0"/>
          <a:chExt cx="0" cy="0"/>
        </a:xfrm>
      </p:grpSpPr>
      <p:sp>
        <p:nvSpPr>
          <p:cNvPr id="2116" name="Google Shape;2116;p56"/>
          <p:cNvSpPr txBox="1"/>
          <p:nvPr>
            <p:ph type="title"/>
          </p:nvPr>
        </p:nvSpPr>
        <p:spPr>
          <a:xfrm>
            <a:off x="144000" y="36000"/>
            <a:ext cx="8856000" cy="5760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3000"/>
              <a:buFont typeface="Arial"/>
              <a:buNone/>
            </a:pPr>
            <a:r>
              <a:rPr lang="ja-JP"/>
              <a:t>進捗管理</a:t>
            </a:r>
            <a:endParaRPr/>
          </a:p>
        </p:txBody>
      </p:sp>
      <p:sp>
        <p:nvSpPr>
          <p:cNvPr id="2117" name="Google Shape;2117;p56"/>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ja-JP"/>
              <a:t>Copyright© 2020 SystemEXE,Inc. all rights reserved.</a:t>
            </a:r>
            <a:endParaRPr/>
          </a:p>
        </p:txBody>
      </p:sp>
      <p:sp>
        <p:nvSpPr>
          <p:cNvPr id="2118" name="Google Shape;2118;p56"/>
          <p:cNvSpPr txBox="1"/>
          <p:nvPr>
            <p:ph idx="12" type="sldNum"/>
          </p:nvPr>
        </p:nvSpPr>
        <p:spPr>
          <a:xfrm>
            <a:off x="4212000" y="6500068"/>
            <a:ext cx="720000" cy="288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ja-JP"/>
              <a:t>‹#›</a:t>
            </a:fld>
            <a:endParaRPr/>
          </a:p>
        </p:txBody>
      </p:sp>
      <p:sp>
        <p:nvSpPr>
          <p:cNvPr id="2119" name="Google Shape;2119;p56"/>
          <p:cNvSpPr/>
          <p:nvPr/>
        </p:nvSpPr>
        <p:spPr>
          <a:xfrm>
            <a:off x="1080000" y="864000"/>
            <a:ext cx="7920000" cy="936000"/>
          </a:xfrm>
          <a:prstGeom prst="rect">
            <a:avLst/>
          </a:prstGeom>
          <a:noFill/>
          <a:ln>
            <a:noFill/>
          </a:ln>
        </p:spPr>
        <p:txBody>
          <a:bodyPr anchorCtr="0" anchor="t" bIns="46800" lIns="91425" spcFirstLastPara="1" rIns="91425" wrap="square" tIns="46800">
            <a:noAutofit/>
          </a:bodyPr>
          <a:lstStyle/>
          <a:p>
            <a:pPr indent="0" lvl="0" marL="0" marR="0" rtl="0" algn="l">
              <a:lnSpc>
                <a:spcPct val="120000"/>
              </a:lnSpc>
              <a:spcBef>
                <a:spcPts val="0"/>
              </a:spcBef>
              <a:spcAft>
                <a:spcPts val="0"/>
              </a:spcAft>
              <a:buNone/>
            </a:pPr>
            <a:r>
              <a:rPr lang="ja-JP" sz="1400">
                <a:solidFill>
                  <a:schemeClr val="dk1"/>
                </a:solidFill>
                <a:latin typeface="Arial"/>
                <a:ea typeface="Arial"/>
                <a:cs typeface="Arial"/>
                <a:sym typeface="Arial"/>
              </a:rPr>
              <a:t>プロジェクトの工程を細分化し、それぞれのタスクに対してスケジュールと担当者を明確に定義します。あわせて、進捗管理を見える化しプロジェクトのメンバー全員で共有することで関連するタスクの進捗への影響を考慮しながら進めます。</a:t>
            </a:r>
            <a:endParaRPr sz="1400">
              <a:solidFill>
                <a:schemeClr val="dk1"/>
              </a:solidFill>
              <a:latin typeface="Arial"/>
              <a:ea typeface="Arial"/>
              <a:cs typeface="Arial"/>
              <a:sym typeface="Arial"/>
            </a:endParaRPr>
          </a:p>
        </p:txBody>
      </p:sp>
      <p:sp>
        <p:nvSpPr>
          <p:cNvPr id="2120" name="Google Shape;2120;p56"/>
          <p:cNvSpPr/>
          <p:nvPr/>
        </p:nvSpPr>
        <p:spPr>
          <a:xfrm>
            <a:off x="216000" y="900000"/>
            <a:ext cx="749902" cy="749902"/>
          </a:xfrm>
          <a:prstGeom prst="ellipse">
            <a:avLst/>
          </a:prstGeom>
          <a:solidFill>
            <a:schemeClr val="accent1">
              <a:alpha val="5882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2121" name="Google Shape;2121;p56"/>
          <p:cNvPicPr preferRelativeResize="0"/>
          <p:nvPr/>
        </p:nvPicPr>
        <p:blipFill rotWithShape="1">
          <a:blip r:embed="rId3">
            <a:alphaModFix/>
          </a:blip>
          <a:srcRect b="0" l="0" r="0" t="0"/>
          <a:stretch/>
        </p:blipFill>
        <p:spPr>
          <a:xfrm>
            <a:off x="396000" y="1061328"/>
            <a:ext cx="504000" cy="427245"/>
          </a:xfrm>
          <a:prstGeom prst="rect">
            <a:avLst/>
          </a:prstGeom>
          <a:noFill/>
          <a:ln>
            <a:noFill/>
          </a:ln>
        </p:spPr>
      </p:pic>
      <p:grpSp>
        <p:nvGrpSpPr>
          <p:cNvPr id="2122" name="Google Shape;2122;p56"/>
          <p:cNvGrpSpPr/>
          <p:nvPr/>
        </p:nvGrpSpPr>
        <p:grpSpPr>
          <a:xfrm>
            <a:off x="684000" y="2160000"/>
            <a:ext cx="7776000" cy="3780000"/>
            <a:chOff x="648000" y="2160000"/>
            <a:chExt cx="7776000" cy="3780000"/>
          </a:xfrm>
        </p:grpSpPr>
        <p:sp>
          <p:nvSpPr>
            <p:cNvPr id="2123" name="Google Shape;2123;p56"/>
            <p:cNvSpPr txBox="1"/>
            <p:nvPr/>
          </p:nvSpPr>
          <p:spPr>
            <a:xfrm>
              <a:off x="648000" y="2844000"/>
              <a:ext cx="2304000" cy="309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WBSをもとに担当者・作業の順番・スケジュールを定義します。</a:t>
              </a:r>
              <a:endParaRPr sz="1400">
                <a:solidFill>
                  <a:schemeClr val="dk1"/>
                </a:solidFill>
                <a:latin typeface="Arial"/>
                <a:ea typeface="Arial"/>
                <a:cs typeface="Arial"/>
                <a:sym typeface="Arial"/>
              </a:endParaRPr>
            </a:p>
            <a:p>
              <a:pPr indent="0" lvl="0" marL="0" marR="0" rtl="0" algn="l">
                <a:spcBef>
                  <a:spcPts val="600"/>
                </a:spcBef>
                <a:spcAft>
                  <a:spcPts val="0"/>
                </a:spcAft>
                <a:buNone/>
              </a:pPr>
              <a:r>
                <a:rPr lang="ja-JP" sz="1400">
                  <a:solidFill>
                    <a:schemeClr val="dk1"/>
                  </a:solidFill>
                  <a:latin typeface="Arial"/>
                  <a:ea typeface="Arial"/>
                  <a:cs typeface="Arial"/>
                  <a:sym typeface="Arial"/>
                </a:rPr>
                <a:t>担当者の工程数が実行可能か、作業工程の順番が適切かマイルストーンに間に合うのかなどの検証を漏れなく確実に行います。</a:t>
              </a:r>
              <a:endParaRPr sz="1400">
                <a:solidFill>
                  <a:schemeClr val="dk1"/>
                </a:solidFill>
                <a:latin typeface="Arial"/>
                <a:ea typeface="Arial"/>
                <a:cs typeface="Arial"/>
                <a:sym typeface="Arial"/>
              </a:endParaRPr>
            </a:p>
            <a:p>
              <a:pPr indent="0" lvl="0" marL="0" marR="0" rtl="0" algn="l">
                <a:spcBef>
                  <a:spcPts val="600"/>
                </a:spcBef>
                <a:spcAft>
                  <a:spcPts val="0"/>
                </a:spcAft>
                <a:buNone/>
              </a:pPr>
              <a:r>
                <a:rPr lang="ja-JP" sz="1400">
                  <a:solidFill>
                    <a:schemeClr val="dk1"/>
                  </a:solidFill>
                  <a:latin typeface="Arial"/>
                  <a:ea typeface="Arial"/>
                  <a:cs typeface="Arial"/>
                  <a:sym typeface="Arial"/>
                </a:rPr>
                <a:t>１つのタスクは原則５人日以内の完了としたうえで、ガントチャートにて可視化します。</a:t>
              </a:r>
              <a:endParaRPr sz="1400">
                <a:solidFill>
                  <a:schemeClr val="dk1"/>
                </a:solidFill>
                <a:latin typeface="Arial"/>
                <a:ea typeface="Arial"/>
                <a:cs typeface="Arial"/>
                <a:sym typeface="Arial"/>
              </a:endParaRPr>
            </a:p>
          </p:txBody>
        </p:sp>
        <p:grpSp>
          <p:nvGrpSpPr>
            <p:cNvPr id="2124" name="Google Shape;2124;p56"/>
            <p:cNvGrpSpPr/>
            <p:nvPr/>
          </p:nvGrpSpPr>
          <p:grpSpPr>
            <a:xfrm>
              <a:off x="648000" y="2160000"/>
              <a:ext cx="2699273" cy="540000"/>
              <a:chOff x="264868" y="1846034"/>
              <a:chExt cx="2699273" cy="540000"/>
            </a:xfrm>
          </p:grpSpPr>
          <p:grpSp>
            <p:nvGrpSpPr>
              <p:cNvPr id="2125" name="Google Shape;2125;p56"/>
              <p:cNvGrpSpPr/>
              <p:nvPr/>
            </p:nvGrpSpPr>
            <p:grpSpPr>
              <a:xfrm>
                <a:off x="264868" y="1846034"/>
                <a:ext cx="432000" cy="432000"/>
                <a:chOff x="936727" y="1596367"/>
                <a:chExt cx="432000" cy="432000"/>
              </a:xfrm>
            </p:grpSpPr>
            <p:sp>
              <p:nvSpPr>
                <p:cNvPr id="2126" name="Google Shape;2126;p56"/>
                <p:cNvSpPr/>
                <p:nvPr/>
              </p:nvSpPr>
              <p:spPr>
                <a:xfrm rot="5400000">
                  <a:off x="936727" y="1596367"/>
                  <a:ext cx="432000" cy="432000"/>
                </a:xfrm>
                <a:prstGeom prst="teardrop">
                  <a:avLst>
                    <a:gd fmla="val 100000" name="adj"/>
                  </a:avLst>
                </a:prstGeom>
                <a:solidFill>
                  <a:srgbClr val="DDEAF6"/>
                </a:solidFill>
                <a:ln cap="flat" cmpd="sng" w="76200">
                  <a:solidFill>
                    <a:srgbClr val="BBD6EE"/>
                  </a:solidFill>
                  <a:prstDash val="solid"/>
                  <a:bevel/>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27" name="Google Shape;2127;p56"/>
                <p:cNvSpPr txBox="1"/>
                <p:nvPr/>
              </p:nvSpPr>
              <p:spPr>
                <a:xfrm>
                  <a:off x="1001884" y="1627701"/>
                  <a:ext cx="301686" cy="369332"/>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lang="ja-JP" sz="1800">
                      <a:solidFill>
                        <a:schemeClr val="accent1"/>
                      </a:solidFill>
                      <a:latin typeface="Calibri"/>
                      <a:ea typeface="Calibri"/>
                      <a:cs typeface="Calibri"/>
                      <a:sym typeface="Calibri"/>
                    </a:rPr>
                    <a:t>1</a:t>
                  </a:r>
                  <a:endParaRPr sz="1800">
                    <a:solidFill>
                      <a:schemeClr val="accent1"/>
                    </a:solidFill>
                    <a:latin typeface="Calibri"/>
                    <a:ea typeface="Calibri"/>
                    <a:cs typeface="Calibri"/>
                    <a:sym typeface="Calibri"/>
                  </a:endParaRPr>
                </a:p>
              </p:txBody>
            </p:sp>
          </p:grpSp>
          <p:sp>
            <p:nvSpPr>
              <p:cNvPr id="2128" name="Google Shape;2128;p56"/>
              <p:cNvSpPr txBox="1"/>
              <p:nvPr/>
            </p:nvSpPr>
            <p:spPr>
              <a:xfrm>
                <a:off x="804141" y="1882034"/>
                <a:ext cx="216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4E79"/>
                  </a:buClr>
                  <a:buSzPts val="1600"/>
                  <a:buFont typeface="Arial"/>
                  <a:buNone/>
                </a:pPr>
                <a:r>
                  <a:rPr b="1" lang="ja-JP" sz="1600">
                    <a:solidFill>
                      <a:srgbClr val="1E4E79"/>
                    </a:solidFill>
                    <a:latin typeface="Arial"/>
                    <a:ea typeface="Arial"/>
                    <a:cs typeface="Arial"/>
                    <a:sym typeface="Arial"/>
                  </a:rPr>
                  <a:t>計画</a:t>
                </a:r>
                <a:endParaRPr b="1" sz="1600">
                  <a:solidFill>
                    <a:srgbClr val="1E4E79"/>
                  </a:solidFill>
                  <a:latin typeface="Arial"/>
                  <a:ea typeface="Arial"/>
                  <a:cs typeface="Arial"/>
                  <a:sym typeface="Arial"/>
                </a:endParaRPr>
              </a:p>
            </p:txBody>
          </p:sp>
        </p:grpSp>
        <p:grpSp>
          <p:nvGrpSpPr>
            <p:cNvPr id="2129" name="Google Shape;2129;p56"/>
            <p:cNvGrpSpPr/>
            <p:nvPr/>
          </p:nvGrpSpPr>
          <p:grpSpPr>
            <a:xfrm>
              <a:off x="3024000" y="2160000"/>
              <a:ext cx="5400000" cy="3780000"/>
              <a:chOff x="3248025" y="2160000"/>
              <a:chExt cx="5400000" cy="3780000"/>
            </a:xfrm>
          </p:grpSpPr>
          <p:sp>
            <p:nvSpPr>
              <p:cNvPr id="2130" name="Google Shape;2130;p56"/>
              <p:cNvSpPr txBox="1"/>
              <p:nvPr/>
            </p:nvSpPr>
            <p:spPr>
              <a:xfrm>
                <a:off x="3248025" y="2844000"/>
                <a:ext cx="5400000" cy="309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定例進捗会議を開催し、各工程での進捗状況、品質の傾向、課題とTODOの発生と消化状況、変更要求の発生と消化状況を報告します。</a:t>
                </a:r>
                <a:endParaRPr sz="1400">
                  <a:solidFill>
                    <a:schemeClr val="dk1"/>
                  </a:solidFill>
                  <a:latin typeface="Arial"/>
                  <a:ea typeface="Arial"/>
                  <a:cs typeface="Arial"/>
                  <a:sym typeface="Arial"/>
                </a:endParaRPr>
              </a:p>
              <a:p>
                <a:pPr indent="0" lvl="0" marL="0" marR="0" rtl="0" algn="l">
                  <a:spcBef>
                    <a:spcPts val="600"/>
                  </a:spcBef>
                  <a:spcAft>
                    <a:spcPts val="0"/>
                  </a:spcAft>
                  <a:buNone/>
                </a:pPr>
                <a:r>
                  <a:rPr lang="ja-JP" sz="1400">
                    <a:solidFill>
                      <a:schemeClr val="dk1"/>
                    </a:solidFill>
                    <a:latin typeface="Arial"/>
                    <a:ea typeface="Arial"/>
                    <a:cs typeface="Arial"/>
                    <a:sym typeface="Arial"/>
                  </a:rPr>
                  <a:t>進捗は、定量的に把握できる指標、および定性コメントをもって報告します。予め定義した進捗率を用いて報告予定です。２週間以上の遅延タスクは、個々の遅延原因と対策について報告します。</a:t>
                </a:r>
                <a:endParaRPr sz="1400">
                  <a:solidFill>
                    <a:schemeClr val="dk1"/>
                  </a:solidFill>
                  <a:latin typeface="Arial"/>
                  <a:ea typeface="Arial"/>
                  <a:cs typeface="Arial"/>
                  <a:sym typeface="Arial"/>
                </a:endParaRPr>
              </a:p>
              <a:p>
                <a:pPr indent="0" lvl="0" marL="0" marR="0" rtl="0" algn="l">
                  <a:spcBef>
                    <a:spcPts val="600"/>
                  </a:spcBef>
                  <a:spcAft>
                    <a:spcPts val="0"/>
                  </a:spcAft>
                  <a:buNone/>
                </a:pPr>
                <a:r>
                  <a:rPr lang="ja-JP" sz="1400">
                    <a:solidFill>
                      <a:schemeClr val="dk1"/>
                    </a:solidFill>
                    <a:latin typeface="Arial"/>
                    <a:ea typeface="Arial"/>
                    <a:cs typeface="Arial"/>
                    <a:sym typeface="Arial"/>
                  </a:rPr>
                  <a:t>各工程の終了時には、工程の振り返りを行い、以下の観点で総括を行います。</a:t>
                </a:r>
                <a:endParaRPr sz="1400">
                  <a:solidFill>
                    <a:schemeClr val="dk1"/>
                  </a:solidFill>
                  <a:latin typeface="Arial"/>
                  <a:ea typeface="Arial"/>
                  <a:cs typeface="Arial"/>
                  <a:sym typeface="Arial"/>
                </a:endParaRPr>
              </a:p>
              <a:p>
                <a:pPr indent="-285750" lvl="1" marL="742950" marR="0" rtl="0" algn="l">
                  <a:spcBef>
                    <a:spcPts val="600"/>
                  </a:spcBef>
                  <a:spcAft>
                    <a:spcPts val="0"/>
                  </a:spcAft>
                  <a:buClr>
                    <a:schemeClr val="dk1"/>
                  </a:buClr>
                  <a:buSzPts val="1400"/>
                  <a:buFont typeface="Arial"/>
                  <a:buChar char="•"/>
                </a:pPr>
                <a:r>
                  <a:rPr b="0" i="0" lang="ja-JP" sz="1400" u="none" cap="none" strike="noStrike">
                    <a:solidFill>
                      <a:schemeClr val="dk1"/>
                    </a:solidFill>
                    <a:latin typeface="Arial"/>
                    <a:ea typeface="Arial"/>
                    <a:cs typeface="Arial"/>
                    <a:sym typeface="Arial"/>
                  </a:rPr>
                  <a:t>定量的な結果</a:t>
                </a:r>
                <a:endParaRPr/>
              </a:p>
              <a:p>
                <a:pPr indent="-285750" lvl="1" marL="742950" marR="0" rtl="0" algn="l">
                  <a:spcBef>
                    <a:spcPts val="600"/>
                  </a:spcBef>
                  <a:spcAft>
                    <a:spcPts val="0"/>
                  </a:spcAft>
                  <a:buClr>
                    <a:schemeClr val="dk1"/>
                  </a:buClr>
                  <a:buSzPts val="1400"/>
                  <a:buFont typeface="Arial"/>
                  <a:buChar char="•"/>
                </a:pPr>
                <a:r>
                  <a:rPr b="0" i="0" lang="ja-JP" sz="1400" u="none" cap="none" strike="noStrike">
                    <a:solidFill>
                      <a:schemeClr val="dk1"/>
                    </a:solidFill>
                    <a:latin typeface="Arial"/>
                    <a:ea typeface="Arial"/>
                    <a:cs typeface="Arial"/>
                    <a:sym typeface="Arial"/>
                  </a:rPr>
                  <a:t>開始・計画段階で策定した計画との差異</a:t>
                </a:r>
                <a:br>
                  <a:rPr b="0" i="0" lang="ja-JP" sz="1400" u="none" cap="none" strike="noStrike">
                    <a:solidFill>
                      <a:schemeClr val="dk1"/>
                    </a:solidFill>
                    <a:latin typeface="Arial"/>
                    <a:ea typeface="Arial"/>
                    <a:cs typeface="Arial"/>
                    <a:sym typeface="Arial"/>
                  </a:rPr>
                </a:br>
                <a:r>
                  <a:rPr b="0" i="0" lang="ja-JP" sz="1400" u="none" cap="none" strike="noStrike">
                    <a:solidFill>
                      <a:schemeClr val="dk1"/>
                    </a:solidFill>
                    <a:latin typeface="Arial"/>
                    <a:ea typeface="Arial"/>
                    <a:cs typeface="Arial"/>
                    <a:sym typeface="Arial"/>
                  </a:rPr>
                  <a:t>（定量的、定性的）</a:t>
                </a:r>
                <a:endParaRPr/>
              </a:p>
              <a:p>
                <a:pPr indent="-285750" lvl="1" marL="742950" marR="0" rtl="0" algn="l">
                  <a:spcBef>
                    <a:spcPts val="600"/>
                  </a:spcBef>
                  <a:spcAft>
                    <a:spcPts val="0"/>
                  </a:spcAft>
                  <a:buClr>
                    <a:schemeClr val="dk1"/>
                  </a:buClr>
                  <a:buSzPts val="1400"/>
                  <a:buFont typeface="Arial"/>
                  <a:buChar char="•"/>
                </a:pPr>
                <a:r>
                  <a:rPr b="0" i="0" lang="ja-JP" sz="1400" u="none" cap="none" strike="noStrike">
                    <a:solidFill>
                      <a:schemeClr val="dk1"/>
                    </a:solidFill>
                    <a:latin typeface="Arial"/>
                    <a:ea typeface="Arial"/>
                    <a:cs typeface="Arial"/>
                    <a:sym typeface="Arial"/>
                  </a:rPr>
                  <a:t>総括から分かる課題と対応方法</a:t>
                </a:r>
                <a:endParaRPr/>
              </a:p>
              <a:p>
                <a:pPr indent="0" lvl="0" marL="0" marR="0" rtl="0" algn="l">
                  <a:spcBef>
                    <a:spcPts val="600"/>
                  </a:spcBef>
                  <a:spcAft>
                    <a:spcPts val="0"/>
                  </a:spcAft>
                  <a:buNone/>
                </a:pPr>
                <a:r>
                  <a:t/>
                </a:r>
                <a:endParaRPr sz="1400">
                  <a:solidFill>
                    <a:schemeClr val="dk1"/>
                  </a:solidFill>
                  <a:latin typeface="Arial"/>
                  <a:ea typeface="Arial"/>
                  <a:cs typeface="Arial"/>
                  <a:sym typeface="Arial"/>
                </a:endParaRPr>
              </a:p>
            </p:txBody>
          </p:sp>
          <p:grpSp>
            <p:nvGrpSpPr>
              <p:cNvPr id="2131" name="Google Shape;2131;p56"/>
              <p:cNvGrpSpPr/>
              <p:nvPr/>
            </p:nvGrpSpPr>
            <p:grpSpPr>
              <a:xfrm>
                <a:off x="3248025" y="2160000"/>
                <a:ext cx="2699273" cy="540000"/>
                <a:chOff x="3169302" y="1844579"/>
                <a:chExt cx="2699273" cy="540000"/>
              </a:xfrm>
            </p:grpSpPr>
            <p:grpSp>
              <p:nvGrpSpPr>
                <p:cNvPr id="2132" name="Google Shape;2132;p56"/>
                <p:cNvGrpSpPr/>
                <p:nvPr/>
              </p:nvGrpSpPr>
              <p:grpSpPr>
                <a:xfrm>
                  <a:off x="3169302" y="1844579"/>
                  <a:ext cx="432000" cy="432000"/>
                  <a:chOff x="936727" y="1596367"/>
                  <a:chExt cx="432000" cy="432000"/>
                </a:xfrm>
              </p:grpSpPr>
              <p:sp>
                <p:nvSpPr>
                  <p:cNvPr id="2133" name="Google Shape;2133;p56"/>
                  <p:cNvSpPr/>
                  <p:nvPr/>
                </p:nvSpPr>
                <p:spPr>
                  <a:xfrm rot="5400000">
                    <a:off x="936727" y="1596367"/>
                    <a:ext cx="432000" cy="432000"/>
                  </a:xfrm>
                  <a:prstGeom prst="teardrop">
                    <a:avLst>
                      <a:gd fmla="val 100000" name="adj"/>
                    </a:avLst>
                  </a:prstGeom>
                  <a:solidFill>
                    <a:srgbClr val="DDEAF6"/>
                  </a:solidFill>
                  <a:ln cap="flat" cmpd="sng" w="76200">
                    <a:solidFill>
                      <a:srgbClr val="BBD6EE"/>
                    </a:solidFill>
                    <a:prstDash val="solid"/>
                    <a:bevel/>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34" name="Google Shape;2134;p56"/>
                  <p:cNvSpPr txBox="1"/>
                  <p:nvPr/>
                </p:nvSpPr>
                <p:spPr>
                  <a:xfrm>
                    <a:off x="1001884" y="1627701"/>
                    <a:ext cx="301686" cy="369332"/>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lang="ja-JP" sz="1800">
                        <a:solidFill>
                          <a:schemeClr val="accent1"/>
                        </a:solidFill>
                        <a:latin typeface="Calibri"/>
                        <a:ea typeface="Calibri"/>
                        <a:cs typeface="Calibri"/>
                        <a:sym typeface="Calibri"/>
                      </a:rPr>
                      <a:t>2</a:t>
                    </a:r>
                    <a:endParaRPr sz="1800">
                      <a:solidFill>
                        <a:schemeClr val="accent1"/>
                      </a:solidFill>
                      <a:latin typeface="Calibri"/>
                      <a:ea typeface="Calibri"/>
                      <a:cs typeface="Calibri"/>
                      <a:sym typeface="Calibri"/>
                    </a:endParaRPr>
                  </a:p>
                </p:txBody>
              </p:sp>
            </p:grpSp>
            <p:sp>
              <p:nvSpPr>
                <p:cNvPr id="2135" name="Google Shape;2135;p56"/>
                <p:cNvSpPr txBox="1"/>
                <p:nvPr/>
              </p:nvSpPr>
              <p:spPr>
                <a:xfrm>
                  <a:off x="3708575" y="1880579"/>
                  <a:ext cx="216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4E79"/>
                    </a:buClr>
                    <a:buSzPts val="1600"/>
                    <a:buFont typeface="Arial"/>
                    <a:buNone/>
                  </a:pPr>
                  <a:r>
                    <a:rPr b="1" lang="ja-JP" sz="1600">
                      <a:solidFill>
                        <a:srgbClr val="1E4E79"/>
                      </a:solidFill>
                      <a:latin typeface="Arial"/>
                      <a:ea typeface="Arial"/>
                      <a:cs typeface="Arial"/>
                      <a:sym typeface="Arial"/>
                    </a:rPr>
                    <a:t>貴社への報告</a:t>
                  </a:r>
                  <a:endParaRPr b="1" sz="1600">
                    <a:solidFill>
                      <a:srgbClr val="1E4E79"/>
                    </a:solidFill>
                    <a:latin typeface="Arial"/>
                    <a:ea typeface="Arial"/>
                    <a:cs typeface="Arial"/>
                    <a:sym typeface="Arial"/>
                  </a:endParaRPr>
                </a:p>
              </p:txBody>
            </p:sp>
          </p:grpSp>
        </p:grpSp>
      </p:gr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9" name="Shape 2139"/>
        <p:cNvGrpSpPr/>
        <p:nvPr/>
      </p:nvGrpSpPr>
      <p:grpSpPr>
        <a:xfrm>
          <a:off x="0" y="0"/>
          <a:ext cx="0" cy="0"/>
          <a:chOff x="0" y="0"/>
          <a:chExt cx="0" cy="0"/>
        </a:xfrm>
      </p:grpSpPr>
      <p:sp>
        <p:nvSpPr>
          <p:cNvPr id="2140" name="Google Shape;2140;p57"/>
          <p:cNvSpPr txBox="1"/>
          <p:nvPr>
            <p:ph type="title"/>
          </p:nvPr>
        </p:nvSpPr>
        <p:spPr>
          <a:xfrm>
            <a:off x="144000" y="36000"/>
            <a:ext cx="8856000" cy="5760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3000"/>
              <a:buFont typeface="Arial"/>
              <a:buNone/>
            </a:pPr>
            <a:r>
              <a:rPr lang="ja-JP"/>
              <a:t>課題管理</a:t>
            </a:r>
            <a:endParaRPr/>
          </a:p>
        </p:txBody>
      </p:sp>
      <p:sp>
        <p:nvSpPr>
          <p:cNvPr id="2141" name="Google Shape;2141;p57"/>
          <p:cNvSpPr txBox="1"/>
          <p:nvPr>
            <p:ph idx="1" type="body"/>
          </p:nvPr>
        </p:nvSpPr>
        <p:spPr>
          <a:xfrm>
            <a:off x="648000" y="2160000"/>
            <a:ext cx="7848000" cy="1728000"/>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chemeClr val="dk1"/>
              </a:buClr>
              <a:buSzPts val="1400"/>
              <a:buFont typeface="Noto Sans Symbols"/>
              <a:buChar char="●"/>
            </a:pPr>
            <a:r>
              <a:rPr lang="ja-JP"/>
              <a:t>課題管理表は、チーム内部課題、プロジェクト内部課題、プロジェクト課題に分けて管理し、それぞれ適切なメンバーを招集した会議にて課題解決を行います。</a:t>
            </a:r>
            <a:endParaRPr/>
          </a:p>
          <a:p>
            <a:pPr indent="-228600" lvl="0" marL="228600" rtl="0" algn="l">
              <a:lnSpc>
                <a:spcPct val="100000"/>
              </a:lnSpc>
              <a:spcBef>
                <a:spcPts val="1000"/>
              </a:spcBef>
              <a:spcAft>
                <a:spcPts val="0"/>
              </a:spcAft>
              <a:buClr>
                <a:schemeClr val="dk1"/>
              </a:buClr>
              <a:buSzPts val="1400"/>
              <a:buFont typeface="Noto Sans Symbols"/>
              <a:buChar char="●"/>
            </a:pPr>
            <a:r>
              <a:rPr lang="ja-JP"/>
              <a:t>プロジェクトの課題は、担当者１人で解決可能な単位まで細分化し、担当と期限を設定します。</a:t>
            </a:r>
            <a:endParaRPr/>
          </a:p>
          <a:p>
            <a:pPr indent="-228600" lvl="0" marL="228600" rtl="0" algn="l">
              <a:lnSpc>
                <a:spcPct val="100000"/>
              </a:lnSpc>
              <a:spcBef>
                <a:spcPts val="1000"/>
              </a:spcBef>
              <a:spcAft>
                <a:spcPts val="0"/>
              </a:spcAft>
              <a:buClr>
                <a:schemeClr val="dk1"/>
              </a:buClr>
              <a:buSzPts val="1400"/>
              <a:buFont typeface="Noto Sans Symbols"/>
              <a:buChar char="●"/>
            </a:pPr>
            <a:r>
              <a:rPr lang="ja-JP"/>
              <a:t>課題管理表は、弊社PM/PMOおよびTLにて起票・管理し、解決に向けた推進を行います。</a:t>
            </a:r>
            <a:endParaRPr/>
          </a:p>
        </p:txBody>
      </p:sp>
      <p:sp>
        <p:nvSpPr>
          <p:cNvPr id="2142" name="Google Shape;2142;p57"/>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ja-JP"/>
              <a:t>Copyright© 2020 SystemEXE,Inc. all rights reserved.</a:t>
            </a:r>
            <a:endParaRPr/>
          </a:p>
        </p:txBody>
      </p:sp>
      <p:sp>
        <p:nvSpPr>
          <p:cNvPr id="2143" name="Google Shape;2143;p57"/>
          <p:cNvSpPr txBox="1"/>
          <p:nvPr>
            <p:ph idx="12" type="sldNum"/>
          </p:nvPr>
        </p:nvSpPr>
        <p:spPr>
          <a:xfrm>
            <a:off x="4212000" y="6500068"/>
            <a:ext cx="720000" cy="288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ja-JP"/>
              <a:t>‹#›</a:t>
            </a:fld>
            <a:endParaRPr/>
          </a:p>
        </p:txBody>
      </p:sp>
      <p:sp>
        <p:nvSpPr>
          <p:cNvPr id="2144" name="Google Shape;2144;p57"/>
          <p:cNvSpPr/>
          <p:nvPr/>
        </p:nvSpPr>
        <p:spPr>
          <a:xfrm>
            <a:off x="1080000" y="864000"/>
            <a:ext cx="7920000" cy="936000"/>
          </a:xfrm>
          <a:prstGeom prst="rect">
            <a:avLst/>
          </a:prstGeom>
          <a:noFill/>
          <a:ln>
            <a:noFill/>
          </a:ln>
        </p:spPr>
        <p:txBody>
          <a:bodyPr anchorCtr="0" anchor="t" bIns="46800" lIns="91425" spcFirstLastPara="1" rIns="91425" wrap="square" tIns="46800">
            <a:noAutofit/>
          </a:bodyPr>
          <a:lstStyle/>
          <a:p>
            <a:pPr indent="0" lvl="0" marL="0" marR="0" rtl="0" algn="l">
              <a:lnSpc>
                <a:spcPct val="120000"/>
              </a:lnSpc>
              <a:spcBef>
                <a:spcPts val="0"/>
              </a:spcBef>
              <a:spcAft>
                <a:spcPts val="0"/>
              </a:spcAft>
              <a:buNone/>
            </a:pPr>
            <a:r>
              <a:rPr lang="ja-JP" sz="1400">
                <a:solidFill>
                  <a:schemeClr val="dk1"/>
                </a:solidFill>
                <a:latin typeface="Arial"/>
                <a:ea typeface="Arial"/>
                <a:cs typeface="Arial"/>
                <a:sym typeface="Arial"/>
              </a:rPr>
              <a:t>プロジェクトにて顕在化した事象・問題をあるべき姿にするために解決策を検討・計画し実行します。検討事項が発生した場合は、課題管理表にて管理し、貴社を含めた関係者間での見える化を行います。</a:t>
            </a:r>
            <a:endParaRPr sz="1400">
              <a:solidFill>
                <a:schemeClr val="dk1"/>
              </a:solidFill>
              <a:latin typeface="Arial"/>
              <a:ea typeface="Arial"/>
              <a:cs typeface="Arial"/>
              <a:sym typeface="Arial"/>
            </a:endParaRPr>
          </a:p>
          <a:p>
            <a:pPr indent="0" lvl="0" marL="0" marR="0" rtl="0" algn="l">
              <a:lnSpc>
                <a:spcPct val="120000"/>
              </a:lnSpc>
              <a:spcBef>
                <a:spcPts val="0"/>
              </a:spcBef>
              <a:spcAft>
                <a:spcPts val="0"/>
              </a:spcAft>
              <a:buNone/>
            </a:pPr>
            <a:r>
              <a:t/>
            </a:r>
            <a:endParaRPr sz="1400">
              <a:solidFill>
                <a:schemeClr val="dk1"/>
              </a:solidFill>
              <a:latin typeface="Arial"/>
              <a:ea typeface="Arial"/>
              <a:cs typeface="Arial"/>
              <a:sym typeface="Arial"/>
            </a:endParaRPr>
          </a:p>
        </p:txBody>
      </p:sp>
      <p:sp>
        <p:nvSpPr>
          <p:cNvPr id="2145" name="Google Shape;2145;p57"/>
          <p:cNvSpPr/>
          <p:nvPr/>
        </p:nvSpPr>
        <p:spPr>
          <a:xfrm>
            <a:off x="216000" y="900000"/>
            <a:ext cx="749902" cy="749902"/>
          </a:xfrm>
          <a:prstGeom prst="ellipse">
            <a:avLst/>
          </a:prstGeom>
          <a:solidFill>
            <a:schemeClr val="accent1">
              <a:alpha val="5882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2146" name="Google Shape;2146;p57"/>
          <p:cNvPicPr preferRelativeResize="0"/>
          <p:nvPr/>
        </p:nvPicPr>
        <p:blipFill rotWithShape="1">
          <a:blip r:embed="rId3">
            <a:alphaModFix/>
          </a:blip>
          <a:srcRect b="0" l="0" r="0" t="0"/>
          <a:stretch/>
        </p:blipFill>
        <p:spPr>
          <a:xfrm>
            <a:off x="375887" y="1055594"/>
            <a:ext cx="431376" cy="432000"/>
          </a:xfrm>
          <a:prstGeom prst="rect">
            <a:avLst/>
          </a:prstGeom>
          <a:noFill/>
          <a:ln>
            <a:noFill/>
          </a:ln>
        </p:spPr>
      </p:pic>
      <p:grpSp>
        <p:nvGrpSpPr>
          <p:cNvPr id="2147" name="Google Shape;2147;p57"/>
          <p:cNvGrpSpPr/>
          <p:nvPr/>
        </p:nvGrpSpPr>
        <p:grpSpPr>
          <a:xfrm>
            <a:off x="648000" y="3960000"/>
            <a:ext cx="7848000" cy="1728000"/>
            <a:chOff x="648000" y="4032000"/>
            <a:chExt cx="7848000" cy="1728000"/>
          </a:xfrm>
        </p:grpSpPr>
        <p:sp>
          <p:nvSpPr>
            <p:cNvPr id="2148" name="Google Shape;2148;p57"/>
            <p:cNvSpPr/>
            <p:nvPr/>
          </p:nvSpPr>
          <p:spPr>
            <a:xfrm>
              <a:off x="5976000" y="4248000"/>
              <a:ext cx="2520000" cy="1512000"/>
            </a:xfrm>
            <a:prstGeom prst="roundRect">
              <a:avLst>
                <a:gd fmla="val 4200" name="adj"/>
              </a:avLst>
            </a:prstGeom>
            <a:solidFill>
              <a:srgbClr val="FFF2CC">
                <a:alpha val="49803"/>
              </a:srgbClr>
            </a:solidFill>
            <a:ln cap="flat" cmpd="sng" w="19050">
              <a:solidFill>
                <a:schemeClr val="accent4"/>
              </a:solidFill>
              <a:prstDash val="solid"/>
              <a:miter lim="800000"/>
              <a:headEnd len="sm" w="sm" type="none"/>
              <a:tailEnd len="sm" w="sm" type="none"/>
            </a:ln>
          </p:spPr>
          <p:txBody>
            <a:bodyPr anchorCtr="0" anchor="t" bIns="45700" lIns="72000" spcFirstLastPara="1" rIns="72000" wrap="square" tIns="45700">
              <a:noAutofit/>
            </a:bodyPr>
            <a:lstStyle/>
            <a:p>
              <a:pPr indent="0" lvl="0" marL="0" marR="0" rtl="0" algn="ctr">
                <a:spcBef>
                  <a:spcPts val="0"/>
                </a:spcBef>
                <a:spcAft>
                  <a:spcPts val="0"/>
                </a:spcAft>
                <a:buNone/>
              </a:pPr>
              <a:r>
                <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b="1" lang="ja-JP" sz="1400">
                  <a:solidFill>
                    <a:srgbClr val="1E4E79"/>
                  </a:solidFill>
                  <a:latin typeface="Arial"/>
                  <a:ea typeface="Arial"/>
                  <a:cs typeface="Arial"/>
                  <a:sym typeface="Arial"/>
                </a:rPr>
                <a:t>チーム課題の解決</a:t>
              </a:r>
              <a:endParaRPr b="1" sz="1400">
                <a:solidFill>
                  <a:srgbClr val="1E4E79"/>
                </a:solidFill>
                <a:latin typeface="Arial"/>
                <a:ea typeface="Arial"/>
                <a:cs typeface="Arial"/>
                <a:sym typeface="Arial"/>
              </a:endParaRPr>
            </a:p>
            <a:p>
              <a:pPr indent="0" lvl="0" marL="0" marR="0" rtl="0" algn="ctr">
                <a:spcBef>
                  <a:spcPts val="0"/>
                </a:spcBef>
                <a:spcAft>
                  <a:spcPts val="0"/>
                </a:spcAft>
                <a:buNone/>
              </a:pPr>
              <a:r>
                <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チームリーダー</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チームメンバー</a:t>
              </a:r>
              <a:endParaRPr/>
            </a:p>
          </p:txBody>
        </p:sp>
        <p:sp>
          <p:nvSpPr>
            <p:cNvPr id="2149" name="Google Shape;2149;p57"/>
            <p:cNvSpPr/>
            <p:nvPr/>
          </p:nvSpPr>
          <p:spPr>
            <a:xfrm>
              <a:off x="6120000" y="4032000"/>
              <a:ext cx="2232000" cy="360000"/>
            </a:xfrm>
            <a:prstGeom prst="rect">
              <a:avLst/>
            </a:prstGeom>
            <a:solidFill>
              <a:schemeClr val="accent4"/>
            </a:solidFill>
            <a:ln cap="flat" cmpd="sng" w="190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チーム内部進捗会議</a:t>
              </a:r>
              <a:endParaRPr b="1" sz="1400">
                <a:solidFill>
                  <a:schemeClr val="lt1"/>
                </a:solidFill>
                <a:latin typeface="Arial"/>
                <a:ea typeface="Arial"/>
                <a:cs typeface="Arial"/>
                <a:sym typeface="Arial"/>
              </a:endParaRPr>
            </a:p>
          </p:txBody>
        </p:sp>
        <p:sp>
          <p:nvSpPr>
            <p:cNvPr id="2150" name="Google Shape;2150;p57"/>
            <p:cNvSpPr/>
            <p:nvPr/>
          </p:nvSpPr>
          <p:spPr>
            <a:xfrm>
              <a:off x="3312000" y="4248000"/>
              <a:ext cx="2520000" cy="1512000"/>
            </a:xfrm>
            <a:prstGeom prst="roundRect">
              <a:avLst>
                <a:gd fmla="val 4200" name="adj"/>
              </a:avLst>
            </a:prstGeom>
            <a:solidFill>
              <a:srgbClr val="FBE4D4">
                <a:alpha val="49803"/>
              </a:srgbClr>
            </a:solidFill>
            <a:ln cap="flat" cmpd="sng" w="19050">
              <a:solidFill>
                <a:schemeClr val="accent2"/>
              </a:solidFill>
              <a:prstDash val="solid"/>
              <a:miter lim="800000"/>
              <a:headEnd len="sm" w="sm" type="none"/>
              <a:tailEnd len="sm" w="sm" type="none"/>
            </a:ln>
          </p:spPr>
          <p:txBody>
            <a:bodyPr anchorCtr="0" anchor="t" bIns="45700" lIns="72000" spcFirstLastPara="1" rIns="72000" wrap="square" tIns="45700">
              <a:noAutofit/>
            </a:bodyPr>
            <a:lstStyle/>
            <a:p>
              <a:pPr indent="0" lvl="0" marL="0" marR="0" rtl="0" algn="ctr">
                <a:spcBef>
                  <a:spcPts val="0"/>
                </a:spcBef>
                <a:spcAft>
                  <a:spcPts val="0"/>
                </a:spcAft>
                <a:buNone/>
              </a:pPr>
              <a:r>
                <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b="1" lang="ja-JP" sz="1400">
                  <a:solidFill>
                    <a:srgbClr val="1E4E79"/>
                  </a:solidFill>
                  <a:latin typeface="Arial"/>
                  <a:ea typeface="Arial"/>
                  <a:cs typeface="Arial"/>
                  <a:sym typeface="Arial"/>
                </a:rPr>
                <a:t>プロジェクト内部課題の解決</a:t>
              </a:r>
              <a:endParaRPr b="1" sz="1400">
                <a:solidFill>
                  <a:srgbClr val="1E4E79"/>
                </a:solidFill>
                <a:latin typeface="Arial"/>
                <a:ea typeface="Arial"/>
                <a:cs typeface="Arial"/>
                <a:sym typeface="Arial"/>
              </a:endParaRPr>
            </a:p>
            <a:p>
              <a:pPr indent="0" lvl="0" marL="0" marR="0" rtl="0" algn="ctr">
                <a:spcBef>
                  <a:spcPts val="0"/>
                </a:spcBef>
                <a:spcAft>
                  <a:spcPts val="0"/>
                </a:spcAft>
                <a:buNone/>
              </a:pPr>
              <a:r>
                <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プロジェクトマネージャー</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PMO</a:t>
              </a:r>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チームリーダー</a:t>
              </a:r>
              <a:endParaRPr/>
            </a:p>
          </p:txBody>
        </p:sp>
        <p:sp>
          <p:nvSpPr>
            <p:cNvPr id="2151" name="Google Shape;2151;p57"/>
            <p:cNvSpPr/>
            <p:nvPr/>
          </p:nvSpPr>
          <p:spPr>
            <a:xfrm>
              <a:off x="3456000" y="4032000"/>
              <a:ext cx="2232000" cy="360000"/>
            </a:xfrm>
            <a:prstGeom prst="rect">
              <a:avLst/>
            </a:prstGeom>
            <a:solidFill>
              <a:schemeClr val="accent2"/>
            </a:solidFill>
            <a:ln cap="flat" cmpd="sng" w="190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内部進捗会議</a:t>
              </a:r>
              <a:endParaRPr b="1" sz="1400">
                <a:solidFill>
                  <a:schemeClr val="lt1"/>
                </a:solidFill>
                <a:latin typeface="Arial"/>
                <a:ea typeface="Arial"/>
                <a:cs typeface="Arial"/>
                <a:sym typeface="Arial"/>
              </a:endParaRPr>
            </a:p>
          </p:txBody>
        </p:sp>
        <p:sp>
          <p:nvSpPr>
            <p:cNvPr id="2152" name="Google Shape;2152;p57"/>
            <p:cNvSpPr/>
            <p:nvPr/>
          </p:nvSpPr>
          <p:spPr>
            <a:xfrm>
              <a:off x="648000" y="4248000"/>
              <a:ext cx="2520000" cy="1512000"/>
            </a:xfrm>
            <a:prstGeom prst="roundRect">
              <a:avLst>
                <a:gd fmla="val 4200" name="adj"/>
              </a:avLst>
            </a:prstGeom>
            <a:solidFill>
              <a:srgbClr val="DDEAF6">
                <a:alpha val="49803"/>
              </a:srgbClr>
            </a:solidFill>
            <a:ln cap="flat" cmpd="sng" w="19050">
              <a:solidFill>
                <a:schemeClr val="accent1"/>
              </a:solidFill>
              <a:prstDash val="solid"/>
              <a:miter lim="800000"/>
              <a:headEnd len="sm" w="sm" type="none"/>
              <a:tailEnd len="sm" w="sm" type="none"/>
            </a:ln>
          </p:spPr>
          <p:txBody>
            <a:bodyPr anchorCtr="0" anchor="t" bIns="45700" lIns="72000" spcFirstLastPara="1" rIns="72000" wrap="square" tIns="45700">
              <a:noAutofit/>
            </a:bodyPr>
            <a:lstStyle/>
            <a:p>
              <a:pPr indent="0" lvl="0" marL="0" marR="0" rtl="0" algn="ctr">
                <a:spcBef>
                  <a:spcPts val="0"/>
                </a:spcBef>
                <a:spcAft>
                  <a:spcPts val="0"/>
                </a:spcAft>
                <a:buNone/>
              </a:pPr>
              <a:r>
                <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b="1" lang="ja-JP" sz="1400">
                  <a:solidFill>
                    <a:srgbClr val="1E4E79"/>
                  </a:solidFill>
                  <a:latin typeface="Arial"/>
                  <a:ea typeface="Arial"/>
                  <a:cs typeface="Arial"/>
                  <a:sym typeface="Arial"/>
                </a:rPr>
                <a:t>プロジェクト課題の解決</a:t>
              </a:r>
              <a:endParaRPr b="1" sz="1400">
                <a:solidFill>
                  <a:srgbClr val="1E4E79"/>
                </a:solidFill>
                <a:latin typeface="Arial"/>
                <a:ea typeface="Arial"/>
                <a:cs typeface="Arial"/>
                <a:sym typeface="Arial"/>
              </a:endParaRPr>
            </a:p>
            <a:p>
              <a:pPr indent="0" lvl="0" marL="0" marR="0" rtl="0" algn="ctr">
                <a:spcBef>
                  <a:spcPts val="0"/>
                </a:spcBef>
                <a:spcAft>
                  <a:spcPts val="0"/>
                </a:spcAft>
                <a:buNone/>
              </a:pPr>
              <a:r>
                <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貴社担当者</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プロジェクトマネージャー</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PMO</a:t>
              </a:r>
              <a:endParaRPr sz="1400">
                <a:solidFill>
                  <a:schemeClr val="dk1"/>
                </a:solidFill>
                <a:latin typeface="Arial"/>
                <a:ea typeface="Arial"/>
                <a:cs typeface="Arial"/>
                <a:sym typeface="Arial"/>
              </a:endParaRPr>
            </a:p>
          </p:txBody>
        </p:sp>
        <p:sp>
          <p:nvSpPr>
            <p:cNvPr id="2153" name="Google Shape;2153;p57"/>
            <p:cNvSpPr/>
            <p:nvPr/>
          </p:nvSpPr>
          <p:spPr>
            <a:xfrm>
              <a:off x="792000" y="4032000"/>
              <a:ext cx="2232000" cy="360000"/>
            </a:xfrm>
            <a:prstGeom prst="rect">
              <a:avLst/>
            </a:prstGeom>
            <a:solidFill>
              <a:schemeClr val="accent1"/>
            </a:solidFill>
            <a:ln cap="flat" cmpd="sng" w="190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進捗会議</a:t>
              </a:r>
              <a:endParaRPr b="1" sz="1400">
                <a:solidFill>
                  <a:schemeClr val="lt1"/>
                </a:solidFill>
                <a:latin typeface="Arial"/>
                <a:ea typeface="Arial"/>
                <a:cs typeface="Arial"/>
                <a:sym typeface="Arial"/>
              </a:endParaRPr>
            </a:p>
          </p:txBody>
        </p:sp>
      </p:gr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7" name="Shape 2157"/>
        <p:cNvGrpSpPr/>
        <p:nvPr/>
      </p:nvGrpSpPr>
      <p:grpSpPr>
        <a:xfrm>
          <a:off x="0" y="0"/>
          <a:ext cx="0" cy="0"/>
          <a:chOff x="0" y="0"/>
          <a:chExt cx="0" cy="0"/>
        </a:xfrm>
      </p:grpSpPr>
      <p:sp>
        <p:nvSpPr>
          <p:cNvPr id="2158" name="Google Shape;2158;p58"/>
          <p:cNvSpPr txBox="1"/>
          <p:nvPr>
            <p:ph type="title"/>
          </p:nvPr>
        </p:nvSpPr>
        <p:spPr>
          <a:xfrm>
            <a:off x="144000" y="36000"/>
            <a:ext cx="8856000" cy="5760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3000"/>
              <a:buFont typeface="Arial"/>
              <a:buNone/>
            </a:pPr>
            <a:r>
              <a:rPr lang="ja-JP"/>
              <a:t>リスク管理</a:t>
            </a:r>
            <a:endParaRPr/>
          </a:p>
        </p:txBody>
      </p:sp>
      <p:sp>
        <p:nvSpPr>
          <p:cNvPr id="2159" name="Google Shape;2159;p58"/>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ja-JP"/>
              <a:t>Copyright© 2020 SystemEXE,Inc. all rights reserved.</a:t>
            </a:r>
            <a:endParaRPr/>
          </a:p>
        </p:txBody>
      </p:sp>
      <p:sp>
        <p:nvSpPr>
          <p:cNvPr id="2160" name="Google Shape;2160;p58"/>
          <p:cNvSpPr txBox="1"/>
          <p:nvPr>
            <p:ph idx="12" type="sldNum"/>
          </p:nvPr>
        </p:nvSpPr>
        <p:spPr>
          <a:xfrm>
            <a:off x="4212000" y="6500068"/>
            <a:ext cx="720000" cy="288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ja-JP"/>
              <a:t>‹#›</a:t>
            </a:fld>
            <a:endParaRPr/>
          </a:p>
        </p:txBody>
      </p:sp>
      <p:sp>
        <p:nvSpPr>
          <p:cNvPr id="2161" name="Google Shape;2161;p58"/>
          <p:cNvSpPr/>
          <p:nvPr/>
        </p:nvSpPr>
        <p:spPr>
          <a:xfrm>
            <a:off x="1080000" y="864000"/>
            <a:ext cx="7920000" cy="936000"/>
          </a:xfrm>
          <a:prstGeom prst="rect">
            <a:avLst/>
          </a:prstGeom>
          <a:noFill/>
          <a:ln>
            <a:noFill/>
          </a:ln>
        </p:spPr>
        <p:txBody>
          <a:bodyPr anchorCtr="0" anchor="t" bIns="46800" lIns="91425" spcFirstLastPara="1" rIns="91425" wrap="square" tIns="46800">
            <a:noAutofit/>
          </a:bodyPr>
          <a:lstStyle/>
          <a:p>
            <a:pPr indent="0" lvl="0" marL="0" marR="0" rtl="0" algn="l">
              <a:lnSpc>
                <a:spcPct val="120000"/>
              </a:lnSpc>
              <a:spcBef>
                <a:spcPts val="0"/>
              </a:spcBef>
              <a:spcAft>
                <a:spcPts val="0"/>
              </a:spcAft>
              <a:buNone/>
            </a:pPr>
            <a:r>
              <a:rPr lang="ja-JP" sz="1400">
                <a:solidFill>
                  <a:schemeClr val="dk1"/>
                </a:solidFill>
                <a:latin typeface="Arial"/>
                <a:ea typeface="Arial"/>
                <a:cs typeface="Arial"/>
                <a:sym typeface="Arial"/>
              </a:rPr>
              <a:t>プロジェクトにおけるリスクを洗い出し、リスクごとに発生確率と影響を把握します。リスクが顕在化した場合のプロジェクトが受ける影響を最小限にする対策を講じ、リスクが顕在化していないかを常に監視します。リスクが顕在化した場合には、対策を実行します。</a:t>
            </a:r>
            <a:endParaRPr sz="1400">
              <a:solidFill>
                <a:schemeClr val="dk1"/>
              </a:solidFill>
              <a:latin typeface="Arial"/>
              <a:ea typeface="Arial"/>
              <a:cs typeface="Arial"/>
              <a:sym typeface="Arial"/>
            </a:endParaRPr>
          </a:p>
        </p:txBody>
      </p:sp>
      <p:sp>
        <p:nvSpPr>
          <p:cNvPr id="2162" name="Google Shape;2162;p58"/>
          <p:cNvSpPr/>
          <p:nvPr/>
        </p:nvSpPr>
        <p:spPr>
          <a:xfrm>
            <a:off x="216000" y="900000"/>
            <a:ext cx="749902" cy="749902"/>
          </a:xfrm>
          <a:prstGeom prst="ellipse">
            <a:avLst/>
          </a:prstGeom>
          <a:solidFill>
            <a:schemeClr val="accent1">
              <a:alpha val="5882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2163" name="Google Shape;2163;p58"/>
          <p:cNvPicPr preferRelativeResize="0"/>
          <p:nvPr/>
        </p:nvPicPr>
        <p:blipFill rotWithShape="1">
          <a:blip r:embed="rId3">
            <a:alphaModFix/>
          </a:blip>
          <a:srcRect b="0" l="0" r="0" t="0"/>
          <a:stretch/>
        </p:blipFill>
        <p:spPr>
          <a:xfrm>
            <a:off x="302951" y="1110476"/>
            <a:ext cx="576000" cy="328949"/>
          </a:xfrm>
          <a:prstGeom prst="rect">
            <a:avLst/>
          </a:prstGeom>
          <a:noFill/>
          <a:ln>
            <a:noFill/>
          </a:ln>
        </p:spPr>
      </p:pic>
      <p:grpSp>
        <p:nvGrpSpPr>
          <p:cNvPr id="2164" name="Google Shape;2164;p58"/>
          <p:cNvGrpSpPr/>
          <p:nvPr/>
        </p:nvGrpSpPr>
        <p:grpSpPr>
          <a:xfrm>
            <a:off x="648000" y="2124000"/>
            <a:ext cx="7847999" cy="792000"/>
            <a:chOff x="648000" y="3240000"/>
            <a:chExt cx="7847999" cy="792000"/>
          </a:xfrm>
        </p:grpSpPr>
        <p:cxnSp>
          <p:nvCxnSpPr>
            <p:cNvPr id="2165" name="Google Shape;2165;p58"/>
            <p:cNvCxnSpPr/>
            <p:nvPr/>
          </p:nvCxnSpPr>
          <p:spPr>
            <a:xfrm>
              <a:off x="2196000" y="3240000"/>
              <a:ext cx="0" cy="792000"/>
            </a:xfrm>
            <a:prstGeom prst="straightConnector1">
              <a:avLst/>
            </a:prstGeom>
            <a:noFill/>
            <a:ln cap="flat" cmpd="sng" w="38100">
              <a:solidFill>
                <a:schemeClr val="accent1"/>
              </a:solidFill>
              <a:prstDash val="solid"/>
              <a:miter lim="800000"/>
              <a:headEnd len="sm" w="sm" type="none"/>
              <a:tailEnd len="sm" w="sm" type="none"/>
            </a:ln>
          </p:spPr>
        </p:cxnSp>
        <p:sp>
          <p:nvSpPr>
            <p:cNvPr id="2166" name="Google Shape;2166;p58"/>
            <p:cNvSpPr txBox="1"/>
            <p:nvPr/>
          </p:nvSpPr>
          <p:spPr>
            <a:xfrm>
              <a:off x="648000" y="3240000"/>
              <a:ext cx="1512000" cy="756000"/>
            </a:xfrm>
            <a:prstGeom prst="rect">
              <a:avLst/>
            </a:prstGeom>
            <a:noFill/>
            <a:ln>
              <a:noFill/>
            </a:ln>
          </p:spPr>
          <p:txBody>
            <a:bodyPr anchorCtr="0" anchor="ctr" bIns="45700" lIns="108000" spcFirstLastPara="1" rIns="108000" wrap="square" tIns="45700">
              <a:noAutofit/>
            </a:bodyPr>
            <a:lstStyle/>
            <a:p>
              <a:pPr indent="0" lvl="0" marL="0" marR="0" rtl="0" algn="r">
                <a:spcBef>
                  <a:spcPts val="0"/>
                </a:spcBef>
                <a:spcAft>
                  <a:spcPts val="0"/>
                </a:spcAft>
                <a:buNone/>
              </a:pPr>
              <a:r>
                <a:rPr b="1" lang="ja-JP" sz="1600">
                  <a:solidFill>
                    <a:srgbClr val="1E4E79"/>
                  </a:solidFill>
                  <a:latin typeface="Arial"/>
                  <a:ea typeface="Arial"/>
                  <a:cs typeface="Arial"/>
                  <a:sym typeface="Arial"/>
                </a:rPr>
                <a:t>リスクの識別</a:t>
              </a:r>
              <a:endParaRPr b="1" sz="1600">
                <a:solidFill>
                  <a:srgbClr val="1E4E79"/>
                </a:solidFill>
                <a:latin typeface="Arial"/>
                <a:ea typeface="Arial"/>
                <a:cs typeface="Arial"/>
                <a:sym typeface="Arial"/>
              </a:endParaRPr>
            </a:p>
          </p:txBody>
        </p:sp>
        <p:sp>
          <p:nvSpPr>
            <p:cNvPr id="2167" name="Google Shape;2167;p58"/>
            <p:cNvSpPr txBox="1"/>
            <p:nvPr/>
          </p:nvSpPr>
          <p:spPr>
            <a:xfrm>
              <a:off x="2231999" y="3240000"/>
              <a:ext cx="6264000" cy="792000"/>
            </a:xfrm>
            <a:prstGeom prst="rect">
              <a:avLst/>
            </a:prstGeom>
            <a:noFill/>
            <a:ln>
              <a:noFill/>
            </a:ln>
          </p:spPr>
          <p:txBody>
            <a:bodyPr anchorCtr="0" anchor="ctr" bIns="45700" lIns="108000" spcFirstLastPara="1" rIns="108000" wrap="square" tIns="45700">
              <a:no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プロジェクトの立ち上げ時、進捗評価時、およびその他重大な意思決定をする場合にリスクを識別し、リスク管理表に記述します。</a:t>
              </a:r>
              <a:endParaRPr sz="1400">
                <a:solidFill>
                  <a:schemeClr val="dk1"/>
                </a:solidFill>
                <a:latin typeface="Arial"/>
                <a:ea typeface="Arial"/>
                <a:cs typeface="Arial"/>
                <a:sym typeface="Arial"/>
              </a:endParaRPr>
            </a:p>
          </p:txBody>
        </p:sp>
      </p:grpSp>
      <p:grpSp>
        <p:nvGrpSpPr>
          <p:cNvPr id="2168" name="Google Shape;2168;p58"/>
          <p:cNvGrpSpPr/>
          <p:nvPr/>
        </p:nvGrpSpPr>
        <p:grpSpPr>
          <a:xfrm>
            <a:off x="648000" y="3096000"/>
            <a:ext cx="7847999" cy="792000"/>
            <a:chOff x="648000" y="3240000"/>
            <a:chExt cx="7847999" cy="792000"/>
          </a:xfrm>
        </p:grpSpPr>
        <p:cxnSp>
          <p:nvCxnSpPr>
            <p:cNvPr id="2169" name="Google Shape;2169;p58"/>
            <p:cNvCxnSpPr/>
            <p:nvPr/>
          </p:nvCxnSpPr>
          <p:spPr>
            <a:xfrm>
              <a:off x="2196000" y="3240000"/>
              <a:ext cx="0" cy="792000"/>
            </a:xfrm>
            <a:prstGeom prst="straightConnector1">
              <a:avLst/>
            </a:prstGeom>
            <a:noFill/>
            <a:ln cap="flat" cmpd="sng" w="38100">
              <a:solidFill>
                <a:schemeClr val="accent1"/>
              </a:solidFill>
              <a:prstDash val="solid"/>
              <a:miter lim="800000"/>
              <a:headEnd len="sm" w="sm" type="none"/>
              <a:tailEnd len="sm" w="sm" type="none"/>
            </a:ln>
          </p:spPr>
        </p:cxnSp>
        <p:sp>
          <p:nvSpPr>
            <p:cNvPr id="2170" name="Google Shape;2170;p58"/>
            <p:cNvSpPr txBox="1"/>
            <p:nvPr/>
          </p:nvSpPr>
          <p:spPr>
            <a:xfrm>
              <a:off x="648000" y="3240000"/>
              <a:ext cx="1512000" cy="756000"/>
            </a:xfrm>
            <a:prstGeom prst="rect">
              <a:avLst/>
            </a:prstGeom>
            <a:noFill/>
            <a:ln>
              <a:noFill/>
            </a:ln>
          </p:spPr>
          <p:txBody>
            <a:bodyPr anchorCtr="0" anchor="ctr" bIns="45700" lIns="108000" spcFirstLastPara="1" rIns="108000" wrap="square" tIns="45700">
              <a:noAutofit/>
            </a:bodyPr>
            <a:lstStyle/>
            <a:p>
              <a:pPr indent="0" lvl="0" marL="0" marR="0" rtl="0" algn="r">
                <a:spcBef>
                  <a:spcPts val="0"/>
                </a:spcBef>
                <a:spcAft>
                  <a:spcPts val="0"/>
                </a:spcAft>
                <a:buNone/>
              </a:pPr>
              <a:r>
                <a:rPr b="1" lang="ja-JP" sz="1600">
                  <a:solidFill>
                    <a:srgbClr val="1E4E79"/>
                  </a:solidFill>
                  <a:latin typeface="Arial"/>
                  <a:ea typeface="Arial"/>
                  <a:cs typeface="Arial"/>
                  <a:sym typeface="Arial"/>
                </a:rPr>
                <a:t>リスクの分析</a:t>
              </a:r>
              <a:endParaRPr b="1" sz="1600">
                <a:solidFill>
                  <a:srgbClr val="1E4E79"/>
                </a:solidFill>
                <a:latin typeface="Arial"/>
                <a:ea typeface="Arial"/>
                <a:cs typeface="Arial"/>
                <a:sym typeface="Arial"/>
              </a:endParaRPr>
            </a:p>
          </p:txBody>
        </p:sp>
        <p:sp>
          <p:nvSpPr>
            <p:cNvPr id="2171" name="Google Shape;2171;p58"/>
            <p:cNvSpPr txBox="1"/>
            <p:nvPr/>
          </p:nvSpPr>
          <p:spPr>
            <a:xfrm>
              <a:off x="2231999" y="3240000"/>
              <a:ext cx="6264000" cy="792000"/>
            </a:xfrm>
            <a:prstGeom prst="rect">
              <a:avLst/>
            </a:prstGeom>
            <a:noFill/>
            <a:ln>
              <a:noFill/>
            </a:ln>
          </p:spPr>
          <p:txBody>
            <a:bodyPr anchorCtr="0" anchor="ctr" bIns="45700" lIns="108000" spcFirstLastPara="1" rIns="108000" wrap="square" tIns="45700">
              <a:no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リスクが顕在化した際の「影響の大きさ」と「発生確率」をひとつひとつ特定し、両方を掛け合わせた結果を物差しに、それぞれのリスクがどのくらい重大なものかを比較できるようにします。</a:t>
              </a:r>
              <a:endParaRPr sz="1400">
                <a:solidFill>
                  <a:schemeClr val="dk1"/>
                </a:solidFill>
                <a:latin typeface="Arial"/>
                <a:ea typeface="Arial"/>
                <a:cs typeface="Arial"/>
                <a:sym typeface="Arial"/>
              </a:endParaRPr>
            </a:p>
          </p:txBody>
        </p:sp>
      </p:grpSp>
      <p:grpSp>
        <p:nvGrpSpPr>
          <p:cNvPr id="2172" name="Google Shape;2172;p58"/>
          <p:cNvGrpSpPr/>
          <p:nvPr/>
        </p:nvGrpSpPr>
        <p:grpSpPr>
          <a:xfrm>
            <a:off x="648000" y="4068000"/>
            <a:ext cx="7847999" cy="792000"/>
            <a:chOff x="648000" y="3240000"/>
            <a:chExt cx="7847999" cy="792000"/>
          </a:xfrm>
        </p:grpSpPr>
        <p:cxnSp>
          <p:nvCxnSpPr>
            <p:cNvPr id="2173" name="Google Shape;2173;p58"/>
            <p:cNvCxnSpPr/>
            <p:nvPr/>
          </p:nvCxnSpPr>
          <p:spPr>
            <a:xfrm>
              <a:off x="2196000" y="3240000"/>
              <a:ext cx="0" cy="792000"/>
            </a:xfrm>
            <a:prstGeom prst="straightConnector1">
              <a:avLst/>
            </a:prstGeom>
            <a:noFill/>
            <a:ln cap="flat" cmpd="sng" w="38100">
              <a:solidFill>
                <a:schemeClr val="accent1"/>
              </a:solidFill>
              <a:prstDash val="solid"/>
              <a:miter lim="800000"/>
              <a:headEnd len="sm" w="sm" type="none"/>
              <a:tailEnd len="sm" w="sm" type="none"/>
            </a:ln>
          </p:spPr>
        </p:cxnSp>
        <p:sp>
          <p:nvSpPr>
            <p:cNvPr id="2174" name="Google Shape;2174;p58"/>
            <p:cNvSpPr txBox="1"/>
            <p:nvPr/>
          </p:nvSpPr>
          <p:spPr>
            <a:xfrm>
              <a:off x="648000" y="3240000"/>
              <a:ext cx="1512000" cy="756000"/>
            </a:xfrm>
            <a:prstGeom prst="rect">
              <a:avLst/>
            </a:prstGeom>
            <a:noFill/>
            <a:ln>
              <a:noFill/>
            </a:ln>
          </p:spPr>
          <p:txBody>
            <a:bodyPr anchorCtr="0" anchor="ctr" bIns="45700" lIns="108000" spcFirstLastPara="1" rIns="108000" wrap="square" tIns="45700">
              <a:noAutofit/>
            </a:bodyPr>
            <a:lstStyle/>
            <a:p>
              <a:pPr indent="0" lvl="0" marL="0" marR="0" rtl="0" algn="r">
                <a:spcBef>
                  <a:spcPts val="0"/>
                </a:spcBef>
                <a:spcAft>
                  <a:spcPts val="0"/>
                </a:spcAft>
                <a:buNone/>
              </a:pPr>
              <a:r>
                <a:rPr b="1" lang="ja-JP" sz="1600">
                  <a:solidFill>
                    <a:srgbClr val="1E4E79"/>
                  </a:solidFill>
                  <a:latin typeface="Arial"/>
                  <a:ea typeface="Arial"/>
                  <a:cs typeface="Arial"/>
                  <a:sym typeface="Arial"/>
                </a:rPr>
                <a:t>リスクの評価</a:t>
              </a:r>
              <a:endParaRPr b="1" sz="1600">
                <a:solidFill>
                  <a:srgbClr val="1E4E79"/>
                </a:solidFill>
                <a:latin typeface="Arial"/>
                <a:ea typeface="Arial"/>
                <a:cs typeface="Arial"/>
                <a:sym typeface="Arial"/>
              </a:endParaRPr>
            </a:p>
          </p:txBody>
        </p:sp>
        <p:sp>
          <p:nvSpPr>
            <p:cNvPr id="2175" name="Google Shape;2175;p58"/>
            <p:cNvSpPr txBox="1"/>
            <p:nvPr/>
          </p:nvSpPr>
          <p:spPr>
            <a:xfrm>
              <a:off x="2231999" y="3240000"/>
              <a:ext cx="6264000" cy="792000"/>
            </a:xfrm>
            <a:prstGeom prst="rect">
              <a:avLst/>
            </a:prstGeom>
            <a:noFill/>
            <a:ln>
              <a:noFill/>
            </a:ln>
          </p:spPr>
          <p:txBody>
            <a:bodyPr anchorCtr="0" anchor="ctr" bIns="45700" lIns="108000" spcFirstLastPara="1" rIns="108000" wrap="square" tIns="45700">
              <a:no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個々のリスク分析の結果を一覧として可視化します。「影響の大きさ」をx軸、「発生確率」をy軸にとって、リスク分析の結果に従って個々のリスクをマップ上にプロットしていきます。これにより、影響度が大きく、発生確率も高い重大なリスクがどれかが誰の目にも明らかになります。</a:t>
              </a:r>
              <a:endParaRPr sz="1400">
                <a:solidFill>
                  <a:schemeClr val="dk1"/>
                </a:solidFill>
                <a:latin typeface="Arial"/>
                <a:ea typeface="Arial"/>
                <a:cs typeface="Arial"/>
                <a:sym typeface="Arial"/>
              </a:endParaRPr>
            </a:p>
          </p:txBody>
        </p:sp>
      </p:grpSp>
      <p:grpSp>
        <p:nvGrpSpPr>
          <p:cNvPr id="2176" name="Google Shape;2176;p58"/>
          <p:cNvGrpSpPr/>
          <p:nvPr/>
        </p:nvGrpSpPr>
        <p:grpSpPr>
          <a:xfrm>
            <a:off x="648000" y="5040000"/>
            <a:ext cx="7847999" cy="792000"/>
            <a:chOff x="648000" y="3240000"/>
            <a:chExt cx="7847999" cy="792000"/>
          </a:xfrm>
        </p:grpSpPr>
        <p:cxnSp>
          <p:nvCxnSpPr>
            <p:cNvPr id="2177" name="Google Shape;2177;p58"/>
            <p:cNvCxnSpPr/>
            <p:nvPr/>
          </p:nvCxnSpPr>
          <p:spPr>
            <a:xfrm>
              <a:off x="2196000" y="3240000"/>
              <a:ext cx="0" cy="792000"/>
            </a:xfrm>
            <a:prstGeom prst="straightConnector1">
              <a:avLst/>
            </a:prstGeom>
            <a:noFill/>
            <a:ln cap="flat" cmpd="sng" w="38100">
              <a:solidFill>
                <a:schemeClr val="accent1"/>
              </a:solidFill>
              <a:prstDash val="solid"/>
              <a:miter lim="800000"/>
              <a:headEnd len="sm" w="sm" type="none"/>
              <a:tailEnd len="sm" w="sm" type="none"/>
            </a:ln>
          </p:spPr>
        </p:cxnSp>
        <p:sp>
          <p:nvSpPr>
            <p:cNvPr id="2178" name="Google Shape;2178;p58"/>
            <p:cNvSpPr txBox="1"/>
            <p:nvPr/>
          </p:nvSpPr>
          <p:spPr>
            <a:xfrm>
              <a:off x="648000" y="3240000"/>
              <a:ext cx="1512000" cy="756000"/>
            </a:xfrm>
            <a:prstGeom prst="rect">
              <a:avLst/>
            </a:prstGeom>
            <a:noFill/>
            <a:ln>
              <a:noFill/>
            </a:ln>
          </p:spPr>
          <p:txBody>
            <a:bodyPr anchorCtr="0" anchor="ctr" bIns="45700" lIns="108000" spcFirstLastPara="1" rIns="108000" wrap="square" tIns="45700">
              <a:noAutofit/>
            </a:bodyPr>
            <a:lstStyle/>
            <a:p>
              <a:pPr indent="0" lvl="0" marL="0" marR="0" rtl="0" algn="r">
                <a:spcBef>
                  <a:spcPts val="0"/>
                </a:spcBef>
                <a:spcAft>
                  <a:spcPts val="0"/>
                </a:spcAft>
                <a:buNone/>
              </a:pPr>
              <a:r>
                <a:rPr b="1" lang="ja-JP" sz="1600">
                  <a:solidFill>
                    <a:srgbClr val="1E4E79"/>
                  </a:solidFill>
                  <a:latin typeface="Arial"/>
                  <a:ea typeface="Arial"/>
                  <a:cs typeface="Arial"/>
                  <a:sym typeface="Arial"/>
                </a:rPr>
                <a:t>リスクの対応</a:t>
              </a:r>
              <a:endParaRPr b="1" sz="1600">
                <a:solidFill>
                  <a:srgbClr val="1E4E79"/>
                </a:solidFill>
                <a:latin typeface="Arial"/>
                <a:ea typeface="Arial"/>
                <a:cs typeface="Arial"/>
                <a:sym typeface="Arial"/>
              </a:endParaRPr>
            </a:p>
          </p:txBody>
        </p:sp>
        <p:sp>
          <p:nvSpPr>
            <p:cNvPr id="2179" name="Google Shape;2179;p58"/>
            <p:cNvSpPr txBox="1"/>
            <p:nvPr/>
          </p:nvSpPr>
          <p:spPr>
            <a:xfrm>
              <a:off x="2231999" y="3240000"/>
              <a:ext cx="6264000" cy="792000"/>
            </a:xfrm>
            <a:prstGeom prst="rect">
              <a:avLst/>
            </a:prstGeom>
            <a:noFill/>
            <a:ln>
              <a:noFill/>
            </a:ln>
          </p:spPr>
          <p:txBody>
            <a:bodyPr anchorCtr="0" anchor="ctr" bIns="45700" lIns="108000" spcFirstLastPara="1" rIns="108000" wrap="square" tIns="45700">
              <a:no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具体的な対応策を考えていきます。代表的な対応策として４つの選択肢は、軽減・移転・許容・回避となり、これらの対応策は、その決定理由とともにリスク管理表に記録します。</a:t>
              </a:r>
              <a:endParaRPr sz="1400">
                <a:solidFill>
                  <a:schemeClr val="dk1"/>
                </a:solidFill>
                <a:latin typeface="Arial"/>
                <a:ea typeface="Arial"/>
                <a:cs typeface="Arial"/>
                <a:sym typeface="Arial"/>
              </a:endParaRPr>
            </a:p>
          </p:txBody>
        </p:sp>
      </p:gr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3" name="Shape 2183"/>
        <p:cNvGrpSpPr/>
        <p:nvPr/>
      </p:nvGrpSpPr>
      <p:grpSpPr>
        <a:xfrm>
          <a:off x="0" y="0"/>
          <a:ext cx="0" cy="0"/>
          <a:chOff x="0" y="0"/>
          <a:chExt cx="0" cy="0"/>
        </a:xfrm>
      </p:grpSpPr>
      <p:sp>
        <p:nvSpPr>
          <p:cNvPr id="2184" name="Google Shape;2184;p59"/>
          <p:cNvSpPr txBox="1"/>
          <p:nvPr>
            <p:ph type="title"/>
          </p:nvPr>
        </p:nvSpPr>
        <p:spPr>
          <a:xfrm>
            <a:off x="144000" y="36000"/>
            <a:ext cx="8856000" cy="5760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3000"/>
              <a:buFont typeface="Arial"/>
              <a:buNone/>
            </a:pPr>
            <a:r>
              <a:rPr lang="ja-JP"/>
              <a:t>問題発生時の対応</a:t>
            </a:r>
            <a:endParaRPr/>
          </a:p>
        </p:txBody>
      </p:sp>
      <p:sp>
        <p:nvSpPr>
          <p:cNvPr id="2185" name="Google Shape;2185;p59"/>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ja-JP"/>
              <a:t>Copyright© 2020 SystemEXE,Inc. all rights reserved.</a:t>
            </a:r>
            <a:endParaRPr/>
          </a:p>
        </p:txBody>
      </p:sp>
      <p:sp>
        <p:nvSpPr>
          <p:cNvPr id="2186" name="Google Shape;2186;p59"/>
          <p:cNvSpPr txBox="1"/>
          <p:nvPr>
            <p:ph idx="12" type="sldNum"/>
          </p:nvPr>
        </p:nvSpPr>
        <p:spPr>
          <a:xfrm>
            <a:off x="4212000" y="6500068"/>
            <a:ext cx="720000" cy="288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ja-JP"/>
              <a:t>‹#›</a:t>
            </a:fld>
            <a:endParaRPr/>
          </a:p>
        </p:txBody>
      </p:sp>
      <p:grpSp>
        <p:nvGrpSpPr>
          <p:cNvPr id="2187" name="Google Shape;2187;p59"/>
          <p:cNvGrpSpPr/>
          <p:nvPr/>
        </p:nvGrpSpPr>
        <p:grpSpPr>
          <a:xfrm>
            <a:off x="144000" y="1512000"/>
            <a:ext cx="8856000" cy="864000"/>
            <a:chOff x="144000" y="1512000"/>
            <a:chExt cx="8856000" cy="864000"/>
          </a:xfrm>
        </p:grpSpPr>
        <p:sp>
          <p:nvSpPr>
            <p:cNvPr id="2188" name="Google Shape;2188;p59"/>
            <p:cNvSpPr/>
            <p:nvPr/>
          </p:nvSpPr>
          <p:spPr>
            <a:xfrm>
              <a:off x="144000" y="1512000"/>
              <a:ext cx="8856000" cy="864000"/>
            </a:xfrm>
            <a:prstGeom prst="roundRect">
              <a:avLst>
                <a:gd fmla="val 7350" name="adj"/>
              </a:avLst>
            </a:prstGeom>
            <a:solidFill>
              <a:srgbClr val="DDEAF6"/>
            </a:solidFill>
            <a:ln>
              <a:noFill/>
            </a:ln>
          </p:spPr>
          <p:txBody>
            <a:bodyPr anchorCtr="0" anchor="t" bIns="108000" lIns="2592000" spcFirstLastPara="1" rIns="108000" wrap="square" tIns="108000">
              <a:no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問題が発生した際は、事象発生の経緯、手順、仕組み、発生時の条件などを洗い出し、発生した事象を的確に把握します。また、発生した問題の直接的な原因を調査します。</a:t>
              </a:r>
              <a:endParaRPr sz="1400">
                <a:solidFill>
                  <a:schemeClr val="dk1"/>
                </a:solidFill>
                <a:latin typeface="Arial"/>
                <a:ea typeface="Arial"/>
                <a:cs typeface="Arial"/>
                <a:sym typeface="Arial"/>
              </a:endParaRPr>
            </a:p>
          </p:txBody>
        </p:sp>
        <p:sp>
          <p:nvSpPr>
            <p:cNvPr id="2189" name="Google Shape;2189;p59"/>
            <p:cNvSpPr/>
            <p:nvPr/>
          </p:nvSpPr>
          <p:spPr>
            <a:xfrm>
              <a:off x="288000" y="1656000"/>
              <a:ext cx="2304000" cy="576000"/>
            </a:xfrm>
            <a:prstGeom prst="flowChartOffpageConnector">
              <a:avLst/>
            </a:prstGeom>
            <a:solidFill>
              <a:schemeClr val="lt1"/>
            </a:solidFill>
            <a:ln cap="flat" cmpd="sng" w="19050">
              <a:solidFill>
                <a:schemeClr val="accent1"/>
              </a:solidFill>
              <a:prstDash val="solid"/>
              <a:miter lim="800000"/>
              <a:headEnd len="sm" w="sm" type="none"/>
              <a:tailEnd len="sm" w="sm" type="none"/>
            </a:ln>
          </p:spPr>
          <p:txBody>
            <a:bodyPr anchorCtr="0" anchor="ctr" bIns="108000" lIns="91425" spcFirstLastPara="1" rIns="108000" wrap="square" tIns="180000">
              <a:noAutofit/>
            </a:bodyPr>
            <a:lstStyle/>
            <a:p>
              <a:pPr indent="0" lvl="0" marL="0" marR="0" rtl="0" algn="ctr">
                <a:spcBef>
                  <a:spcPts val="0"/>
                </a:spcBef>
                <a:spcAft>
                  <a:spcPts val="0"/>
                </a:spcAft>
                <a:buNone/>
              </a:pPr>
              <a:r>
                <a:rPr b="1" lang="ja-JP" sz="1600">
                  <a:solidFill>
                    <a:srgbClr val="1E4E79"/>
                  </a:solidFill>
                  <a:latin typeface="Arial"/>
                  <a:ea typeface="Arial"/>
                  <a:cs typeface="Arial"/>
                  <a:sym typeface="Arial"/>
                </a:rPr>
                <a:t>事象把握・原因調査</a:t>
              </a:r>
              <a:endParaRPr/>
            </a:p>
          </p:txBody>
        </p:sp>
      </p:grpSp>
      <p:sp>
        <p:nvSpPr>
          <p:cNvPr id="2190" name="Google Shape;2190;p59"/>
          <p:cNvSpPr txBox="1"/>
          <p:nvPr/>
        </p:nvSpPr>
        <p:spPr>
          <a:xfrm>
            <a:off x="144000" y="864000"/>
            <a:ext cx="8856000" cy="540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不測の事態等により問題が発生した場合には、影響を最小限にする対応を実施し、</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また、再発防止策の策定・実行をしっかりと実施し今後同様の問題が発生しないよう努めます。</a:t>
            </a:r>
            <a:endParaRPr sz="1400">
              <a:solidFill>
                <a:schemeClr val="dk1"/>
              </a:solidFill>
              <a:latin typeface="Arial"/>
              <a:ea typeface="Arial"/>
              <a:cs typeface="Arial"/>
              <a:sym typeface="Arial"/>
            </a:endParaRPr>
          </a:p>
        </p:txBody>
      </p:sp>
      <p:grpSp>
        <p:nvGrpSpPr>
          <p:cNvPr id="2191" name="Google Shape;2191;p59"/>
          <p:cNvGrpSpPr/>
          <p:nvPr/>
        </p:nvGrpSpPr>
        <p:grpSpPr>
          <a:xfrm>
            <a:off x="144000" y="2502000"/>
            <a:ext cx="8856000" cy="864000"/>
            <a:chOff x="144000" y="1512000"/>
            <a:chExt cx="8856000" cy="864000"/>
          </a:xfrm>
        </p:grpSpPr>
        <p:sp>
          <p:nvSpPr>
            <p:cNvPr id="2192" name="Google Shape;2192;p59"/>
            <p:cNvSpPr/>
            <p:nvPr/>
          </p:nvSpPr>
          <p:spPr>
            <a:xfrm>
              <a:off x="144000" y="1512000"/>
              <a:ext cx="8856000" cy="864000"/>
            </a:xfrm>
            <a:prstGeom prst="roundRect">
              <a:avLst>
                <a:gd fmla="val 7350" name="adj"/>
              </a:avLst>
            </a:prstGeom>
            <a:solidFill>
              <a:srgbClr val="DDEAF6"/>
            </a:solidFill>
            <a:ln>
              <a:noFill/>
            </a:ln>
          </p:spPr>
          <p:txBody>
            <a:bodyPr anchorCtr="0" anchor="t" bIns="108000" lIns="2592000" spcFirstLastPara="1" rIns="108000" wrap="square" tIns="108000">
              <a:no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問題発生による影響を最小限にすることを最優先に考えた対応方法を検討し実行します。１次対応後には、報告書を作成した上で貴社に１次報告いたします。</a:t>
              </a:r>
              <a:endParaRPr/>
            </a:p>
          </p:txBody>
        </p:sp>
        <p:sp>
          <p:nvSpPr>
            <p:cNvPr id="2193" name="Google Shape;2193;p59"/>
            <p:cNvSpPr/>
            <p:nvPr/>
          </p:nvSpPr>
          <p:spPr>
            <a:xfrm>
              <a:off x="288000" y="1656000"/>
              <a:ext cx="2304000" cy="576000"/>
            </a:xfrm>
            <a:prstGeom prst="flowChartOffpageConnector">
              <a:avLst/>
            </a:prstGeom>
            <a:solidFill>
              <a:schemeClr val="lt1"/>
            </a:solidFill>
            <a:ln cap="flat" cmpd="sng" w="19050">
              <a:solidFill>
                <a:schemeClr val="accent1"/>
              </a:solidFill>
              <a:prstDash val="solid"/>
              <a:miter lim="800000"/>
              <a:headEnd len="sm" w="sm" type="none"/>
              <a:tailEnd len="sm" w="sm" type="none"/>
            </a:ln>
          </p:spPr>
          <p:txBody>
            <a:bodyPr anchorCtr="0" anchor="ctr" bIns="108000" lIns="91425" spcFirstLastPara="1" rIns="108000" wrap="square" tIns="180000">
              <a:noAutofit/>
            </a:bodyPr>
            <a:lstStyle/>
            <a:p>
              <a:pPr indent="0" lvl="0" marL="0" marR="0" rtl="0" algn="ctr">
                <a:spcBef>
                  <a:spcPts val="0"/>
                </a:spcBef>
                <a:spcAft>
                  <a:spcPts val="0"/>
                </a:spcAft>
                <a:buNone/>
              </a:pPr>
              <a:r>
                <a:rPr b="1" lang="ja-JP" sz="1600">
                  <a:solidFill>
                    <a:srgbClr val="1E4E79"/>
                  </a:solidFill>
                  <a:latin typeface="Arial"/>
                  <a:ea typeface="Arial"/>
                  <a:cs typeface="Arial"/>
                  <a:sym typeface="Arial"/>
                </a:rPr>
                <a:t>１次対応</a:t>
              </a:r>
              <a:endParaRPr b="1" sz="1600">
                <a:solidFill>
                  <a:srgbClr val="1E4E79"/>
                </a:solidFill>
                <a:latin typeface="Arial"/>
                <a:ea typeface="Arial"/>
                <a:cs typeface="Arial"/>
                <a:sym typeface="Arial"/>
              </a:endParaRPr>
            </a:p>
          </p:txBody>
        </p:sp>
      </p:grpSp>
      <p:grpSp>
        <p:nvGrpSpPr>
          <p:cNvPr id="2194" name="Google Shape;2194;p59"/>
          <p:cNvGrpSpPr/>
          <p:nvPr/>
        </p:nvGrpSpPr>
        <p:grpSpPr>
          <a:xfrm>
            <a:off x="144000" y="3492000"/>
            <a:ext cx="8856000" cy="864000"/>
            <a:chOff x="144000" y="1512000"/>
            <a:chExt cx="8856000" cy="864000"/>
          </a:xfrm>
        </p:grpSpPr>
        <p:sp>
          <p:nvSpPr>
            <p:cNvPr id="2195" name="Google Shape;2195;p59"/>
            <p:cNvSpPr/>
            <p:nvPr/>
          </p:nvSpPr>
          <p:spPr>
            <a:xfrm>
              <a:off x="144000" y="1512000"/>
              <a:ext cx="8856000" cy="864000"/>
            </a:xfrm>
            <a:prstGeom prst="roundRect">
              <a:avLst>
                <a:gd fmla="val 7350" name="adj"/>
              </a:avLst>
            </a:prstGeom>
            <a:solidFill>
              <a:srgbClr val="DDEAF6"/>
            </a:solidFill>
            <a:ln>
              <a:noFill/>
            </a:ln>
          </p:spPr>
          <p:txBody>
            <a:bodyPr anchorCtr="0" anchor="t" bIns="108000" lIns="2592000" spcFirstLastPara="1" rIns="108000" wrap="square" tIns="108000">
              <a:no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顕在化した事象の原因を「なぜなぜ分析」で分析し、潜在的なリスクを分析することで、発生した問題の再発防止の策定につなげるだけでなく関連する問題の未然防止にもつなげてまいります。</a:t>
              </a:r>
              <a:endParaRPr sz="1400">
                <a:solidFill>
                  <a:schemeClr val="dk1"/>
                </a:solidFill>
                <a:latin typeface="Arial"/>
                <a:ea typeface="Arial"/>
                <a:cs typeface="Arial"/>
                <a:sym typeface="Arial"/>
              </a:endParaRPr>
            </a:p>
          </p:txBody>
        </p:sp>
        <p:sp>
          <p:nvSpPr>
            <p:cNvPr id="2196" name="Google Shape;2196;p59"/>
            <p:cNvSpPr/>
            <p:nvPr/>
          </p:nvSpPr>
          <p:spPr>
            <a:xfrm>
              <a:off x="288000" y="1656000"/>
              <a:ext cx="2304000" cy="576000"/>
            </a:xfrm>
            <a:prstGeom prst="flowChartOffpageConnector">
              <a:avLst/>
            </a:prstGeom>
            <a:solidFill>
              <a:schemeClr val="lt1"/>
            </a:solidFill>
            <a:ln cap="flat" cmpd="sng" w="19050">
              <a:solidFill>
                <a:schemeClr val="accent1"/>
              </a:solidFill>
              <a:prstDash val="solid"/>
              <a:miter lim="800000"/>
              <a:headEnd len="sm" w="sm" type="none"/>
              <a:tailEnd len="sm" w="sm" type="none"/>
            </a:ln>
          </p:spPr>
          <p:txBody>
            <a:bodyPr anchorCtr="0" anchor="ctr" bIns="108000" lIns="91425" spcFirstLastPara="1" rIns="108000" wrap="square" tIns="180000">
              <a:noAutofit/>
            </a:bodyPr>
            <a:lstStyle/>
            <a:p>
              <a:pPr indent="0" lvl="0" marL="0" marR="0" rtl="0" algn="ctr">
                <a:spcBef>
                  <a:spcPts val="0"/>
                </a:spcBef>
                <a:spcAft>
                  <a:spcPts val="0"/>
                </a:spcAft>
                <a:buNone/>
              </a:pPr>
              <a:r>
                <a:rPr b="1" lang="ja-JP" sz="1600">
                  <a:solidFill>
                    <a:srgbClr val="1E4E79"/>
                  </a:solidFill>
                  <a:latin typeface="Arial"/>
                  <a:ea typeface="Arial"/>
                  <a:cs typeface="Arial"/>
                  <a:sym typeface="Arial"/>
                </a:rPr>
                <a:t>根本原因の特定</a:t>
              </a:r>
              <a:endParaRPr/>
            </a:p>
          </p:txBody>
        </p:sp>
      </p:grpSp>
      <p:grpSp>
        <p:nvGrpSpPr>
          <p:cNvPr id="2197" name="Google Shape;2197;p59"/>
          <p:cNvGrpSpPr/>
          <p:nvPr/>
        </p:nvGrpSpPr>
        <p:grpSpPr>
          <a:xfrm>
            <a:off x="144000" y="4482000"/>
            <a:ext cx="8856000" cy="864000"/>
            <a:chOff x="144000" y="1512000"/>
            <a:chExt cx="8856000" cy="864000"/>
          </a:xfrm>
        </p:grpSpPr>
        <p:sp>
          <p:nvSpPr>
            <p:cNvPr id="2198" name="Google Shape;2198;p59"/>
            <p:cNvSpPr/>
            <p:nvPr/>
          </p:nvSpPr>
          <p:spPr>
            <a:xfrm>
              <a:off x="144000" y="1512000"/>
              <a:ext cx="8856000" cy="864000"/>
            </a:xfrm>
            <a:prstGeom prst="roundRect">
              <a:avLst>
                <a:gd fmla="val 7350" name="adj"/>
              </a:avLst>
            </a:prstGeom>
            <a:solidFill>
              <a:srgbClr val="DDEAF6"/>
            </a:solidFill>
            <a:ln>
              <a:noFill/>
            </a:ln>
          </p:spPr>
          <p:txBody>
            <a:bodyPr anchorCtr="0" anchor="t" bIns="108000" lIns="2592000" spcFirstLastPara="1" rIns="108000" wrap="square" tIns="108000">
              <a:no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導き出した根本原因をもとに、同様の間違いが発生しない、または発生しにくい手順・手段等を検討します。もしくは、間違いが発生しても影響が出る前に気づける状態をつくるなど未然に防ぐ方法を検討します。</a:t>
              </a:r>
              <a:endParaRPr/>
            </a:p>
          </p:txBody>
        </p:sp>
        <p:sp>
          <p:nvSpPr>
            <p:cNvPr id="2199" name="Google Shape;2199;p59"/>
            <p:cNvSpPr/>
            <p:nvPr/>
          </p:nvSpPr>
          <p:spPr>
            <a:xfrm>
              <a:off x="288000" y="1656000"/>
              <a:ext cx="2304000" cy="576000"/>
            </a:xfrm>
            <a:prstGeom prst="flowChartOffpageConnector">
              <a:avLst/>
            </a:prstGeom>
            <a:solidFill>
              <a:schemeClr val="lt1"/>
            </a:solidFill>
            <a:ln cap="flat" cmpd="sng" w="19050">
              <a:solidFill>
                <a:schemeClr val="accent1"/>
              </a:solidFill>
              <a:prstDash val="solid"/>
              <a:miter lim="800000"/>
              <a:headEnd len="sm" w="sm" type="none"/>
              <a:tailEnd len="sm" w="sm" type="none"/>
            </a:ln>
          </p:spPr>
          <p:txBody>
            <a:bodyPr anchorCtr="0" anchor="ctr" bIns="108000" lIns="91425" spcFirstLastPara="1" rIns="108000" wrap="square" tIns="180000">
              <a:noAutofit/>
            </a:bodyPr>
            <a:lstStyle/>
            <a:p>
              <a:pPr indent="0" lvl="0" marL="0" marR="0" rtl="0" algn="ctr">
                <a:spcBef>
                  <a:spcPts val="0"/>
                </a:spcBef>
                <a:spcAft>
                  <a:spcPts val="0"/>
                </a:spcAft>
                <a:buNone/>
              </a:pPr>
              <a:r>
                <a:rPr b="1" lang="ja-JP" sz="1600">
                  <a:solidFill>
                    <a:srgbClr val="1E4E79"/>
                  </a:solidFill>
                  <a:latin typeface="Arial"/>
                  <a:ea typeface="Arial"/>
                  <a:cs typeface="Arial"/>
                  <a:sym typeface="Arial"/>
                </a:rPr>
                <a:t>再発防止策の策定</a:t>
              </a:r>
              <a:endParaRPr b="1" sz="1600">
                <a:solidFill>
                  <a:srgbClr val="1E4E79"/>
                </a:solidFill>
                <a:latin typeface="Arial"/>
                <a:ea typeface="Arial"/>
                <a:cs typeface="Arial"/>
                <a:sym typeface="Arial"/>
              </a:endParaRPr>
            </a:p>
          </p:txBody>
        </p:sp>
      </p:grpSp>
      <p:grpSp>
        <p:nvGrpSpPr>
          <p:cNvPr id="2200" name="Google Shape;2200;p59"/>
          <p:cNvGrpSpPr/>
          <p:nvPr/>
        </p:nvGrpSpPr>
        <p:grpSpPr>
          <a:xfrm>
            <a:off x="144000" y="5472000"/>
            <a:ext cx="8856000" cy="864000"/>
            <a:chOff x="144000" y="1512000"/>
            <a:chExt cx="8856000" cy="864000"/>
          </a:xfrm>
        </p:grpSpPr>
        <p:sp>
          <p:nvSpPr>
            <p:cNvPr id="2201" name="Google Shape;2201;p59"/>
            <p:cNvSpPr/>
            <p:nvPr/>
          </p:nvSpPr>
          <p:spPr>
            <a:xfrm>
              <a:off x="144000" y="1512000"/>
              <a:ext cx="8856000" cy="864000"/>
            </a:xfrm>
            <a:prstGeom prst="roundRect">
              <a:avLst>
                <a:gd fmla="val 7350" name="adj"/>
              </a:avLst>
            </a:prstGeom>
            <a:solidFill>
              <a:srgbClr val="DDEAF6"/>
            </a:solidFill>
            <a:ln>
              <a:noFill/>
            </a:ln>
          </p:spPr>
          <p:txBody>
            <a:bodyPr anchorCtr="0" anchor="t" bIns="108000" lIns="2592000" spcFirstLastPara="1" rIns="108000" wrap="square" tIns="108000">
              <a:no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策定した再発防止策を貴社にご報告するとともに、貴社業務に関わる弊社メンバー全員に周知します。再発防止策の実施状況は定期的に確認し正しく実行しているかをチェックすることで同様の問題が発生しないよう努めます。</a:t>
              </a:r>
              <a:endParaRPr/>
            </a:p>
          </p:txBody>
        </p:sp>
        <p:sp>
          <p:nvSpPr>
            <p:cNvPr id="2202" name="Google Shape;2202;p59"/>
            <p:cNvSpPr/>
            <p:nvPr/>
          </p:nvSpPr>
          <p:spPr>
            <a:xfrm>
              <a:off x="288000" y="1656000"/>
              <a:ext cx="2304000" cy="576000"/>
            </a:xfrm>
            <a:prstGeom prst="flowChartOffpageConnector">
              <a:avLst/>
            </a:prstGeom>
            <a:solidFill>
              <a:schemeClr val="lt1"/>
            </a:solidFill>
            <a:ln cap="flat" cmpd="sng" w="19050">
              <a:solidFill>
                <a:schemeClr val="accent1"/>
              </a:solidFill>
              <a:prstDash val="solid"/>
              <a:miter lim="800000"/>
              <a:headEnd len="sm" w="sm" type="none"/>
              <a:tailEnd len="sm" w="sm" type="none"/>
            </a:ln>
          </p:spPr>
          <p:txBody>
            <a:bodyPr anchorCtr="0" anchor="ctr" bIns="108000" lIns="91425" spcFirstLastPara="1" rIns="108000" wrap="square" tIns="180000">
              <a:noAutofit/>
            </a:bodyPr>
            <a:lstStyle/>
            <a:p>
              <a:pPr indent="0" lvl="0" marL="0" marR="0" rtl="0" algn="ctr">
                <a:spcBef>
                  <a:spcPts val="0"/>
                </a:spcBef>
                <a:spcAft>
                  <a:spcPts val="0"/>
                </a:spcAft>
                <a:buNone/>
              </a:pPr>
              <a:r>
                <a:rPr b="1" lang="ja-JP" sz="1600">
                  <a:solidFill>
                    <a:srgbClr val="1E4E79"/>
                  </a:solidFill>
                  <a:latin typeface="Arial"/>
                  <a:ea typeface="Arial"/>
                  <a:cs typeface="Arial"/>
                  <a:sym typeface="Arial"/>
                </a:rPr>
                <a:t>再発防止策の実行</a:t>
              </a:r>
              <a:endParaRPr b="1" sz="1600">
                <a:solidFill>
                  <a:srgbClr val="1E4E79"/>
                </a:solidFill>
                <a:latin typeface="Arial"/>
                <a:ea typeface="Arial"/>
                <a:cs typeface="Arial"/>
                <a:sym typeface="Arial"/>
              </a:endParaRPr>
            </a:p>
          </p:txBody>
        </p:sp>
      </p:gr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6" name="Shape 2206"/>
        <p:cNvGrpSpPr/>
        <p:nvPr/>
      </p:nvGrpSpPr>
      <p:grpSpPr>
        <a:xfrm>
          <a:off x="0" y="0"/>
          <a:ext cx="0" cy="0"/>
          <a:chOff x="0" y="0"/>
          <a:chExt cx="0" cy="0"/>
        </a:xfrm>
      </p:grpSpPr>
      <p:sp>
        <p:nvSpPr>
          <p:cNvPr id="2207" name="Google Shape;2207;p60"/>
          <p:cNvSpPr txBox="1"/>
          <p:nvPr>
            <p:ph type="title"/>
          </p:nvPr>
        </p:nvSpPr>
        <p:spPr>
          <a:xfrm>
            <a:off x="144000" y="36000"/>
            <a:ext cx="8856000" cy="5760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3000"/>
              <a:buFont typeface="Arial"/>
              <a:buNone/>
            </a:pPr>
            <a:r>
              <a:rPr lang="ja-JP"/>
              <a:t>現時点で想定されるリスク – 1</a:t>
            </a:r>
            <a:endParaRPr/>
          </a:p>
        </p:txBody>
      </p:sp>
      <p:graphicFrame>
        <p:nvGraphicFramePr>
          <p:cNvPr id="2208" name="Google Shape;2208;p60"/>
          <p:cNvGraphicFramePr/>
          <p:nvPr/>
        </p:nvGraphicFramePr>
        <p:xfrm>
          <a:off x="144463" y="863600"/>
          <a:ext cx="3000000" cy="3000000"/>
        </p:xfrm>
        <a:graphic>
          <a:graphicData uri="http://schemas.openxmlformats.org/drawingml/2006/table">
            <a:tbl>
              <a:tblPr>
                <a:noFill/>
                <a:tableStyleId>{FE03F3E7-6964-46DF-ADC6-E4BCA3E1CC40}</a:tableStyleId>
              </a:tblPr>
              <a:tblGrid>
                <a:gridCol w="430575"/>
                <a:gridCol w="2535800"/>
                <a:gridCol w="1838225"/>
                <a:gridCol w="593900"/>
                <a:gridCol w="3456575"/>
              </a:tblGrid>
              <a:tr h="224975">
                <a:tc>
                  <a:txBody>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No</a:t>
                      </a:r>
                      <a:endParaRPr b="1" sz="1400">
                        <a:solidFill>
                          <a:schemeClr val="lt1"/>
                        </a:solidFill>
                        <a:latin typeface="Arial"/>
                        <a:ea typeface="Arial"/>
                        <a:cs typeface="Arial"/>
                        <a:sym typeface="Arial"/>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c>
                  <a:txBody>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リスク事象</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c>
                  <a:txBody>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事象ドライバー</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c>
                  <a:txBody>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区分</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c>
                  <a:txBody>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対応策案</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r>
              <a:tr h="539925">
                <a:tc>
                  <a:txBody>
                    <a:bodyPr/>
                    <a:lstStyle/>
                    <a:p>
                      <a:pPr indent="0" lvl="0" marL="0" marR="0" rtl="0" algn="ctr">
                        <a:spcBef>
                          <a:spcPts val="0"/>
                        </a:spcBef>
                        <a:spcAft>
                          <a:spcPts val="0"/>
                        </a:spcAft>
                        <a:buNone/>
                      </a:pPr>
                      <a:r>
                        <a:rPr lang="ja-JP" sz="1400">
                          <a:latin typeface="Arial"/>
                          <a:ea typeface="Arial"/>
                          <a:cs typeface="Arial"/>
                          <a:sym typeface="Arial"/>
                        </a:rPr>
                        <a:t>1</a:t>
                      </a:r>
                      <a:endParaRPr sz="1400">
                        <a:latin typeface="Arial"/>
                        <a:ea typeface="Arial"/>
                        <a:cs typeface="Arial"/>
                        <a:sym typeface="Arial"/>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ja-JP" sz="1400">
                          <a:latin typeface="Arial"/>
                          <a:ea typeface="Arial"/>
                          <a:cs typeface="Arial"/>
                          <a:sym typeface="Arial"/>
                        </a:rPr>
                        <a:t>不具合指摘が多発しプロジェクトの中断または大量の仕様変更が発生してコストが超過</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ja-JP" sz="1400">
                          <a:latin typeface="Arial"/>
                          <a:ea typeface="Arial"/>
                          <a:cs typeface="Arial"/>
                          <a:sym typeface="Arial"/>
                        </a:rPr>
                        <a:t>現行機能の調査・確認が不足 </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軽減</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ja-JP" sz="1400">
                          <a:latin typeface="Arial"/>
                          <a:ea typeface="Arial"/>
                          <a:cs typeface="Arial"/>
                          <a:sym typeface="Arial"/>
                        </a:rPr>
                        <a:t>利用部門のレビュー参加を事前に定める</a:t>
                      </a:r>
                      <a:endParaRPr sz="1400">
                        <a:latin typeface="Arial"/>
                        <a:ea typeface="Arial"/>
                        <a:cs typeface="Arial"/>
                        <a:sym typeface="Arial"/>
                      </a:endParaRPr>
                    </a:p>
                    <a:p>
                      <a:pPr indent="0" lvl="0" marL="0" marR="0" rtl="0" algn="l">
                        <a:spcBef>
                          <a:spcPts val="0"/>
                        </a:spcBef>
                        <a:spcAft>
                          <a:spcPts val="0"/>
                        </a:spcAft>
                        <a:buNone/>
                      </a:pPr>
                      <a:r>
                        <a:rPr lang="ja-JP" sz="1400">
                          <a:latin typeface="Arial"/>
                          <a:ea typeface="Arial"/>
                          <a:cs typeface="Arial"/>
                          <a:sym typeface="Arial"/>
                        </a:rPr>
                        <a:t>（ユーザーのレビュー参加工数割合など）</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r>
              <a:tr h="539925">
                <a:tc>
                  <a:txBody>
                    <a:bodyPr/>
                    <a:lstStyle/>
                    <a:p>
                      <a:pPr indent="0" lvl="0" marL="0" marR="0" rtl="0" algn="ctr">
                        <a:spcBef>
                          <a:spcPts val="0"/>
                        </a:spcBef>
                        <a:spcAft>
                          <a:spcPts val="0"/>
                        </a:spcAft>
                        <a:buNone/>
                      </a:pPr>
                      <a:r>
                        <a:rPr lang="ja-JP" sz="1400">
                          <a:latin typeface="Arial"/>
                          <a:ea typeface="Arial"/>
                          <a:cs typeface="Arial"/>
                          <a:sym typeface="Arial"/>
                        </a:rPr>
                        <a:t>2</a:t>
                      </a:r>
                      <a:endParaRPr sz="1400">
                        <a:latin typeface="Arial"/>
                        <a:ea typeface="Arial"/>
                        <a:cs typeface="Arial"/>
                        <a:sym typeface="Arial"/>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ja-JP" sz="1400">
                          <a:latin typeface="Arial"/>
                          <a:ea typeface="Arial"/>
                          <a:cs typeface="Arial"/>
                          <a:sym typeface="Arial"/>
                        </a:rPr>
                        <a:t>現行システムから引き継ぐべき要件に漏れが発生する </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ja-JP" sz="1400">
                          <a:latin typeface="Arial"/>
                          <a:ea typeface="Arial"/>
                          <a:cs typeface="Arial"/>
                          <a:sym typeface="Arial"/>
                        </a:rPr>
                        <a:t>現行システムとそのドキュメントが整合していない </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回避</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ja-JP" sz="1400">
                          <a:latin typeface="Arial"/>
                          <a:ea typeface="Arial"/>
                          <a:cs typeface="Arial"/>
                          <a:sym typeface="Arial"/>
                        </a:rPr>
                        <a:t>現行システムの動作を調査しドキュメントを最新化する（リバース、現行ソースコード解読含む）</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r>
              <a:tr h="539925">
                <a:tc>
                  <a:txBody>
                    <a:bodyPr/>
                    <a:lstStyle/>
                    <a:p>
                      <a:pPr indent="0" lvl="0" marL="0" marR="0" rtl="0" algn="ctr">
                        <a:spcBef>
                          <a:spcPts val="0"/>
                        </a:spcBef>
                        <a:spcAft>
                          <a:spcPts val="0"/>
                        </a:spcAft>
                        <a:buNone/>
                      </a:pPr>
                      <a:r>
                        <a:rPr lang="ja-JP" sz="1400">
                          <a:latin typeface="Arial"/>
                          <a:ea typeface="Arial"/>
                          <a:cs typeface="Arial"/>
                          <a:sym typeface="Arial"/>
                        </a:rPr>
                        <a:t>3</a:t>
                      </a:r>
                      <a:endParaRPr sz="1400">
                        <a:latin typeface="Arial"/>
                        <a:ea typeface="Arial"/>
                        <a:cs typeface="Arial"/>
                        <a:sym typeface="Arial"/>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ja-JP" sz="1400">
                          <a:latin typeface="Arial"/>
                          <a:ea typeface="Arial"/>
                          <a:cs typeface="Arial"/>
                          <a:sym typeface="Arial"/>
                        </a:rPr>
                        <a:t>利用に供する性能が出ないため、稼働不能や大規模改修に繋がる </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ja-JP" sz="1400">
                          <a:latin typeface="Arial"/>
                          <a:ea typeface="Arial"/>
                          <a:cs typeface="Arial"/>
                          <a:sym typeface="Arial"/>
                        </a:rPr>
                        <a:t>性能の検討が十分でない </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回避</a:t>
                      </a:r>
                      <a:endParaRPr sz="1400">
                        <a:latin typeface="Arial"/>
                        <a:ea typeface="Arial"/>
                        <a:cs typeface="Arial"/>
                        <a:sym typeface="Arial"/>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ja-JP" sz="1400">
                          <a:latin typeface="Arial"/>
                          <a:ea typeface="Arial"/>
                          <a:cs typeface="Arial"/>
                          <a:sym typeface="Arial"/>
                        </a:rPr>
                        <a:t>システム方式設計工程において性能目標、性能見積り資料の有識者レビューを実施する</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r>
              <a:tr h="539925">
                <a:tc>
                  <a:txBody>
                    <a:bodyPr/>
                    <a:lstStyle/>
                    <a:p>
                      <a:pPr indent="0" lvl="0" marL="0" marR="0" rtl="0" algn="ctr">
                        <a:spcBef>
                          <a:spcPts val="0"/>
                        </a:spcBef>
                        <a:spcAft>
                          <a:spcPts val="0"/>
                        </a:spcAft>
                        <a:buNone/>
                      </a:pPr>
                      <a:r>
                        <a:rPr lang="ja-JP" sz="1400">
                          <a:latin typeface="Arial"/>
                          <a:ea typeface="Arial"/>
                          <a:cs typeface="Arial"/>
                          <a:sym typeface="Arial"/>
                        </a:rPr>
                        <a:t>4</a:t>
                      </a:r>
                      <a:endParaRPr sz="1400">
                        <a:latin typeface="Arial"/>
                        <a:ea typeface="Arial"/>
                        <a:cs typeface="Arial"/>
                        <a:sym typeface="Arial"/>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ja-JP" sz="1400">
                          <a:latin typeface="Arial"/>
                          <a:ea typeface="Arial"/>
                          <a:cs typeface="Arial"/>
                          <a:sym typeface="Arial"/>
                        </a:rPr>
                        <a:t>作業効率の悪化により工程の進捗が遅れる</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ja-JP" sz="1400">
                          <a:latin typeface="Arial"/>
                          <a:ea typeface="Arial"/>
                          <a:cs typeface="Arial"/>
                          <a:sym typeface="Arial"/>
                        </a:rPr>
                        <a:t>十分なコミュニケーションが取れていない</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軽減</a:t>
                      </a:r>
                      <a:endParaRPr sz="1400">
                        <a:latin typeface="Arial"/>
                        <a:ea typeface="Arial"/>
                        <a:cs typeface="Arial"/>
                        <a:sym typeface="Arial"/>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ja-JP" sz="1400">
                          <a:latin typeface="Arial"/>
                          <a:ea typeface="Arial"/>
                          <a:cs typeface="Arial"/>
                          <a:sym typeface="Arial"/>
                        </a:rPr>
                        <a:t>プロジェクト計画書にコミュニケーションに関する項目を文書化する</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r>
              <a:tr h="539925">
                <a:tc>
                  <a:txBody>
                    <a:bodyPr/>
                    <a:lstStyle/>
                    <a:p>
                      <a:pPr indent="0" lvl="0" marL="0" marR="0" rtl="0" algn="ctr">
                        <a:spcBef>
                          <a:spcPts val="0"/>
                        </a:spcBef>
                        <a:spcAft>
                          <a:spcPts val="0"/>
                        </a:spcAft>
                        <a:buNone/>
                      </a:pPr>
                      <a:r>
                        <a:rPr lang="ja-JP" sz="1400">
                          <a:latin typeface="Arial"/>
                          <a:ea typeface="Arial"/>
                          <a:cs typeface="Arial"/>
                          <a:sym typeface="Arial"/>
                        </a:rPr>
                        <a:t>5</a:t>
                      </a:r>
                      <a:endParaRPr sz="1400">
                        <a:latin typeface="Arial"/>
                        <a:ea typeface="Arial"/>
                        <a:cs typeface="Arial"/>
                        <a:sym typeface="Arial"/>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ja-JP" sz="1400">
                          <a:latin typeface="Arial"/>
                          <a:ea typeface="Arial"/>
                          <a:cs typeface="Arial"/>
                          <a:sym typeface="Arial"/>
                        </a:rPr>
                        <a:t>要件の漏れや認識の齟齬が生じる</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ja-JP" sz="1400">
                          <a:latin typeface="Arial"/>
                          <a:ea typeface="Arial"/>
                          <a:cs typeface="Arial"/>
                          <a:sym typeface="Arial"/>
                        </a:rPr>
                        <a:t>利用部門による仕様の確認が充分でない</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400"/>
                        <a:buFont typeface="Arial"/>
                        <a:buNone/>
                      </a:pPr>
                      <a:r>
                        <a:rPr lang="ja-JP" sz="1400">
                          <a:latin typeface="Arial"/>
                          <a:ea typeface="Arial"/>
                          <a:cs typeface="Arial"/>
                          <a:sym typeface="Arial"/>
                        </a:rPr>
                        <a:t>回避</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ja-JP" sz="1400">
                          <a:latin typeface="Arial"/>
                          <a:ea typeface="Arial"/>
                          <a:cs typeface="Arial"/>
                          <a:sym typeface="Arial"/>
                        </a:rPr>
                        <a:t>業務シナリオに基づいたテストシナリオのレビューを利用部門の担当者が検証する</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r>
              <a:tr h="382450">
                <a:tc>
                  <a:txBody>
                    <a:bodyPr/>
                    <a:lstStyle/>
                    <a:p>
                      <a:pPr indent="0" lvl="0" marL="0" marR="0" rtl="0" algn="ctr">
                        <a:spcBef>
                          <a:spcPts val="0"/>
                        </a:spcBef>
                        <a:spcAft>
                          <a:spcPts val="0"/>
                        </a:spcAft>
                        <a:buNone/>
                      </a:pPr>
                      <a:r>
                        <a:rPr lang="ja-JP" sz="1400">
                          <a:latin typeface="Arial"/>
                          <a:ea typeface="Arial"/>
                          <a:cs typeface="Arial"/>
                          <a:sym typeface="Arial"/>
                        </a:rPr>
                        <a:t>6</a:t>
                      </a:r>
                      <a:endParaRPr sz="1400">
                        <a:latin typeface="Arial"/>
                        <a:ea typeface="Arial"/>
                        <a:cs typeface="Arial"/>
                        <a:sym typeface="Arial"/>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ja-JP" sz="1400">
                          <a:latin typeface="Arial"/>
                          <a:ea typeface="Arial"/>
                          <a:cs typeface="Arial"/>
                          <a:sym typeface="Arial"/>
                        </a:rPr>
                        <a:t>設計上の誤りによる手戻りや品質問題が発生する</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ja-JP" sz="1400">
                          <a:latin typeface="Arial"/>
                          <a:ea typeface="Arial"/>
                          <a:cs typeface="Arial"/>
                          <a:sym typeface="Arial"/>
                        </a:rPr>
                        <a:t>業務用語が共有されていない</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400"/>
                        <a:buFont typeface="Arial"/>
                        <a:buNone/>
                      </a:pPr>
                      <a:r>
                        <a:rPr lang="ja-JP" sz="1400">
                          <a:latin typeface="Arial"/>
                          <a:ea typeface="Arial"/>
                          <a:cs typeface="Arial"/>
                          <a:sym typeface="Arial"/>
                        </a:rPr>
                        <a:t>回避</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ja-JP" sz="1400">
                          <a:latin typeface="Arial"/>
                          <a:ea typeface="Arial"/>
                          <a:cs typeface="Arial"/>
                          <a:sym typeface="Arial"/>
                        </a:rPr>
                        <a:t>網羅性の充分な業務用語辞書を作成する</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r>
              <a:tr h="382450">
                <a:tc>
                  <a:txBody>
                    <a:bodyPr/>
                    <a:lstStyle/>
                    <a:p>
                      <a:pPr indent="0" lvl="0" marL="0" marR="0" rtl="0" algn="ctr">
                        <a:spcBef>
                          <a:spcPts val="0"/>
                        </a:spcBef>
                        <a:spcAft>
                          <a:spcPts val="0"/>
                        </a:spcAft>
                        <a:buNone/>
                      </a:pPr>
                      <a:r>
                        <a:rPr lang="ja-JP" sz="1400">
                          <a:latin typeface="Arial"/>
                          <a:ea typeface="Arial"/>
                          <a:cs typeface="Arial"/>
                          <a:sym typeface="Arial"/>
                        </a:rPr>
                        <a:t>7</a:t>
                      </a:r>
                      <a:endParaRPr sz="1400">
                        <a:latin typeface="Arial"/>
                        <a:ea typeface="Arial"/>
                        <a:cs typeface="Arial"/>
                        <a:sym typeface="Arial"/>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ja-JP" sz="1400">
                          <a:latin typeface="Arial"/>
                          <a:ea typeface="Arial"/>
                          <a:cs typeface="Arial"/>
                          <a:sym typeface="Arial"/>
                        </a:rPr>
                        <a:t>在宅勤務作業による生産性の低下および進捗の遅れ</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ja-JP" sz="1400">
                          <a:latin typeface="Arial"/>
                          <a:ea typeface="Arial"/>
                          <a:cs typeface="Arial"/>
                          <a:sym typeface="Arial"/>
                        </a:rPr>
                        <a:t>新型コロナウイルス感染症の拡大継続</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400"/>
                        <a:buFont typeface="Arial"/>
                        <a:buNone/>
                      </a:pPr>
                      <a:r>
                        <a:rPr lang="ja-JP" sz="1400">
                          <a:latin typeface="Arial"/>
                          <a:ea typeface="Arial"/>
                          <a:cs typeface="Arial"/>
                          <a:sym typeface="Arial"/>
                        </a:rPr>
                        <a:t>軽減</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ja-JP" sz="1400">
                          <a:latin typeface="Arial"/>
                          <a:ea typeface="Arial"/>
                          <a:cs typeface="Arial"/>
                          <a:sym typeface="Arial"/>
                        </a:rPr>
                        <a:t>会議体を増やしたり増員を検討し進捗への影響を最小限にする</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r>
            </a:tbl>
          </a:graphicData>
        </a:graphic>
      </p:graphicFrame>
      <p:sp>
        <p:nvSpPr>
          <p:cNvPr id="2209" name="Google Shape;2209;p60"/>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ja-JP"/>
              <a:t>Copyright© 2020 SystemEXE,Inc. all rights reserved.</a:t>
            </a:r>
            <a:endParaRPr/>
          </a:p>
        </p:txBody>
      </p:sp>
      <p:sp>
        <p:nvSpPr>
          <p:cNvPr id="2210" name="Google Shape;2210;p60"/>
          <p:cNvSpPr txBox="1"/>
          <p:nvPr>
            <p:ph idx="12" type="sldNum"/>
          </p:nvPr>
        </p:nvSpPr>
        <p:spPr>
          <a:xfrm>
            <a:off x="4212000" y="6500068"/>
            <a:ext cx="720000" cy="288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ja-JP"/>
              <a:t>‹#›</a:t>
            </a:fld>
            <a:endParaRPr/>
          </a:p>
        </p:txBody>
      </p:sp>
      <p:sp>
        <p:nvSpPr>
          <p:cNvPr id="2211" name="Google Shape;2211;p60"/>
          <p:cNvSpPr txBox="1"/>
          <p:nvPr/>
        </p:nvSpPr>
        <p:spPr>
          <a:xfrm>
            <a:off x="144000" y="5940000"/>
            <a:ext cx="8856000" cy="432000"/>
          </a:xfrm>
          <a:prstGeom prst="rect">
            <a:avLst/>
          </a:prstGeom>
          <a:noFill/>
          <a:ln>
            <a:noFill/>
          </a:ln>
        </p:spPr>
        <p:txBody>
          <a:bodyPr anchorCtr="0" anchor="t" bIns="45700" lIns="91425" spcFirstLastPara="1" rIns="91425" wrap="square" tIns="45700">
            <a:noAutofit/>
          </a:bodyPr>
          <a:lstStyle/>
          <a:p>
            <a:pPr indent="-285750" lvl="0" marL="285750" marR="0" rtl="0" algn="l">
              <a:spcBef>
                <a:spcPts val="0"/>
              </a:spcBef>
              <a:spcAft>
                <a:spcPts val="0"/>
              </a:spcAft>
              <a:buClr>
                <a:schemeClr val="dk1"/>
              </a:buClr>
              <a:buSzPts val="1200"/>
              <a:buFont typeface="Arial"/>
              <a:buChar char="※"/>
            </a:pPr>
            <a:r>
              <a:rPr lang="ja-JP" sz="1200">
                <a:solidFill>
                  <a:schemeClr val="dk1"/>
                </a:solidFill>
                <a:latin typeface="Arial"/>
                <a:ea typeface="Arial"/>
                <a:cs typeface="Arial"/>
                <a:sym typeface="Arial"/>
              </a:rPr>
              <a:t>上記は現時点で想定されるリスクを示しております。事象ドライバーにつきましても一例となり、対応策は案を記載しております。プロジェクト開始後に改めてリスクの識別・分析・評価・対策を実施します。</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5" name="Shape 2215"/>
        <p:cNvGrpSpPr/>
        <p:nvPr/>
      </p:nvGrpSpPr>
      <p:grpSpPr>
        <a:xfrm>
          <a:off x="0" y="0"/>
          <a:ext cx="0" cy="0"/>
          <a:chOff x="0" y="0"/>
          <a:chExt cx="0" cy="0"/>
        </a:xfrm>
      </p:grpSpPr>
      <p:sp>
        <p:nvSpPr>
          <p:cNvPr id="2216" name="Google Shape;2216;p61"/>
          <p:cNvSpPr txBox="1"/>
          <p:nvPr>
            <p:ph type="title"/>
          </p:nvPr>
        </p:nvSpPr>
        <p:spPr>
          <a:xfrm>
            <a:off x="144000" y="36000"/>
            <a:ext cx="8856000" cy="5760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3000"/>
              <a:buFont typeface="Arial"/>
              <a:buNone/>
            </a:pPr>
            <a:r>
              <a:rPr lang="ja-JP"/>
              <a:t>現時点で想定されるリスク – 2</a:t>
            </a:r>
            <a:endParaRPr/>
          </a:p>
        </p:txBody>
      </p:sp>
      <p:graphicFrame>
        <p:nvGraphicFramePr>
          <p:cNvPr id="2217" name="Google Shape;2217;p61"/>
          <p:cNvGraphicFramePr/>
          <p:nvPr/>
        </p:nvGraphicFramePr>
        <p:xfrm>
          <a:off x="144463" y="863601"/>
          <a:ext cx="3000000" cy="3000000"/>
        </p:xfrm>
        <a:graphic>
          <a:graphicData uri="http://schemas.openxmlformats.org/drawingml/2006/table">
            <a:tbl>
              <a:tblPr>
                <a:noFill/>
                <a:tableStyleId>{FE03F3E7-6964-46DF-ADC6-E4BCA3E1CC40}</a:tableStyleId>
              </a:tblPr>
              <a:tblGrid>
                <a:gridCol w="430575"/>
                <a:gridCol w="2535800"/>
                <a:gridCol w="1838225"/>
                <a:gridCol w="593900"/>
                <a:gridCol w="3456575"/>
              </a:tblGrid>
              <a:tr h="171125">
                <a:tc>
                  <a:txBody>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No</a:t>
                      </a:r>
                      <a:endParaRPr b="1" sz="1400">
                        <a:solidFill>
                          <a:schemeClr val="lt1"/>
                        </a:solidFill>
                        <a:latin typeface="Arial"/>
                        <a:ea typeface="Arial"/>
                        <a:cs typeface="Arial"/>
                        <a:sym typeface="Arial"/>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c>
                  <a:txBody>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リスク事象</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c>
                  <a:txBody>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事象ドライバー</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c>
                  <a:txBody>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区分</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c>
                  <a:txBody>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対応策案</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r>
              <a:tr h="530450">
                <a:tc>
                  <a:txBody>
                    <a:bodyPr/>
                    <a:lstStyle/>
                    <a:p>
                      <a:pPr indent="0" lvl="0" marL="0" marR="0" rtl="0" algn="ctr">
                        <a:spcBef>
                          <a:spcPts val="0"/>
                        </a:spcBef>
                        <a:spcAft>
                          <a:spcPts val="0"/>
                        </a:spcAft>
                        <a:buNone/>
                      </a:pPr>
                      <a:r>
                        <a:rPr lang="ja-JP" sz="1400">
                          <a:latin typeface="Arial"/>
                          <a:ea typeface="Arial"/>
                          <a:cs typeface="Arial"/>
                          <a:sym typeface="Arial"/>
                        </a:rPr>
                        <a:t>8</a:t>
                      </a:r>
                      <a:endParaRPr sz="1400">
                        <a:latin typeface="Arial"/>
                        <a:ea typeface="Arial"/>
                        <a:cs typeface="Arial"/>
                        <a:sym typeface="Arial"/>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ja-JP" sz="1400">
                          <a:latin typeface="Arial"/>
                          <a:ea typeface="Arial"/>
                          <a:cs typeface="Arial"/>
                          <a:sym typeface="Arial"/>
                        </a:rPr>
                        <a:t>引き継ぎ工数が発生し生産性が低下</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ja-JP" sz="1400">
                          <a:latin typeface="Arial"/>
                          <a:ea typeface="Arial"/>
                          <a:cs typeface="Arial"/>
                          <a:sym typeface="Arial"/>
                        </a:rPr>
                        <a:t>オフショア要員の離職等による離任</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軽減</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ja-JP" sz="1400">
                          <a:latin typeface="Arial"/>
                          <a:ea typeface="Arial"/>
                          <a:cs typeface="Arial"/>
                          <a:sym typeface="Arial"/>
                        </a:rPr>
                        <a:t>ベトナム開発チームのチームリーダーに勤続年数が長く離職の可能性が低い要員を採用し、メンバーの離任による影響を小さくする。</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r>
              <a:tr h="530450">
                <a:tc>
                  <a:txBody>
                    <a:bodyPr/>
                    <a:lstStyle/>
                    <a:p>
                      <a:pPr indent="0" lvl="0" marL="0" marR="0" rtl="0" algn="ctr">
                        <a:spcBef>
                          <a:spcPts val="0"/>
                        </a:spcBef>
                        <a:spcAft>
                          <a:spcPts val="0"/>
                        </a:spcAft>
                        <a:buNone/>
                      </a:pPr>
                      <a:r>
                        <a:rPr lang="ja-JP" sz="1400">
                          <a:latin typeface="Arial"/>
                          <a:ea typeface="Arial"/>
                          <a:cs typeface="Arial"/>
                          <a:sym typeface="Arial"/>
                        </a:rPr>
                        <a:t>9</a:t>
                      </a:r>
                      <a:endParaRPr sz="1400">
                        <a:latin typeface="Arial"/>
                        <a:ea typeface="Arial"/>
                        <a:cs typeface="Arial"/>
                        <a:sym typeface="Arial"/>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ja-JP" sz="1400">
                          <a:latin typeface="Arial"/>
                          <a:ea typeface="Arial"/>
                          <a:cs typeface="Arial"/>
                          <a:sym typeface="Arial"/>
                        </a:rPr>
                        <a:t>プロジェクト期間中の現行システムの改修分の反映漏れによるデグレード</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ja-JP" sz="1400">
                          <a:latin typeface="Arial"/>
                          <a:ea typeface="Arial"/>
                          <a:cs typeface="Arial"/>
                          <a:sym typeface="Arial"/>
                        </a:rPr>
                        <a:t>プロジェクト進行中に周辺システム更新による現行システムの改修が生じる</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回避</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ja-JP" sz="1400">
                          <a:latin typeface="Arial"/>
                          <a:ea typeface="Arial"/>
                          <a:cs typeface="Arial"/>
                          <a:sym typeface="Arial"/>
                        </a:rPr>
                        <a:t>現行システムの担当ベンダーと定期的に情報連携を行い、周辺システムの更新に伴う改修箇所および改修内容を把握し、適宜新システムに反映する。</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r>
              <a:tr h="410675">
                <a:tc>
                  <a:txBody>
                    <a:bodyPr/>
                    <a:lstStyle/>
                    <a:p>
                      <a:pPr indent="0" lvl="0" marL="0" marR="0" rtl="0" algn="ctr">
                        <a:spcBef>
                          <a:spcPts val="0"/>
                        </a:spcBef>
                        <a:spcAft>
                          <a:spcPts val="0"/>
                        </a:spcAft>
                        <a:buNone/>
                      </a:pPr>
                      <a:r>
                        <a:rPr lang="ja-JP" sz="1400">
                          <a:latin typeface="Arial"/>
                          <a:ea typeface="Arial"/>
                          <a:cs typeface="Arial"/>
                          <a:sym typeface="Arial"/>
                        </a:rPr>
                        <a:t>10</a:t>
                      </a:r>
                      <a:endParaRPr sz="1400">
                        <a:latin typeface="Arial"/>
                        <a:ea typeface="Arial"/>
                        <a:cs typeface="Arial"/>
                        <a:sym typeface="Arial"/>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i="0" lang="ja-JP" sz="1400" u="none" strike="noStrike">
                          <a:solidFill>
                            <a:schemeClr val="dk1"/>
                          </a:solidFill>
                          <a:latin typeface="Arial"/>
                          <a:ea typeface="Arial"/>
                          <a:cs typeface="Arial"/>
                          <a:sym typeface="Arial"/>
                        </a:rPr>
                        <a:t>安定稼働の保証がないため、稼働不能や大規模改修に繋がる</a:t>
                      </a:r>
                      <a:endParaRPr sz="1400">
                        <a:latin typeface="Arial"/>
                        <a:ea typeface="Arial"/>
                        <a:cs typeface="Arial"/>
                        <a:sym typeface="Arial"/>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i="0" lang="ja-JP" sz="1400" u="none" strike="noStrike">
                          <a:solidFill>
                            <a:schemeClr val="dk1"/>
                          </a:solidFill>
                          <a:latin typeface="Arial"/>
                          <a:ea typeface="Arial"/>
                          <a:cs typeface="Arial"/>
                          <a:sym typeface="Arial"/>
                        </a:rPr>
                        <a:t>可用性の検討が十分でない</a:t>
                      </a:r>
                      <a:endParaRPr sz="1400">
                        <a:latin typeface="Arial"/>
                        <a:ea typeface="Arial"/>
                        <a:cs typeface="Arial"/>
                        <a:sym typeface="Arial"/>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回避</a:t>
                      </a:r>
                      <a:endParaRPr sz="1400">
                        <a:latin typeface="Arial"/>
                        <a:ea typeface="Arial"/>
                        <a:cs typeface="Arial"/>
                        <a:sym typeface="Arial"/>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i="0" lang="ja-JP" sz="1400" u="none" strike="noStrike">
                          <a:solidFill>
                            <a:schemeClr val="dk1"/>
                          </a:solidFill>
                          <a:latin typeface="Arial"/>
                          <a:ea typeface="Arial"/>
                          <a:cs typeface="Arial"/>
                          <a:sym typeface="Arial"/>
                        </a:rPr>
                        <a:t>可用性対策、稼働率見積りの利用部門を交えたレビューを実施する。</a:t>
                      </a:r>
                      <a:endParaRPr b="0" i="0" sz="1400" u="none" strike="noStrike">
                        <a:solidFill>
                          <a:schemeClr val="dk1"/>
                        </a:solidFill>
                        <a:latin typeface="Arial"/>
                        <a:ea typeface="Arial"/>
                        <a:cs typeface="Arial"/>
                        <a:sym typeface="Arial"/>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r>
              <a:tr h="410675">
                <a:tc>
                  <a:txBody>
                    <a:bodyPr/>
                    <a:lstStyle/>
                    <a:p>
                      <a:pPr indent="0" lvl="0" marL="0" marR="0" rtl="0" algn="ctr">
                        <a:spcBef>
                          <a:spcPts val="0"/>
                        </a:spcBef>
                        <a:spcAft>
                          <a:spcPts val="0"/>
                        </a:spcAft>
                        <a:buNone/>
                      </a:pPr>
                      <a:r>
                        <a:rPr lang="ja-JP" sz="1400">
                          <a:latin typeface="Arial"/>
                          <a:ea typeface="Arial"/>
                          <a:cs typeface="Arial"/>
                          <a:sym typeface="Arial"/>
                        </a:rPr>
                        <a:t>11</a:t>
                      </a:r>
                      <a:endParaRPr sz="1400">
                        <a:latin typeface="Arial"/>
                        <a:ea typeface="Arial"/>
                        <a:cs typeface="Arial"/>
                        <a:sym typeface="Arial"/>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i="0" lang="ja-JP" sz="1400" u="none" strike="noStrike">
                          <a:solidFill>
                            <a:schemeClr val="dk1"/>
                          </a:solidFill>
                          <a:latin typeface="Arial"/>
                          <a:ea typeface="Arial"/>
                          <a:cs typeface="Arial"/>
                          <a:sym typeface="Arial"/>
                        </a:rPr>
                        <a:t>実現できない、矛盾を含んだ要求仕様ができる（運用要件）</a:t>
                      </a:r>
                      <a:endParaRPr sz="1400">
                        <a:latin typeface="Arial"/>
                        <a:ea typeface="Arial"/>
                        <a:cs typeface="Arial"/>
                        <a:sym typeface="Arial"/>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i="0" lang="ja-JP" sz="1400" u="none" strike="noStrike">
                          <a:solidFill>
                            <a:schemeClr val="dk1"/>
                          </a:solidFill>
                          <a:latin typeface="Arial"/>
                          <a:ea typeface="Arial"/>
                          <a:cs typeface="Arial"/>
                          <a:sym typeface="Arial"/>
                        </a:rPr>
                        <a:t>運用要件の検討が十分でない</a:t>
                      </a:r>
                      <a:endParaRPr sz="1400">
                        <a:latin typeface="Arial"/>
                        <a:ea typeface="Arial"/>
                        <a:cs typeface="Arial"/>
                        <a:sym typeface="Arial"/>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軽減</a:t>
                      </a:r>
                      <a:endParaRPr sz="1400">
                        <a:latin typeface="Arial"/>
                        <a:ea typeface="Arial"/>
                        <a:cs typeface="Arial"/>
                        <a:sym typeface="Arial"/>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i="0" lang="ja-JP" sz="1400" u="none" strike="noStrike">
                          <a:solidFill>
                            <a:schemeClr val="dk1"/>
                          </a:solidFill>
                          <a:latin typeface="Arial"/>
                          <a:ea typeface="Arial"/>
                          <a:cs typeface="Arial"/>
                          <a:sym typeface="Arial"/>
                        </a:rPr>
                        <a:t>システム運用手順書および障害発生時の代替・回復方法の手順書を作成する。</a:t>
                      </a:r>
                      <a:endParaRPr sz="1400">
                        <a:latin typeface="Arial"/>
                        <a:ea typeface="Arial"/>
                        <a:cs typeface="Arial"/>
                        <a:sym typeface="Arial"/>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r>
              <a:tr h="410675">
                <a:tc>
                  <a:txBody>
                    <a:bodyPr/>
                    <a:lstStyle/>
                    <a:p>
                      <a:pPr indent="0" lvl="0" marL="0" marR="0" rtl="0" algn="ctr">
                        <a:spcBef>
                          <a:spcPts val="0"/>
                        </a:spcBef>
                        <a:spcAft>
                          <a:spcPts val="0"/>
                        </a:spcAft>
                        <a:buNone/>
                      </a:pPr>
                      <a:r>
                        <a:rPr lang="ja-JP" sz="1400">
                          <a:latin typeface="Arial"/>
                          <a:ea typeface="Arial"/>
                          <a:cs typeface="Arial"/>
                          <a:sym typeface="Arial"/>
                        </a:rPr>
                        <a:t>12</a:t>
                      </a:r>
                      <a:endParaRPr sz="1400">
                        <a:latin typeface="Arial"/>
                        <a:ea typeface="Arial"/>
                        <a:cs typeface="Arial"/>
                        <a:sym typeface="Arial"/>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i="0" lang="ja-JP" sz="1400" u="none" strike="noStrike">
                          <a:solidFill>
                            <a:schemeClr val="dk1"/>
                          </a:solidFill>
                          <a:latin typeface="Arial"/>
                          <a:ea typeface="Arial"/>
                          <a:cs typeface="Arial"/>
                          <a:sym typeface="Arial"/>
                        </a:rPr>
                        <a:t>期待された業務運用ができない</a:t>
                      </a:r>
                      <a:endParaRPr sz="1400">
                        <a:latin typeface="Arial"/>
                        <a:ea typeface="Arial"/>
                        <a:cs typeface="Arial"/>
                        <a:sym typeface="Arial"/>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i="0" lang="ja-JP" sz="1400" u="none" strike="noStrike">
                          <a:solidFill>
                            <a:schemeClr val="dk1"/>
                          </a:solidFill>
                          <a:latin typeface="Arial"/>
                          <a:ea typeface="Arial"/>
                          <a:cs typeface="Arial"/>
                          <a:sym typeface="Arial"/>
                        </a:rPr>
                        <a:t>運用に向けての制約条件が明確でない</a:t>
                      </a:r>
                      <a:endParaRPr sz="1400">
                        <a:latin typeface="Arial"/>
                        <a:ea typeface="Arial"/>
                        <a:cs typeface="Arial"/>
                        <a:sym typeface="Arial"/>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400"/>
                        <a:buFont typeface="Arial"/>
                        <a:buNone/>
                      </a:pPr>
                      <a:r>
                        <a:rPr lang="ja-JP" sz="1400">
                          <a:latin typeface="Arial"/>
                          <a:ea typeface="Arial"/>
                          <a:cs typeface="Arial"/>
                          <a:sym typeface="Arial"/>
                        </a:rPr>
                        <a:t>回避</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i="0" lang="ja-JP" sz="1400" u="none" strike="noStrike">
                          <a:solidFill>
                            <a:schemeClr val="dk1"/>
                          </a:solidFill>
                          <a:latin typeface="Arial"/>
                          <a:ea typeface="Arial"/>
                          <a:cs typeface="Arial"/>
                          <a:sym typeface="Arial"/>
                        </a:rPr>
                        <a:t>非機能要求の項目を具体化し、利用部門の業務に合わせた要件定義を文書化する。</a:t>
                      </a:r>
                      <a:endParaRPr sz="1400">
                        <a:latin typeface="Arial"/>
                        <a:ea typeface="Arial"/>
                        <a:cs typeface="Arial"/>
                        <a:sym typeface="Arial"/>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r>
            </a:tbl>
          </a:graphicData>
        </a:graphic>
      </p:graphicFrame>
      <p:sp>
        <p:nvSpPr>
          <p:cNvPr id="2218" name="Google Shape;2218;p61"/>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ja-JP"/>
              <a:t>Copyright© 2020 SystemEXE,Inc. all rights reserved.</a:t>
            </a:r>
            <a:endParaRPr/>
          </a:p>
        </p:txBody>
      </p:sp>
      <p:sp>
        <p:nvSpPr>
          <p:cNvPr id="2219" name="Google Shape;2219;p61"/>
          <p:cNvSpPr txBox="1"/>
          <p:nvPr>
            <p:ph idx="12" type="sldNum"/>
          </p:nvPr>
        </p:nvSpPr>
        <p:spPr>
          <a:xfrm>
            <a:off x="4212000" y="6500068"/>
            <a:ext cx="720000" cy="288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ja-JP"/>
              <a:t>‹#›</a:t>
            </a:fld>
            <a:endParaRPr/>
          </a:p>
        </p:txBody>
      </p:sp>
      <p:sp>
        <p:nvSpPr>
          <p:cNvPr id="2220" name="Google Shape;2220;p61"/>
          <p:cNvSpPr txBox="1"/>
          <p:nvPr/>
        </p:nvSpPr>
        <p:spPr>
          <a:xfrm>
            <a:off x="144000" y="5940000"/>
            <a:ext cx="8856000" cy="432000"/>
          </a:xfrm>
          <a:prstGeom prst="rect">
            <a:avLst/>
          </a:prstGeom>
          <a:noFill/>
          <a:ln>
            <a:noFill/>
          </a:ln>
        </p:spPr>
        <p:txBody>
          <a:bodyPr anchorCtr="0" anchor="t" bIns="45700" lIns="91425" spcFirstLastPara="1" rIns="91425" wrap="square" tIns="45700">
            <a:noAutofit/>
          </a:bodyPr>
          <a:lstStyle/>
          <a:p>
            <a:pPr indent="-285750" lvl="0" marL="285750" marR="0" rtl="0" algn="l">
              <a:spcBef>
                <a:spcPts val="0"/>
              </a:spcBef>
              <a:spcAft>
                <a:spcPts val="0"/>
              </a:spcAft>
              <a:buClr>
                <a:schemeClr val="dk1"/>
              </a:buClr>
              <a:buSzPts val="1200"/>
              <a:buFont typeface="Arial"/>
              <a:buChar char="※"/>
            </a:pPr>
            <a:r>
              <a:rPr lang="ja-JP" sz="1200">
                <a:solidFill>
                  <a:schemeClr val="dk1"/>
                </a:solidFill>
                <a:latin typeface="Arial"/>
                <a:ea typeface="Arial"/>
                <a:cs typeface="Arial"/>
                <a:sym typeface="Arial"/>
              </a:rPr>
              <a:t>上記は現時点で想定されるリスクを示しております。事象ドライバーにつきましても一例となり、対応策は案を記載しております。プロジェクト開始後に改めてリスクの識別・分析・評価・対策を実施します。</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5" name="Shape 2225"/>
        <p:cNvGrpSpPr/>
        <p:nvPr/>
      </p:nvGrpSpPr>
      <p:grpSpPr>
        <a:xfrm>
          <a:off x="0" y="0"/>
          <a:ext cx="0" cy="0"/>
          <a:chOff x="0" y="0"/>
          <a:chExt cx="0" cy="0"/>
        </a:xfrm>
      </p:grpSpPr>
      <p:sp>
        <p:nvSpPr>
          <p:cNvPr id="2226" name="Google Shape;2226;p62"/>
          <p:cNvSpPr txBox="1"/>
          <p:nvPr>
            <p:ph type="title"/>
          </p:nvPr>
        </p:nvSpPr>
        <p:spPr>
          <a:xfrm>
            <a:off x="144000" y="36000"/>
            <a:ext cx="8856000" cy="5760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3000"/>
              <a:buFont typeface="Arial"/>
              <a:buNone/>
            </a:pPr>
            <a:r>
              <a:rPr lang="ja-JP"/>
              <a:t>品質管理</a:t>
            </a:r>
            <a:endParaRPr/>
          </a:p>
        </p:txBody>
      </p:sp>
      <p:sp>
        <p:nvSpPr>
          <p:cNvPr id="2227" name="Google Shape;2227;p62"/>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ja-JP"/>
              <a:t>Copyright© 2020 SystemEXE,Inc. all rights reserved.</a:t>
            </a:r>
            <a:endParaRPr/>
          </a:p>
        </p:txBody>
      </p:sp>
      <p:sp>
        <p:nvSpPr>
          <p:cNvPr id="2228" name="Google Shape;2228;p62"/>
          <p:cNvSpPr txBox="1"/>
          <p:nvPr>
            <p:ph idx="12" type="sldNum"/>
          </p:nvPr>
        </p:nvSpPr>
        <p:spPr>
          <a:xfrm>
            <a:off x="4212000" y="6500068"/>
            <a:ext cx="720000" cy="288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ja-JP"/>
              <a:t>‹#›</a:t>
            </a:fld>
            <a:endParaRPr/>
          </a:p>
        </p:txBody>
      </p:sp>
      <p:sp>
        <p:nvSpPr>
          <p:cNvPr id="2229" name="Google Shape;2229;p62"/>
          <p:cNvSpPr/>
          <p:nvPr/>
        </p:nvSpPr>
        <p:spPr>
          <a:xfrm>
            <a:off x="1080000" y="864000"/>
            <a:ext cx="7920000" cy="936000"/>
          </a:xfrm>
          <a:prstGeom prst="rect">
            <a:avLst/>
          </a:prstGeom>
          <a:noFill/>
          <a:ln>
            <a:noFill/>
          </a:ln>
        </p:spPr>
        <p:txBody>
          <a:bodyPr anchorCtr="0" anchor="t" bIns="46800" lIns="91425" spcFirstLastPara="1" rIns="91425" wrap="square" tIns="46800">
            <a:noAutofit/>
          </a:bodyPr>
          <a:lstStyle/>
          <a:p>
            <a:pPr indent="0" lvl="0" marL="0" marR="0" rtl="0" algn="l">
              <a:lnSpc>
                <a:spcPct val="120000"/>
              </a:lnSpc>
              <a:spcBef>
                <a:spcPts val="0"/>
              </a:spcBef>
              <a:spcAft>
                <a:spcPts val="0"/>
              </a:spcAft>
              <a:buNone/>
            </a:pPr>
            <a:r>
              <a:rPr lang="ja-JP" sz="1400">
                <a:solidFill>
                  <a:schemeClr val="dk1"/>
                </a:solidFill>
                <a:latin typeface="Arial"/>
                <a:ea typeface="Arial"/>
                <a:cs typeface="Arial"/>
                <a:sym typeface="Arial"/>
              </a:rPr>
              <a:t>貴社「出光開発標準」の適用および弊社「品質マネジメントシステム（QMS）」の適用することにより、作業を標準化・均一化します。また、共通機能を先行開発することで、コーディング量・テスト量を軽減し品質向上を図ります。</a:t>
            </a:r>
            <a:endParaRPr sz="1400">
              <a:solidFill>
                <a:schemeClr val="dk1"/>
              </a:solidFill>
              <a:latin typeface="Arial"/>
              <a:ea typeface="Arial"/>
              <a:cs typeface="Arial"/>
              <a:sym typeface="Arial"/>
            </a:endParaRPr>
          </a:p>
        </p:txBody>
      </p:sp>
      <p:sp>
        <p:nvSpPr>
          <p:cNvPr id="2230" name="Google Shape;2230;p62"/>
          <p:cNvSpPr/>
          <p:nvPr/>
        </p:nvSpPr>
        <p:spPr>
          <a:xfrm>
            <a:off x="216000" y="900000"/>
            <a:ext cx="749902" cy="749902"/>
          </a:xfrm>
          <a:prstGeom prst="ellipse">
            <a:avLst/>
          </a:prstGeom>
          <a:solidFill>
            <a:schemeClr val="accent1">
              <a:alpha val="5882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2231" name="Google Shape;2231;p62"/>
          <p:cNvPicPr preferRelativeResize="0"/>
          <p:nvPr/>
        </p:nvPicPr>
        <p:blipFill rotWithShape="1">
          <a:blip r:embed="rId3">
            <a:alphaModFix/>
          </a:blip>
          <a:srcRect b="0" l="0" r="0" t="0"/>
          <a:stretch/>
        </p:blipFill>
        <p:spPr>
          <a:xfrm>
            <a:off x="414000" y="1058951"/>
            <a:ext cx="446151" cy="432000"/>
          </a:xfrm>
          <a:prstGeom prst="rect">
            <a:avLst/>
          </a:prstGeom>
          <a:noFill/>
          <a:ln>
            <a:noFill/>
          </a:ln>
        </p:spPr>
      </p:pic>
      <p:sp>
        <p:nvSpPr>
          <p:cNvPr id="2232" name="Google Shape;2232;p62"/>
          <p:cNvSpPr/>
          <p:nvPr/>
        </p:nvSpPr>
        <p:spPr>
          <a:xfrm>
            <a:off x="0" y="2160000"/>
            <a:ext cx="4572000" cy="1944000"/>
          </a:xfrm>
          <a:prstGeom prst="rect">
            <a:avLst/>
          </a:prstGeom>
          <a:solidFill>
            <a:srgbClr val="DDEAF6">
              <a:alpha val="4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600">
              <a:solidFill>
                <a:schemeClr val="lt1"/>
              </a:solidFill>
              <a:latin typeface="Arial"/>
              <a:ea typeface="Arial"/>
              <a:cs typeface="Arial"/>
              <a:sym typeface="Arial"/>
            </a:endParaRPr>
          </a:p>
        </p:txBody>
      </p:sp>
      <p:sp>
        <p:nvSpPr>
          <p:cNvPr id="2233" name="Google Shape;2233;p62"/>
          <p:cNvSpPr/>
          <p:nvPr/>
        </p:nvSpPr>
        <p:spPr>
          <a:xfrm>
            <a:off x="4572000" y="2160000"/>
            <a:ext cx="4572000" cy="3888000"/>
          </a:xfrm>
          <a:prstGeom prst="rect">
            <a:avLst/>
          </a:prstGeom>
          <a:solidFill>
            <a:srgbClr val="FBE4D4">
              <a:alpha val="4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600">
              <a:solidFill>
                <a:schemeClr val="lt1"/>
              </a:solidFill>
              <a:latin typeface="Arial"/>
              <a:ea typeface="Arial"/>
              <a:cs typeface="Arial"/>
              <a:sym typeface="Arial"/>
            </a:endParaRPr>
          </a:p>
        </p:txBody>
      </p:sp>
      <p:sp>
        <p:nvSpPr>
          <p:cNvPr id="2234" name="Google Shape;2234;p62"/>
          <p:cNvSpPr txBox="1"/>
          <p:nvPr/>
        </p:nvSpPr>
        <p:spPr>
          <a:xfrm>
            <a:off x="144000" y="2304000"/>
            <a:ext cx="4284000" cy="288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4E79"/>
              </a:buClr>
              <a:buSzPts val="1600"/>
              <a:buFont typeface="Arial"/>
              <a:buNone/>
            </a:pPr>
            <a:r>
              <a:rPr b="1" lang="ja-JP" sz="1600">
                <a:solidFill>
                  <a:srgbClr val="1E4E79"/>
                </a:solidFill>
                <a:latin typeface="Arial"/>
                <a:ea typeface="Arial"/>
                <a:cs typeface="Arial"/>
                <a:sym typeface="Arial"/>
              </a:rPr>
              <a:t>出光開発標準の適用</a:t>
            </a:r>
            <a:endParaRPr b="1" sz="1600">
              <a:solidFill>
                <a:srgbClr val="1E4E79"/>
              </a:solidFill>
              <a:latin typeface="Arial"/>
              <a:ea typeface="Arial"/>
              <a:cs typeface="Arial"/>
              <a:sym typeface="Arial"/>
            </a:endParaRPr>
          </a:p>
        </p:txBody>
      </p:sp>
      <p:sp>
        <p:nvSpPr>
          <p:cNvPr id="2235" name="Google Shape;2235;p62"/>
          <p:cNvSpPr txBox="1"/>
          <p:nvPr/>
        </p:nvSpPr>
        <p:spPr>
          <a:xfrm>
            <a:off x="4716000" y="2304000"/>
            <a:ext cx="4284000" cy="288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4E79"/>
              </a:buClr>
              <a:buSzPts val="1600"/>
              <a:buFont typeface="Arial"/>
              <a:buNone/>
            </a:pPr>
            <a:r>
              <a:rPr b="1" lang="ja-JP" sz="1600">
                <a:solidFill>
                  <a:srgbClr val="1E4E79"/>
                </a:solidFill>
                <a:latin typeface="Arial"/>
                <a:ea typeface="Arial"/>
                <a:cs typeface="Arial"/>
                <a:sym typeface="Arial"/>
              </a:rPr>
              <a:t>共通機能の先行開発</a:t>
            </a:r>
            <a:endParaRPr b="1" sz="1600">
              <a:solidFill>
                <a:srgbClr val="1E4E79"/>
              </a:solidFill>
              <a:latin typeface="Arial"/>
              <a:ea typeface="Arial"/>
              <a:cs typeface="Arial"/>
              <a:sym typeface="Arial"/>
            </a:endParaRPr>
          </a:p>
        </p:txBody>
      </p:sp>
      <p:grpSp>
        <p:nvGrpSpPr>
          <p:cNvPr id="2236" name="Google Shape;2236;p62"/>
          <p:cNvGrpSpPr/>
          <p:nvPr/>
        </p:nvGrpSpPr>
        <p:grpSpPr>
          <a:xfrm>
            <a:off x="0" y="4104000"/>
            <a:ext cx="4572000" cy="1944000"/>
            <a:chOff x="0" y="4104000"/>
            <a:chExt cx="4572000" cy="1944000"/>
          </a:xfrm>
        </p:grpSpPr>
        <p:sp>
          <p:nvSpPr>
            <p:cNvPr id="2237" name="Google Shape;2237;p62"/>
            <p:cNvSpPr/>
            <p:nvPr/>
          </p:nvSpPr>
          <p:spPr>
            <a:xfrm>
              <a:off x="0" y="4104000"/>
              <a:ext cx="4572000" cy="1944000"/>
            </a:xfrm>
            <a:prstGeom prst="rect">
              <a:avLst/>
            </a:prstGeom>
            <a:solidFill>
              <a:srgbClr val="FFF2CC">
                <a:alpha val="4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600">
                <a:solidFill>
                  <a:schemeClr val="lt1"/>
                </a:solidFill>
                <a:latin typeface="Arial"/>
                <a:ea typeface="Arial"/>
                <a:cs typeface="Arial"/>
                <a:sym typeface="Arial"/>
              </a:endParaRPr>
            </a:p>
          </p:txBody>
        </p:sp>
        <p:sp>
          <p:nvSpPr>
            <p:cNvPr id="2238" name="Google Shape;2238;p62"/>
            <p:cNvSpPr txBox="1"/>
            <p:nvPr/>
          </p:nvSpPr>
          <p:spPr>
            <a:xfrm>
              <a:off x="144000" y="4248000"/>
              <a:ext cx="4284000" cy="288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4E79"/>
                </a:buClr>
                <a:buSzPts val="1600"/>
                <a:buFont typeface="Arial"/>
                <a:buNone/>
              </a:pPr>
              <a:r>
                <a:rPr b="1" lang="ja-JP" sz="1600">
                  <a:solidFill>
                    <a:srgbClr val="1E4E79"/>
                  </a:solidFill>
                  <a:latin typeface="Arial"/>
                  <a:ea typeface="Arial"/>
                  <a:cs typeface="Arial"/>
                  <a:sym typeface="Arial"/>
                </a:rPr>
                <a:t>QMSの適用</a:t>
              </a:r>
              <a:endParaRPr b="1" sz="1600">
                <a:solidFill>
                  <a:srgbClr val="1E4E79"/>
                </a:solidFill>
                <a:latin typeface="Arial"/>
                <a:ea typeface="Arial"/>
                <a:cs typeface="Arial"/>
                <a:sym typeface="Arial"/>
              </a:endParaRPr>
            </a:p>
          </p:txBody>
        </p:sp>
      </p:grpSp>
      <p:sp>
        <p:nvSpPr>
          <p:cNvPr id="2239" name="Google Shape;2239;p62"/>
          <p:cNvSpPr/>
          <p:nvPr/>
        </p:nvSpPr>
        <p:spPr>
          <a:xfrm>
            <a:off x="4716000" y="2628000"/>
            <a:ext cx="4284000" cy="3168000"/>
          </a:xfrm>
          <a:prstGeom prst="rect">
            <a:avLst/>
          </a:prstGeom>
          <a:noFill/>
          <a:ln>
            <a:noFill/>
          </a:ln>
        </p:spPr>
        <p:txBody>
          <a:bodyPr anchorCtr="0" anchor="t" bIns="45700" lIns="91425" spcFirstLastPara="1" rIns="91425" wrap="square" tIns="45700">
            <a:noAutofit/>
          </a:bodyPr>
          <a:lstStyle/>
          <a:p>
            <a:pPr indent="-285750" lvl="0" marL="285750" marR="0" rtl="0" algn="l">
              <a:spcBef>
                <a:spcPts val="0"/>
              </a:spcBef>
              <a:spcAft>
                <a:spcPts val="0"/>
              </a:spcAft>
              <a:buClr>
                <a:schemeClr val="dk1"/>
              </a:buClr>
              <a:buSzPts val="1400"/>
              <a:buFont typeface="Noto Sans Symbols"/>
              <a:buChar char="●"/>
            </a:pPr>
            <a:r>
              <a:rPr lang="ja-JP" sz="1400">
                <a:solidFill>
                  <a:schemeClr val="dk1"/>
                </a:solidFill>
                <a:latin typeface="Arial"/>
                <a:ea typeface="Arial"/>
                <a:cs typeface="Arial"/>
                <a:sym typeface="Arial"/>
              </a:rPr>
              <a:t>ユーザインタフェース設計（UI）およびシステム構造設計（SS）にて標準化分析を実施し、共通機能の設計・製造・テストを業務機能に先行して行います。</a:t>
            </a:r>
            <a:endParaRPr/>
          </a:p>
          <a:p>
            <a:pPr indent="-285750" lvl="0" marL="285750" marR="0" rtl="0" algn="l">
              <a:spcBef>
                <a:spcPts val="600"/>
              </a:spcBef>
              <a:spcAft>
                <a:spcPts val="0"/>
              </a:spcAft>
              <a:buClr>
                <a:schemeClr val="dk1"/>
              </a:buClr>
              <a:buSzPts val="1400"/>
              <a:buFont typeface="Noto Sans Symbols"/>
              <a:buChar char="●"/>
            </a:pPr>
            <a:r>
              <a:rPr lang="ja-JP" sz="1400">
                <a:solidFill>
                  <a:schemeClr val="dk1"/>
                </a:solidFill>
                <a:latin typeface="Arial"/>
                <a:ea typeface="Arial"/>
                <a:cs typeface="Arial"/>
                <a:sym typeface="Arial"/>
              </a:rPr>
              <a:t>共通機能はフレームワークとして提供し、コーディング・テスト量を軽減し、一定の品質を担保します。</a:t>
            </a:r>
            <a:endParaRPr/>
          </a:p>
          <a:p>
            <a:pPr indent="-285750" lvl="0" marL="285750" marR="0" rtl="0" algn="l">
              <a:spcBef>
                <a:spcPts val="600"/>
              </a:spcBef>
              <a:spcAft>
                <a:spcPts val="0"/>
              </a:spcAft>
              <a:buClr>
                <a:schemeClr val="dk1"/>
              </a:buClr>
              <a:buSzPts val="1400"/>
              <a:buFont typeface="Noto Sans Symbols"/>
              <a:buChar char="●"/>
            </a:pPr>
            <a:r>
              <a:rPr lang="ja-JP" sz="1400">
                <a:solidFill>
                  <a:schemeClr val="dk1"/>
                </a:solidFill>
                <a:latin typeface="Arial"/>
                <a:ea typeface="Arial"/>
                <a:cs typeface="Arial"/>
                <a:sym typeface="Arial"/>
              </a:rPr>
              <a:t>実装規約およびフレームワーク／共通部品を前提とした製造手順を策定し、開発前にメンバーへの教育を実施します。</a:t>
            </a:r>
            <a:endParaRPr/>
          </a:p>
          <a:p>
            <a:pPr indent="-285750" lvl="0" marL="285750" marR="0" rtl="0" algn="l">
              <a:spcBef>
                <a:spcPts val="600"/>
              </a:spcBef>
              <a:spcAft>
                <a:spcPts val="0"/>
              </a:spcAft>
              <a:buClr>
                <a:schemeClr val="dk1"/>
              </a:buClr>
              <a:buSzPts val="1400"/>
              <a:buFont typeface="Noto Sans Symbols"/>
              <a:buChar char="●"/>
            </a:pPr>
            <a:r>
              <a:rPr lang="ja-JP" sz="1400">
                <a:solidFill>
                  <a:schemeClr val="dk1"/>
                </a:solidFill>
                <a:latin typeface="Arial"/>
                <a:ea typeface="Arial"/>
                <a:cs typeface="Arial"/>
                <a:sym typeface="Arial"/>
              </a:rPr>
              <a:t>コーディング規約を定義し、コードレビューの実施により、品質のばらつきやシステム内の不統一を抑制します。</a:t>
            </a:r>
            <a:endParaRPr sz="1400">
              <a:solidFill>
                <a:schemeClr val="dk1"/>
              </a:solidFill>
              <a:latin typeface="Arial"/>
              <a:ea typeface="Arial"/>
              <a:cs typeface="Arial"/>
              <a:sym typeface="Arial"/>
            </a:endParaRPr>
          </a:p>
          <a:p>
            <a:pPr indent="-196850" lvl="0" marL="285750" marR="0" rtl="0" algn="l">
              <a:spcBef>
                <a:spcPts val="600"/>
              </a:spcBef>
              <a:spcAft>
                <a:spcPts val="0"/>
              </a:spcAft>
              <a:buClr>
                <a:schemeClr val="dk1"/>
              </a:buClr>
              <a:buSzPts val="1400"/>
              <a:buFont typeface="Noto Sans Symbols"/>
              <a:buNone/>
            </a:pPr>
            <a:r>
              <a:t/>
            </a:r>
            <a:endParaRPr sz="1400">
              <a:solidFill>
                <a:schemeClr val="dk1"/>
              </a:solidFill>
              <a:latin typeface="Arial"/>
              <a:ea typeface="Arial"/>
              <a:cs typeface="Arial"/>
              <a:sym typeface="Arial"/>
            </a:endParaRPr>
          </a:p>
          <a:p>
            <a:pPr indent="-196850" lvl="0" marL="285750" marR="0" rtl="0" algn="ctr">
              <a:spcBef>
                <a:spcPts val="0"/>
              </a:spcBef>
              <a:spcAft>
                <a:spcPts val="0"/>
              </a:spcAft>
              <a:buClr>
                <a:schemeClr val="dk1"/>
              </a:buClr>
              <a:buSzPts val="1400"/>
              <a:buFont typeface="Noto Sans Symbols"/>
              <a:buNone/>
            </a:pPr>
            <a:r>
              <a:t/>
            </a:r>
            <a:endParaRPr b="1" sz="1400">
              <a:solidFill>
                <a:schemeClr val="dk1"/>
              </a:solidFill>
              <a:latin typeface="Arial"/>
              <a:ea typeface="Arial"/>
              <a:cs typeface="Arial"/>
              <a:sym typeface="Arial"/>
            </a:endParaRPr>
          </a:p>
        </p:txBody>
      </p:sp>
      <p:sp>
        <p:nvSpPr>
          <p:cNvPr id="2240" name="Google Shape;2240;p62"/>
          <p:cNvSpPr/>
          <p:nvPr/>
        </p:nvSpPr>
        <p:spPr>
          <a:xfrm>
            <a:off x="144000" y="2628000"/>
            <a:ext cx="4284000" cy="1368000"/>
          </a:xfrm>
          <a:prstGeom prst="rect">
            <a:avLst/>
          </a:prstGeom>
          <a:noFill/>
          <a:ln>
            <a:noFill/>
          </a:ln>
        </p:spPr>
        <p:txBody>
          <a:bodyPr anchorCtr="0" anchor="t" bIns="45700" lIns="91425" spcFirstLastPara="1" rIns="0" wrap="square" tIns="45700">
            <a:no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貴社「出光開発標準」を適用し、規定のプロセス・アクティビティを実行することで以下を実現します。</a:t>
            </a:r>
            <a:endParaRPr sz="1400">
              <a:solidFill>
                <a:schemeClr val="dk1"/>
              </a:solidFill>
              <a:latin typeface="Arial"/>
              <a:ea typeface="Arial"/>
              <a:cs typeface="Arial"/>
              <a:sym typeface="Arial"/>
            </a:endParaRPr>
          </a:p>
          <a:p>
            <a:pPr indent="-285750" lvl="0" marL="285750" marR="0" rtl="0" algn="l">
              <a:spcBef>
                <a:spcPts val="600"/>
              </a:spcBef>
              <a:spcAft>
                <a:spcPts val="0"/>
              </a:spcAft>
              <a:buClr>
                <a:schemeClr val="dk1"/>
              </a:buClr>
              <a:buSzPts val="1400"/>
              <a:buFont typeface="Noto Sans Symbols"/>
              <a:buChar char="●"/>
            </a:pPr>
            <a:r>
              <a:rPr lang="ja-JP" sz="1400">
                <a:solidFill>
                  <a:schemeClr val="dk1"/>
                </a:solidFill>
                <a:latin typeface="Arial"/>
                <a:ea typeface="Arial"/>
                <a:cs typeface="Arial"/>
                <a:sym typeface="Arial"/>
              </a:rPr>
              <a:t>目的・成果物・完了基準の統一された認識</a:t>
            </a:r>
            <a:endParaRPr sz="1400">
              <a:solidFill>
                <a:schemeClr val="dk1"/>
              </a:solidFill>
              <a:latin typeface="Arial"/>
              <a:ea typeface="Arial"/>
              <a:cs typeface="Arial"/>
              <a:sym typeface="Arial"/>
            </a:endParaRPr>
          </a:p>
          <a:p>
            <a:pPr indent="-285750" lvl="0" marL="285750" marR="0" rtl="0" algn="l">
              <a:spcBef>
                <a:spcPts val="600"/>
              </a:spcBef>
              <a:spcAft>
                <a:spcPts val="0"/>
              </a:spcAft>
              <a:buClr>
                <a:schemeClr val="dk1"/>
              </a:buClr>
              <a:buSzPts val="1400"/>
              <a:buFont typeface="Noto Sans Symbols"/>
              <a:buChar char="●"/>
            </a:pPr>
            <a:r>
              <a:rPr lang="ja-JP" sz="1400">
                <a:solidFill>
                  <a:schemeClr val="dk1"/>
                </a:solidFill>
                <a:latin typeface="Arial"/>
                <a:ea typeface="Arial"/>
                <a:cs typeface="Arial"/>
                <a:sym typeface="Arial"/>
              </a:rPr>
              <a:t>伝達漏れ・作業漏れの防止</a:t>
            </a:r>
            <a:endParaRPr sz="1400">
              <a:solidFill>
                <a:schemeClr val="dk1"/>
              </a:solidFill>
              <a:latin typeface="Arial"/>
              <a:ea typeface="Arial"/>
              <a:cs typeface="Arial"/>
              <a:sym typeface="Arial"/>
            </a:endParaRPr>
          </a:p>
          <a:p>
            <a:pPr indent="-285750" lvl="0" marL="285750" marR="0" rtl="0" algn="l">
              <a:spcBef>
                <a:spcPts val="600"/>
              </a:spcBef>
              <a:spcAft>
                <a:spcPts val="0"/>
              </a:spcAft>
              <a:buClr>
                <a:schemeClr val="dk1"/>
              </a:buClr>
              <a:buSzPts val="1400"/>
              <a:buFont typeface="Noto Sans Symbols"/>
              <a:buChar char="●"/>
            </a:pPr>
            <a:r>
              <a:rPr lang="ja-JP" sz="1400">
                <a:solidFill>
                  <a:schemeClr val="dk1"/>
                </a:solidFill>
                <a:latin typeface="Arial"/>
                <a:ea typeface="Arial"/>
                <a:cs typeface="Arial"/>
                <a:sym typeface="Arial"/>
              </a:rPr>
              <a:t>役割分担の明確化</a:t>
            </a:r>
            <a:endParaRPr sz="1400">
              <a:solidFill>
                <a:schemeClr val="dk1"/>
              </a:solidFill>
              <a:latin typeface="Arial"/>
              <a:ea typeface="Arial"/>
              <a:cs typeface="Arial"/>
              <a:sym typeface="Arial"/>
            </a:endParaRPr>
          </a:p>
        </p:txBody>
      </p:sp>
      <p:sp>
        <p:nvSpPr>
          <p:cNvPr id="2241" name="Google Shape;2241;p62"/>
          <p:cNvSpPr/>
          <p:nvPr/>
        </p:nvSpPr>
        <p:spPr>
          <a:xfrm>
            <a:off x="144000" y="4572000"/>
            <a:ext cx="4284000" cy="1368000"/>
          </a:xfrm>
          <a:prstGeom prst="rect">
            <a:avLst/>
          </a:prstGeom>
          <a:noFill/>
          <a:ln>
            <a:noFill/>
          </a:ln>
        </p:spPr>
        <p:txBody>
          <a:bodyPr anchorCtr="0" anchor="t" bIns="45700" lIns="91425" spcFirstLastPara="1" rIns="0" wrap="square" tIns="45700">
            <a:no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弊社「品質マネジメントシステム（QMS）」を適用することで以下の実施を徹底します。</a:t>
            </a:r>
            <a:endParaRPr sz="1400">
              <a:solidFill>
                <a:schemeClr val="dk1"/>
              </a:solidFill>
              <a:latin typeface="Arial"/>
              <a:ea typeface="Arial"/>
              <a:cs typeface="Arial"/>
              <a:sym typeface="Arial"/>
            </a:endParaRPr>
          </a:p>
          <a:p>
            <a:pPr indent="-285750" lvl="0" marL="285750" marR="0" rtl="0" algn="l">
              <a:spcBef>
                <a:spcPts val="600"/>
              </a:spcBef>
              <a:spcAft>
                <a:spcPts val="0"/>
              </a:spcAft>
              <a:buClr>
                <a:schemeClr val="dk1"/>
              </a:buClr>
              <a:buSzPts val="1400"/>
              <a:buFont typeface="Noto Sans Symbols"/>
              <a:buChar char="●"/>
            </a:pPr>
            <a:r>
              <a:rPr lang="ja-JP" sz="1400">
                <a:solidFill>
                  <a:schemeClr val="dk1"/>
                </a:solidFill>
                <a:latin typeface="Arial"/>
                <a:ea typeface="Arial"/>
                <a:cs typeface="Arial"/>
                <a:sym typeface="Arial"/>
              </a:rPr>
              <a:t>プロジェクト計画の作成・キックオフの実施</a:t>
            </a:r>
            <a:endParaRPr sz="1400">
              <a:solidFill>
                <a:schemeClr val="dk1"/>
              </a:solidFill>
              <a:latin typeface="Arial"/>
              <a:ea typeface="Arial"/>
              <a:cs typeface="Arial"/>
              <a:sym typeface="Arial"/>
            </a:endParaRPr>
          </a:p>
          <a:p>
            <a:pPr indent="-285750" lvl="0" marL="285750" marR="0" rtl="0" algn="l">
              <a:spcBef>
                <a:spcPts val="600"/>
              </a:spcBef>
              <a:spcAft>
                <a:spcPts val="0"/>
              </a:spcAft>
              <a:buClr>
                <a:schemeClr val="dk1"/>
              </a:buClr>
              <a:buSzPts val="1400"/>
              <a:buFont typeface="Noto Sans Symbols"/>
              <a:buChar char="●"/>
            </a:pPr>
            <a:r>
              <a:rPr lang="ja-JP" sz="1400">
                <a:solidFill>
                  <a:schemeClr val="dk1"/>
                </a:solidFill>
                <a:latin typeface="Arial"/>
                <a:ea typeface="Arial"/>
                <a:cs typeface="Arial"/>
                <a:sym typeface="Arial"/>
              </a:rPr>
              <a:t>適切なレビューの実施（方法・時期・担当）</a:t>
            </a:r>
            <a:endParaRPr sz="1400">
              <a:solidFill>
                <a:schemeClr val="dk1"/>
              </a:solidFill>
              <a:latin typeface="Arial"/>
              <a:ea typeface="Arial"/>
              <a:cs typeface="Arial"/>
              <a:sym typeface="Arial"/>
            </a:endParaRPr>
          </a:p>
          <a:p>
            <a:pPr indent="-285750" lvl="0" marL="285750" marR="0" rtl="0" algn="l">
              <a:spcBef>
                <a:spcPts val="600"/>
              </a:spcBef>
              <a:spcAft>
                <a:spcPts val="0"/>
              </a:spcAft>
              <a:buClr>
                <a:schemeClr val="dk1"/>
              </a:buClr>
              <a:buSzPts val="1400"/>
              <a:buFont typeface="Noto Sans Symbols"/>
              <a:buChar char="●"/>
            </a:pPr>
            <a:r>
              <a:rPr lang="ja-JP" sz="1400">
                <a:solidFill>
                  <a:schemeClr val="dk1"/>
                </a:solidFill>
                <a:latin typeface="Arial"/>
                <a:ea typeface="Arial"/>
                <a:cs typeface="Arial"/>
                <a:sym typeface="Arial"/>
              </a:rPr>
              <a:t>工程完了時の総括の実施</a:t>
            </a:r>
            <a:endParaRPr sz="1400">
              <a:solidFill>
                <a:schemeClr val="dk1"/>
              </a:solidFill>
              <a:latin typeface="Arial"/>
              <a:ea typeface="Arial"/>
              <a:cs typeface="Arial"/>
              <a:sym typeface="Arial"/>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5" name="Shape 2245"/>
        <p:cNvGrpSpPr/>
        <p:nvPr/>
      </p:nvGrpSpPr>
      <p:grpSpPr>
        <a:xfrm>
          <a:off x="0" y="0"/>
          <a:ext cx="0" cy="0"/>
          <a:chOff x="0" y="0"/>
          <a:chExt cx="0" cy="0"/>
        </a:xfrm>
      </p:grpSpPr>
      <p:sp>
        <p:nvSpPr>
          <p:cNvPr id="2246" name="Google Shape;2246;p63"/>
          <p:cNvSpPr/>
          <p:nvPr/>
        </p:nvSpPr>
        <p:spPr>
          <a:xfrm>
            <a:off x="0" y="2772000"/>
            <a:ext cx="9144000" cy="3600000"/>
          </a:xfrm>
          <a:prstGeom prst="rect">
            <a:avLst/>
          </a:prstGeom>
          <a:solidFill>
            <a:srgbClr val="FBE4D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600">
              <a:solidFill>
                <a:schemeClr val="lt1"/>
              </a:solidFill>
              <a:latin typeface="Arial"/>
              <a:ea typeface="Arial"/>
              <a:cs typeface="Arial"/>
              <a:sym typeface="Arial"/>
            </a:endParaRPr>
          </a:p>
        </p:txBody>
      </p:sp>
      <p:sp>
        <p:nvSpPr>
          <p:cNvPr id="2247" name="Google Shape;2247;p63"/>
          <p:cNvSpPr/>
          <p:nvPr/>
        </p:nvSpPr>
        <p:spPr>
          <a:xfrm>
            <a:off x="0" y="1440000"/>
            <a:ext cx="9144000" cy="1224000"/>
          </a:xfrm>
          <a:prstGeom prst="rect">
            <a:avLst/>
          </a:prstGeom>
          <a:solidFill>
            <a:srgbClr val="DDEA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600">
              <a:solidFill>
                <a:schemeClr val="lt1"/>
              </a:solidFill>
              <a:latin typeface="Arial"/>
              <a:ea typeface="Arial"/>
              <a:cs typeface="Arial"/>
              <a:sym typeface="Arial"/>
            </a:endParaRPr>
          </a:p>
        </p:txBody>
      </p:sp>
      <p:sp>
        <p:nvSpPr>
          <p:cNvPr id="2248" name="Google Shape;2248;p63"/>
          <p:cNvSpPr txBox="1"/>
          <p:nvPr>
            <p:ph type="title"/>
          </p:nvPr>
        </p:nvSpPr>
        <p:spPr>
          <a:xfrm>
            <a:off x="144000" y="36000"/>
            <a:ext cx="8856000" cy="5760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3000"/>
              <a:buFont typeface="Arial"/>
              <a:buNone/>
            </a:pPr>
            <a:r>
              <a:rPr lang="ja-JP"/>
              <a:t>利用部門への早期公開</a:t>
            </a:r>
            <a:endParaRPr/>
          </a:p>
        </p:txBody>
      </p:sp>
      <p:sp>
        <p:nvSpPr>
          <p:cNvPr id="2249" name="Google Shape;2249;p63"/>
          <p:cNvSpPr txBox="1"/>
          <p:nvPr>
            <p:ph idx="1" type="body"/>
          </p:nvPr>
        </p:nvSpPr>
        <p:spPr>
          <a:xfrm>
            <a:off x="144000" y="863599"/>
            <a:ext cx="8856000" cy="5508401"/>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dk1"/>
              </a:buClr>
              <a:buSzPts val="1400"/>
              <a:buNone/>
            </a:pPr>
            <a:r>
              <a:rPr lang="ja-JP"/>
              <a:t>様々な品質向上の施策を実施しますが、より確実な品質で、より安全なプロジェクト進行とするため</a:t>
            </a:r>
            <a:br>
              <a:rPr lang="ja-JP"/>
            </a:br>
            <a:r>
              <a:rPr lang="ja-JP"/>
              <a:t>プレ運用テストとして早い段階で利用部門へシステムを公開することを検討し実施いたします。</a:t>
            </a:r>
            <a:endParaRPr/>
          </a:p>
        </p:txBody>
      </p:sp>
      <p:sp>
        <p:nvSpPr>
          <p:cNvPr id="2250" name="Google Shape;2250;p63"/>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ja-JP"/>
              <a:t>Copyright© 2020 SystemEXE,Inc. all rights reserved.</a:t>
            </a:r>
            <a:endParaRPr/>
          </a:p>
        </p:txBody>
      </p:sp>
      <p:sp>
        <p:nvSpPr>
          <p:cNvPr id="2251" name="Google Shape;2251;p63"/>
          <p:cNvSpPr txBox="1"/>
          <p:nvPr>
            <p:ph idx="12" type="sldNum"/>
          </p:nvPr>
        </p:nvSpPr>
        <p:spPr>
          <a:xfrm>
            <a:off x="4212000" y="6500068"/>
            <a:ext cx="720000" cy="288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ja-JP"/>
              <a:t>‹#›</a:t>
            </a:fld>
            <a:endParaRPr/>
          </a:p>
        </p:txBody>
      </p:sp>
      <p:sp>
        <p:nvSpPr>
          <p:cNvPr id="2252" name="Google Shape;2252;p63"/>
          <p:cNvSpPr/>
          <p:nvPr/>
        </p:nvSpPr>
        <p:spPr>
          <a:xfrm>
            <a:off x="144000" y="1860000"/>
            <a:ext cx="2088000" cy="720000"/>
          </a:xfrm>
          <a:prstGeom prst="roundRect">
            <a:avLst>
              <a:gd fmla="val 8819" name="adj"/>
            </a:avLst>
          </a:prstGeom>
          <a:solidFill>
            <a:schemeClr val="lt1"/>
          </a:solidFill>
          <a:ln cap="flat" cmpd="sng" w="1905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出光開発標準の適用</a:t>
            </a:r>
            <a:endParaRPr/>
          </a:p>
        </p:txBody>
      </p:sp>
      <p:sp>
        <p:nvSpPr>
          <p:cNvPr id="2253" name="Google Shape;2253;p63"/>
          <p:cNvSpPr/>
          <p:nvPr/>
        </p:nvSpPr>
        <p:spPr>
          <a:xfrm>
            <a:off x="2400000" y="1860000"/>
            <a:ext cx="2088000" cy="720000"/>
          </a:xfrm>
          <a:prstGeom prst="roundRect">
            <a:avLst>
              <a:gd fmla="val 8819" name="adj"/>
            </a:avLst>
          </a:prstGeom>
          <a:solidFill>
            <a:schemeClr val="lt1"/>
          </a:solidFill>
          <a:ln cap="flat" cmpd="sng" w="1905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QMSの適用</a:t>
            </a:r>
            <a:endParaRPr/>
          </a:p>
        </p:txBody>
      </p:sp>
      <p:sp>
        <p:nvSpPr>
          <p:cNvPr id="2254" name="Google Shape;2254;p63"/>
          <p:cNvSpPr/>
          <p:nvPr/>
        </p:nvSpPr>
        <p:spPr>
          <a:xfrm>
            <a:off x="4656000" y="1860000"/>
            <a:ext cx="2088000" cy="720000"/>
          </a:xfrm>
          <a:prstGeom prst="roundRect">
            <a:avLst>
              <a:gd fmla="val 8819" name="adj"/>
            </a:avLst>
          </a:prstGeom>
          <a:solidFill>
            <a:schemeClr val="lt1"/>
          </a:solidFill>
          <a:ln cap="flat" cmpd="sng" w="1905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共通機能の先行開発</a:t>
            </a:r>
            <a:endParaRPr sz="1400">
              <a:solidFill>
                <a:schemeClr val="dk1"/>
              </a:solidFill>
              <a:latin typeface="Arial"/>
              <a:ea typeface="Arial"/>
              <a:cs typeface="Arial"/>
              <a:sym typeface="Arial"/>
            </a:endParaRPr>
          </a:p>
        </p:txBody>
      </p:sp>
      <p:sp>
        <p:nvSpPr>
          <p:cNvPr id="2255" name="Google Shape;2255;p63"/>
          <p:cNvSpPr/>
          <p:nvPr/>
        </p:nvSpPr>
        <p:spPr>
          <a:xfrm>
            <a:off x="6912000" y="1860000"/>
            <a:ext cx="2088000" cy="720000"/>
          </a:xfrm>
          <a:prstGeom prst="roundRect">
            <a:avLst>
              <a:gd fmla="val 8819" name="adj"/>
            </a:avLst>
          </a:prstGeom>
          <a:solidFill>
            <a:schemeClr val="lt1"/>
          </a:solidFill>
          <a:ln cap="flat" cmpd="sng" w="1905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ビジネスロジックのユニットテストでのコードカバレッジ100%</a:t>
            </a:r>
            <a:endParaRPr sz="1400">
              <a:solidFill>
                <a:schemeClr val="dk1"/>
              </a:solidFill>
              <a:latin typeface="Arial"/>
              <a:ea typeface="Arial"/>
              <a:cs typeface="Arial"/>
              <a:sym typeface="Arial"/>
            </a:endParaRPr>
          </a:p>
        </p:txBody>
      </p:sp>
      <p:sp>
        <p:nvSpPr>
          <p:cNvPr id="2256" name="Google Shape;2256;p63"/>
          <p:cNvSpPr/>
          <p:nvPr/>
        </p:nvSpPr>
        <p:spPr>
          <a:xfrm>
            <a:off x="5256000" y="3168000"/>
            <a:ext cx="3744000" cy="288000"/>
          </a:xfrm>
          <a:prstGeom prst="homePlate">
            <a:avLst>
              <a:gd fmla="val 50000" name="adj"/>
            </a:avLst>
          </a:prstGeom>
          <a:solidFill>
            <a:schemeClr val="accent6"/>
          </a:solidFill>
          <a:ln cap="flat" cmpd="sng" w="190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運用テスト（OT）工程</a:t>
            </a:r>
            <a:endParaRPr/>
          </a:p>
        </p:txBody>
      </p:sp>
      <p:grpSp>
        <p:nvGrpSpPr>
          <p:cNvPr id="2257" name="Google Shape;2257;p63"/>
          <p:cNvGrpSpPr/>
          <p:nvPr/>
        </p:nvGrpSpPr>
        <p:grpSpPr>
          <a:xfrm>
            <a:off x="1656000" y="3564000"/>
            <a:ext cx="3528029" cy="1891220"/>
            <a:chOff x="1512000" y="4356000"/>
            <a:chExt cx="3528029" cy="1891220"/>
          </a:xfrm>
        </p:grpSpPr>
        <p:pic>
          <p:nvPicPr>
            <p:cNvPr id="2258" name="Google Shape;2258;p63"/>
            <p:cNvPicPr preferRelativeResize="0"/>
            <p:nvPr/>
          </p:nvPicPr>
          <p:blipFill rotWithShape="1">
            <a:blip r:embed="rId3">
              <a:alphaModFix/>
            </a:blip>
            <a:srcRect b="0" l="0" r="0" t="0"/>
            <a:stretch/>
          </p:blipFill>
          <p:spPr>
            <a:xfrm>
              <a:off x="1909336" y="4715786"/>
              <a:ext cx="302818" cy="432000"/>
            </a:xfrm>
            <a:prstGeom prst="rect">
              <a:avLst/>
            </a:prstGeom>
            <a:noFill/>
            <a:ln>
              <a:noFill/>
            </a:ln>
          </p:spPr>
        </p:pic>
        <p:sp>
          <p:nvSpPr>
            <p:cNvPr id="2259" name="Google Shape;2259;p63"/>
            <p:cNvSpPr txBox="1"/>
            <p:nvPr/>
          </p:nvSpPr>
          <p:spPr>
            <a:xfrm>
              <a:off x="1512000" y="4356000"/>
              <a:ext cx="1800000"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システムテスト用DB</a:t>
              </a:r>
              <a:endParaRPr sz="1400">
                <a:solidFill>
                  <a:schemeClr val="dk1"/>
                </a:solidFill>
                <a:latin typeface="Arial"/>
                <a:ea typeface="Arial"/>
                <a:cs typeface="Arial"/>
                <a:sym typeface="Arial"/>
              </a:endParaRPr>
            </a:p>
          </p:txBody>
        </p:sp>
        <p:pic>
          <p:nvPicPr>
            <p:cNvPr id="2260" name="Google Shape;2260;p63"/>
            <p:cNvPicPr preferRelativeResize="0"/>
            <p:nvPr/>
          </p:nvPicPr>
          <p:blipFill rotWithShape="1">
            <a:blip r:embed="rId4">
              <a:alphaModFix/>
            </a:blip>
            <a:srcRect b="0" l="0" r="0" t="0"/>
            <a:stretch/>
          </p:blipFill>
          <p:spPr>
            <a:xfrm>
              <a:off x="2628001" y="4680000"/>
              <a:ext cx="371595" cy="504000"/>
            </a:xfrm>
            <a:prstGeom prst="rect">
              <a:avLst/>
            </a:prstGeom>
            <a:noFill/>
            <a:ln>
              <a:noFill/>
            </a:ln>
          </p:spPr>
        </p:pic>
        <p:sp>
          <p:nvSpPr>
            <p:cNvPr id="2261" name="Google Shape;2261;p63"/>
            <p:cNvSpPr txBox="1"/>
            <p:nvPr/>
          </p:nvSpPr>
          <p:spPr>
            <a:xfrm>
              <a:off x="3060000" y="4680000"/>
              <a:ext cx="198002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弊社担当者が</a:t>
              </a:r>
              <a:endParaRPr sz="1400">
                <a:solidFill>
                  <a:schemeClr val="dk1"/>
                </a:solidFill>
                <a:latin typeface="Arial"/>
                <a:ea typeface="Arial"/>
                <a:cs typeface="Arial"/>
                <a:sym typeface="Arial"/>
              </a:endParaRPr>
            </a:p>
            <a:p>
              <a:pPr indent="0" lvl="0" marL="0" marR="0" rtl="0" algn="l">
                <a:spcBef>
                  <a:spcPts val="0"/>
                </a:spcBef>
                <a:spcAft>
                  <a:spcPts val="0"/>
                </a:spcAft>
                <a:buNone/>
              </a:pPr>
              <a:r>
                <a:rPr lang="ja-JP" sz="1400">
                  <a:solidFill>
                    <a:schemeClr val="dk1"/>
                  </a:solidFill>
                  <a:latin typeface="Arial"/>
                  <a:ea typeface="Arial"/>
                  <a:cs typeface="Arial"/>
                  <a:sym typeface="Arial"/>
                </a:rPr>
                <a:t>システムテストを実施</a:t>
              </a:r>
              <a:endParaRPr/>
            </a:p>
          </p:txBody>
        </p:sp>
        <p:cxnSp>
          <p:nvCxnSpPr>
            <p:cNvPr id="2262" name="Google Shape;2262;p63"/>
            <p:cNvCxnSpPr>
              <a:stCxn id="2258" idx="3"/>
              <a:endCxn id="2260" idx="1"/>
            </p:cNvCxnSpPr>
            <p:nvPr/>
          </p:nvCxnSpPr>
          <p:spPr>
            <a:xfrm>
              <a:off x="2212154" y="4931786"/>
              <a:ext cx="415800" cy="300"/>
            </a:xfrm>
            <a:prstGeom prst="straightConnector1">
              <a:avLst/>
            </a:prstGeom>
            <a:noFill/>
            <a:ln cap="flat" cmpd="sng" w="9525">
              <a:solidFill>
                <a:schemeClr val="dk1"/>
              </a:solidFill>
              <a:prstDash val="solid"/>
              <a:miter lim="800000"/>
              <a:headEnd len="sm" w="sm" type="none"/>
              <a:tailEnd len="sm" w="sm" type="none"/>
            </a:ln>
          </p:spPr>
        </p:cxnSp>
        <p:pic>
          <p:nvPicPr>
            <p:cNvPr id="2263" name="Google Shape;2263;p63"/>
            <p:cNvPicPr preferRelativeResize="0"/>
            <p:nvPr/>
          </p:nvPicPr>
          <p:blipFill rotWithShape="1">
            <a:blip r:embed="rId3">
              <a:alphaModFix/>
            </a:blip>
            <a:srcRect b="0" l="0" r="0" t="0"/>
            <a:stretch/>
          </p:blipFill>
          <p:spPr>
            <a:xfrm>
              <a:off x="1909336" y="5724000"/>
              <a:ext cx="302818" cy="432000"/>
            </a:xfrm>
            <a:prstGeom prst="rect">
              <a:avLst/>
            </a:prstGeom>
            <a:noFill/>
            <a:ln>
              <a:noFill/>
            </a:ln>
          </p:spPr>
        </p:pic>
        <p:sp>
          <p:nvSpPr>
            <p:cNvPr id="2264" name="Google Shape;2264;p63"/>
            <p:cNvSpPr txBox="1"/>
            <p:nvPr/>
          </p:nvSpPr>
          <p:spPr>
            <a:xfrm>
              <a:off x="1512000" y="5400000"/>
              <a:ext cx="1800000"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運用テスト用DB</a:t>
              </a:r>
              <a:endParaRPr sz="1400">
                <a:solidFill>
                  <a:schemeClr val="dk1"/>
                </a:solidFill>
                <a:latin typeface="Arial"/>
                <a:ea typeface="Arial"/>
                <a:cs typeface="Arial"/>
                <a:sym typeface="Arial"/>
              </a:endParaRPr>
            </a:p>
          </p:txBody>
        </p:sp>
        <p:pic>
          <p:nvPicPr>
            <p:cNvPr id="2265" name="Google Shape;2265;p63"/>
            <p:cNvPicPr preferRelativeResize="0"/>
            <p:nvPr/>
          </p:nvPicPr>
          <p:blipFill rotWithShape="1">
            <a:blip r:embed="rId5">
              <a:alphaModFix/>
            </a:blip>
            <a:srcRect b="0" l="0" r="0" t="0"/>
            <a:stretch/>
          </p:blipFill>
          <p:spPr>
            <a:xfrm>
              <a:off x="2628001" y="5688000"/>
              <a:ext cx="376779" cy="504000"/>
            </a:xfrm>
            <a:prstGeom prst="rect">
              <a:avLst/>
            </a:prstGeom>
            <a:noFill/>
            <a:ln>
              <a:noFill/>
            </a:ln>
          </p:spPr>
        </p:pic>
        <p:sp>
          <p:nvSpPr>
            <p:cNvPr id="2266" name="Google Shape;2266;p63"/>
            <p:cNvSpPr txBox="1"/>
            <p:nvPr/>
          </p:nvSpPr>
          <p:spPr>
            <a:xfrm>
              <a:off x="3060000" y="5724000"/>
              <a:ext cx="198002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貴社利用部門担当者が</a:t>
              </a:r>
              <a:endParaRPr sz="1400">
                <a:solidFill>
                  <a:schemeClr val="dk1"/>
                </a:solidFill>
                <a:latin typeface="Arial"/>
                <a:ea typeface="Arial"/>
                <a:cs typeface="Arial"/>
                <a:sym typeface="Arial"/>
              </a:endParaRPr>
            </a:p>
            <a:p>
              <a:pPr indent="0" lvl="0" marL="0" marR="0" rtl="0" algn="l">
                <a:spcBef>
                  <a:spcPts val="0"/>
                </a:spcBef>
                <a:spcAft>
                  <a:spcPts val="0"/>
                </a:spcAft>
                <a:buNone/>
              </a:pPr>
              <a:r>
                <a:rPr b="1" lang="ja-JP" sz="1400">
                  <a:solidFill>
                    <a:schemeClr val="accent1"/>
                  </a:solidFill>
                  <a:latin typeface="Arial"/>
                  <a:ea typeface="Arial"/>
                  <a:cs typeface="Arial"/>
                  <a:sym typeface="Arial"/>
                </a:rPr>
                <a:t>プレ運用テスト</a:t>
              </a:r>
              <a:r>
                <a:rPr lang="ja-JP" sz="1400">
                  <a:solidFill>
                    <a:schemeClr val="dk1"/>
                  </a:solidFill>
                  <a:latin typeface="Arial"/>
                  <a:ea typeface="Arial"/>
                  <a:cs typeface="Arial"/>
                  <a:sym typeface="Arial"/>
                </a:rPr>
                <a:t>を実施</a:t>
              </a:r>
              <a:endParaRPr/>
            </a:p>
          </p:txBody>
        </p:sp>
        <p:cxnSp>
          <p:nvCxnSpPr>
            <p:cNvPr id="2267" name="Google Shape;2267;p63"/>
            <p:cNvCxnSpPr>
              <a:stCxn id="2263" idx="3"/>
              <a:endCxn id="2265" idx="1"/>
            </p:cNvCxnSpPr>
            <p:nvPr/>
          </p:nvCxnSpPr>
          <p:spPr>
            <a:xfrm>
              <a:off x="2212154" y="5940000"/>
              <a:ext cx="415800" cy="0"/>
            </a:xfrm>
            <a:prstGeom prst="straightConnector1">
              <a:avLst/>
            </a:prstGeom>
            <a:noFill/>
            <a:ln cap="flat" cmpd="sng" w="9525">
              <a:solidFill>
                <a:schemeClr val="dk1"/>
              </a:solidFill>
              <a:prstDash val="solid"/>
              <a:miter lim="800000"/>
              <a:headEnd len="sm" w="sm" type="none"/>
              <a:tailEnd len="sm" w="sm" type="none"/>
            </a:ln>
          </p:spPr>
        </p:cxnSp>
      </p:grpSp>
      <p:cxnSp>
        <p:nvCxnSpPr>
          <p:cNvPr id="2268" name="Google Shape;2268;p63"/>
          <p:cNvCxnSpPr/>
          <p:nvPr/>
        </p:nvCxnSpPr>
        <p:spPr>
          <a:xfrm>
            <a:off x="1368000" y="4536000"/>
            <a:ext cx="7632000" cy="0"/>
          </a:xfrm>
          <a:prstGeom prst="straightConnector1">
            <a:avLst/>
          </a:prstGeom>
          <a:noFill/>
          <a:ln cap="flat" cmpd="sng" w="9525">
            <a:solidFill>
              <a:schemeClr val="accent3"/>
            </a:solidFill>
            <a:prstDash val="solid"/>
            <a:miter lim="800000"/>
            <a:headEnd len="sm" w="sm" type="none"/>
            <a:tailEnd len="sm" w="sm" type="none"/>
          </a:ln>
        </p:spPr>
      </p:cxnSp>
      <p:sp>
        <p:nvSpPr>
          <p:cNvPr id="2269" name="Google Shape;2269;p63"/>
          <p:cNvSpPr/>
          <p:nvPr/>
        </p:nvSpPr>
        <p:spPr>
          <a:xfrm>
            <a:off x="1656000" y="3168000"/>
            <a:ext cx="3744000" cy="288000"/>
          </a:xfrm>
          <a:prstGeom prst="homePlate">
            <a:avLst>
              <a:gd fmla="val 50000" name="adj"/>
            </a:avLst>
          </a:prstGeom>
          <a:solidFill>
            <a:schemeClr val="accent5"/>
          </a:solidFill>
          <a:ln cap="flat" cmpd="sng" w="190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システムテスト（ST）工程</a:t>
            </a:r>
            <a:endParaRPr/>
          </a:p>
        </p:txBody>
      </p:sp>
      <p:sp>
        <p:nvSpPr>
          <p:cNvPr id="2270" name="Google Shape;2270;p63"/>
          <p:cNvSpPr txBox="1"/>
          <p:nvPr/>
        </p:nvSpPr>
        <p:spPr>
          <a:xfrm>
            <a:off x="5040000" y="2808000"/>
            <a:ext cx="4104000" cy="252000"/>
          </a:xfrm>
          <a:prstGeom prst="rect">
            <a:avLst/>
          </a:prstGeom>
          <a:noFill/>
          <a:ln>
            <a:noFill/>
          </a:ln>
        </p:spPr>
        <p:txBody>
          <a:bodyPr anchorCtr="0" anchor="t" bIns="45700" lIns="91425" spcFirstLastPara="1" rIns="91425" wrap="square" tIns="45700">
            <a:noAutofit/>
          </a:bodyPr>
          <a:lstStyle/>
          <a:p>
            <a:pPr indent="-171450" lvl="0" marL="171450" marR="0" rtl="0" algn="l">
              <a:spcBef>
                <a:spcPts val="0"/>
              </a:spcBef>
              <a:spcAft>
                <a:spcPts val="0"/>
              </a:spcAft>
              <a:buClr>
                <a:schemeClr val="dk1"/>
              </a:buClr>
              <a:buSzPts val="1200"/>
              <a:buFont typeface="Arial"/>
              <a:buChar char="※"/>
            </a:pPr>
            <a:r>
              <a:rPr lang="ja-JP" sz="1200">
                <a:solidFill>
                  <a:schemeClr val="dk1"/>
                </a:solidFill>
                <a:latin typeface="Arial"/>
                <a:ea typeface="Arial"/>
                <a:cs typeface="Arial"/>
                <a:sym typeface="Arial"/>
              </a:rPr>
              <a:t>詳細につきましては、テスト計画時に検討いたします。</a:t>
            </a:r>
            <a:endParaRPr sz="1200">
              <a:solidFill>
                <a:schemeClr val="dk1"/>
              </a:solidFill>
              <a:latin typeface="Arial"/>
              <a:ea typeface="Arial"/>
              <a:cs typeface="Arial"/>
              <a:sym typeface="Arial"/>
            </a:endParaRPr>
          </a:p>
        </p:txBody>
      </p:sp>
      <p:sp>
        <p:nvSpPr>
          <p:cNvPr id="2271" name="Google Shape;2271;p63"/>
          <p:cNvSpPr/>
          <p:nvPr/>
        </p:nvSpPr>
        <p:spPr>
          <a:xfrm>
            <a:off x="288000" y="5580000"/>
            <a:ext cx="8568000" cy="648000"/>
          </a:xfrm>
          <a:prstGeom prst="roundRect">
            <a:avLst>
              <a:gd fmla="val 9799" name="adj"/>
            </a:avLst>
          </a:prstGeom>
          <a:solidFill>
            <a:srgbClr val="FFF2CC"/>
          </a:solidFill>
          <a:ln cap="flat" cmpd="sng" w="28575">
            <a:solidFill>
              <a:schemeClr val="accent4"/>
            </a:solidFill>
            <a:prstDash val="solid"/>
            <a:miter lim="800000"/>
            <a:headEnd len="sm" w="sm" type="none"/>
            <a:tailEnd len="sm" w="sm" type="none"/>
          </a:ln>
        </p:spPr>
        <p:txBody>
          <a:bodyPr anchorCtr="0" anchor="ctr" bIns="72000" lIns="72000" spcFirstLastPara="1" rIns="72000" wrap="square" tIns="72000">
            <a:noAutofit/>
          </a:bodyPr>
          <a:lstStyle/>
          <a:p>
            <a:pPr indent="0" lvl="0" marL="0" marR="0" rtl="0" algn="ctr">
              <a:spcBef>
                <a:spcPts val="0"/>
              </a:spcBef>
              <a:spcAft>
                <a:spcPts val="0"/>
              </a:spcAft>
              <a:buNone/>
            </a:pPr>
            <a:r>
              <a:rPr b="1" lang="ja-JP" sz="1600">
                <a:solidFill>
                  <a:schemeClr val="dk1"/>
                </a:solidFill>
                <a:latin typeface="Arial"/>
                <a:ea typeface="Arial"/>
                <a:cs typeface="Arial"/>
                <a:sym typeface="Arial"/>
              </a:rPr>
              <a:t>プレ運用テストにより早期に問題を抽出し</a:t>
            </a:r>
            <a:r>
              <a:rPr b="1" lang="ja-JP" sz="1600">
                <a:solidFill>
                  <a:schemeClr val="accent1"/>
                </a:solidFill>
                <a:latin typeface="Arial"/>
                <a:ea typeface="Arial"/>
                <a:cs typeface="Arial"/>
                <a:sym typeface="Arial"/>
              </a:rPr>
              <a:t>スケジュール変更のリスクを低減。</a:t>
            </a:r>
            <a:endParaRPr b="1" sz="1600">
              <a:solidFill>
                <a:schemeClr val="accent1"/>
              </a:solidFill>
              <a:latin typeface="Arial"/>
              <a:ea typeface="Arial"/>
              <a:cs typeface="Arial"/>
              <a:sym typeface="Arial"/>
            </a:endParaRPr>
          </a:p>
          <a:p>
            <a:pPr indent="0" lvl="0" marL="0" marR="0" rtl="0" algn="ctr">
              <a:spcBef>
                <a:spcPts val="0"/>
              </a:spcBef>
              <a:spcAft>
                <a:spcPts val="0"/>
              </a:spcAft>
              <a:buNone/>
            </a:pPr>
            <a:r>
              <a:rPr b="1" lang="ja-JP" sz="1600">
                <a:solidFill>
                  <a:schemeClr val="dk1"/>
                </a:solidFill>
                <a:latin typeface="Arial"/>
                <a:ea typeface="Arial"/>
                <a:cs typeface="Arial"/>
                <a:sym typeface="Arial"/>
              </a:rPr>
              <a:t>また、弊社担当者が現地で運用テストを支援することでテスト作業を推進。</a:t>
            </a:r>
            <a:endParaRPr/>
          </a:p>
        </p:txBody>
      </p:sp>
      <p:sp>
        <p:nvSpPr>
          <p:cNvPr id="2272" name="Google Shape;2272;p63"/>
          <p:cNvSpPr txBox="1"/>
          <p:nvPr/>
        </p:nvSpPr>
        <p:spPr>
          <a:xfrm>
            <a:off x="72000" y="2808000"/>
            <a:ext cx="3057247"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ja-JP" sz="1600">
                <a:solidFill>
                  <a:srgbClr val="1E4E79"/>
                </a:solidFill>
                <a:latin typeface="Arial"/>
                <a:ea typeface="Arial"/>
                <a:cs typeface="Arial"/>
                <a:sym typeface="Arial"/>
              </a:rPr>
              <a:t>利用部門へシステムを早期公開</a:t>
            </a:r>
            <a:endParaRPr/>
          </a:p>
        </p:txBody>
      </p:sp>
      <p:grpSp>
        <p:nvGrpSpPr>
          <p:cNvPr id="2273" name="Google Shape;2273;p63"/>
          <p:cNvGrpSpPr/>
          <p:nvPr/>
        </p:nvGrpSpPr>
        <p:grpSpPr>
          <a:xfrm>
            <a:off x="4284000" y="2520000"/>
            <a:ext cx="576000" cy="576000"/>
            <a:chOff x="4203947" y="3100805"/>
            <a:chExt cx="864000" cy="864000"/>
          </a:xfrm>
        </p:grpSpPr>
        <p:sp>
          <p:nvSpPr>
            <p:cNvPr id="2274" name="Google Shape;2274;p63"/>
            <p:cNvSpPr/>
            <p:nvPr/>
          </p:nvSpPr>
          <p:spPr>
            <a:xfrm>
              <a:off x="4203947" y="3352805"/>
              <a:ext cx="864000" cy="360000"/>
            </a:xfrm>
            <a:prstGeom prst="rect">
              <a:avLst/>
            </a:prstGeom>
            <a:solidFill>
              <a:srgbClr val="C9C9C9"/>
            </a:solidFill>
            <a:ln cap="flat" cmpd="sng" w="19050">
              <a:solidFill>
                <a:srgbClr val="C9C9C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600">
                <a:solidFill>
                  <a:schemeClr val="lt1"/>
                </a:solidFill>
                <a:latin typeface="Arial"/>
                <a:ea typeface="Arial"/>
                <a:cs typeface="Arial"/>
                <a:sym typeface="Arial"/>
              </a:endParaRPr>
            </a:p>
          </p:txBody>
        </p:sp>
        <p:sp>
          <p:nvSpPr>
            <p:cNvPr id="2275" name="Google Shape;2275;p63"/>
            <p:cNvSpPr/>
            <p:nvPr/>
          </p:nvSpPr>
          <p:spPr>
            <a:xfrm rot="5400000">
              <a:off x="4203947" y="3352805"/>
              <a:ext cx="864000" cy="360000"/>
            </a:xfrm>
            <a:prstGeom prst="rect">
              <a:avLst/>
            </a:prstGeom>
            <a:solidFill>
              <a:srgbClr val="C9C9C9"/>
            </a:solidFill>
            <a:ln cap="flat" cmpd="sng" w="19050">
              <a:solidFill>
                <a:srgbClr val="C9C9C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600">
                <a:solidFill>
                  <a:schemeClr val="lt1"/>
                </a:solidFill>
                <a:latin typeface="Arial"/>
                <a:ea typeface="Arial"/>
                <a:cs typeface="Arial"/>
                <a:sym typeface="Arial"/>
              </a:endParaRPr>
            </a:p>
          </p:txBody>
        </p:sp>
      </p:grpSp>
      <p:grpSp>
        <p:nvGrpSpPr>
          <p:cNvPr id="2276" name="Google Shape;2276;p63"/>
          <p:cNvGrpSpPr/>
          <p:nvPr/>
        </p:nvGrpSpPr>
        <p:grpSpPr>
          <a:xfrm>
            <a:off x="144000" y="3600000"/>
            <a:ext cx="1674723" cy="1872000"/>
            <a:chOff x="144000" y="3744000"/>
            <a:chExt cx="1674723" cy="1872000"/>
          </a:xfrm>
        </p:grpSpPr>
        <p:grpSp>
          <p:nvGrpSpPr>
            <p:cNvPr id="2277" name="Google Shape;2277;p63"/>
            <p:cNvGrpSpPr/>
            <p:nvPr/>
          </p:nvGrpSpPr>
          <p:grpSpPr>
            <a:xfrm>
              <a:off x="144000" y="3744000"/>
              <a:ext cx="1440000" cy="1872000"/>
              <a:chOff x="144000" y="3744000"/>
              <a:chExt cx="1440000" cy="1872000"/>
            </a:xfrm>
          </p:grpSpPr>
          <p:sp>
            <p:nvSpPr>
              <p:cNvPr id="2278" name="Google Shape;2278;p63"/>
              <p:cNvSpPr/>
              <p:nvPr/>
            </p:nvSpPr>
            <p:spPr>
              <a:xfrm flipH="1" rot="10800000">
                <a:off x="144000" y="3744000"/>
                <a:ext cx="1440000" cy="1872000"/>
              </a:xfrm>
              <a:prstGeom prst="wedgeRectCallout">
                <a:avLst>
                  <a:gd fmla="val 72775" name="adj1"/>
                  <a:gd fmla="val -21422" name="adj2"/>
                </a:avLst>
              </a:prstGeom>
              <a:solidFill>
                <a:srgbClr val="EDEDED"/>
              </a:solidFill>
              <a:ln cap="flat" cmpd="sng" w="9525">
                <a:solidFill>
                  <a:schemeClr val="accent3"/>
                </a:solidFill>
                <a:prstDash val="solid"/>
                <a:miter lim="800000"/>
                <a:headEnd len="sm" w="sm" type="none"/>
                <a:tailEnd len="sm" w="sm" type="none"/>
              </a:ln>
            </p:spPr>
            <p:txBody>
              <a:bodyPr anchorCtr="0" anchor="ctr" bIns="72000" lIns="72000" spcFirstLastPara="1" rIns="72000" wrap="square" tIns="72000">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2279" name="Google Shape;2279;p63"/>
              <p:cNvSpPr/>
              <p:nvPr/>
            </p:nvSpPr>
            <p:spPr>
              <a:xfrm>
                <a:off x="144000" y="3744000"/>
                <a:ext cx="1440000" cy="1872000"/>
              </a:xfrm>
              <a:prstGeom prst="wedgeRectCallout">
                <a:avLst>
                  <a:gd fmla="val 72775" name="adj1"/>
                  <a:gd fmla="val -21422" name="adj2"/>
                </a:avLst>
              </a:prstGeom>
              <a:solidFill>
                <a:srgbClr val="EDEDED"/>
              </a:solidFill>
              <a:ln cap="flat" cmpd="sng" w="9525">
                <a:solidFill>
                  <a:schemeClr val="accent3"/>
                </a:solidFill>
                <a:prstDash val="solid"/>
                <a:miter lim="800000"/>
                <a:headEnd len="sm" w="sm" type="none"/>
                <a:tailEnd len="sm" w="sm" type="none"/>
              </a:ln>
            </p:spPr>
            <p:txBody>
              <a:bodyPr anchorCtr="0" anchor="ctr" bIns="72000" lIns="72000" spcFirstLastPara="1" rIns="72000" wrap="square" tIns="72000">
                <a:no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システムテスト用と運用テスト用の2種類のDB（スキーマ）を用意。弊社が使用するDBと利用者が使用するDBを分ける。</a:t>
                </a:r>
                <a:endParaRPr/>
              </a:p>
            </p:txBody>
          </p:sp>
        </p:grpSp>
        <p:sp>
          <p:nvSpPr>
            <p:cNvPr id="2280" name="Google Shape;2280;p63"/>
            <p:cNvSpPr/>
            <p:nvPr/>
          </p:nvSpPr>
          <p:spPr>
            <a:xfrm rot="5400000">
              <a:off x="1458723" y="4945310"/>
              <a:ext cx="468000" cy="252000"/>
            </a:xfrm>
            <a:prstGeom prst="triangle">
              <a:avLst>
                <a:gd fmla="val 50000" name="adj"/>
              </a:avLst>
            </a:prstGeom>
            <a:solidFill>
              <a:srgbClr val="EDEDED"/>
            </a:solidFill>
            <a:ln cap="flat" cmpd="sng" w="19050">
              <a:solidFill>
                <a:srgbClr val="EDEDE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600">
                <a:solidFill>
                  <a:schemeClr val="lt1"/>
                </a:solidFill>
                <a:latin typeface="Arial"/>
                <a:ea typeface="Arial"/>
                <a:cs typeface="Arial"/>
                <a:sym typeface="Arial"/>
              </a:endParaRPr>
            </a:p>
          </p:txBody>
        </p:sp>
      </p:grpSp>
      <p:sp>
        <p:nvSpPr>
          <p:cNvPr id="2281" name="Google Shape;2281;p63"/>
          <p:cNvSpPr txBox="1"/>
          <p:nvPr/>
        </p:nvSpPr>
        <p:spPr>
          <a:xfrm>
            <a:off x="144000" y="1512000"/>
            <a:ext cx="2031325"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ja-JP" sz="1600">
                <a:solidFill>
                  <a:srgbClr val="1E4E79"/>
                </a:solidFill>
                <a:latin typeface="Arial"/>
                <a:ea typeface="Arial"/>
                <a:cs typeface="Arial"/>
                <a:sym typeface="Arial"/>
              </a:rPr>
              <a:t>品質向上の取り組み</a:t>
            </a:r>
            <a:endParaRPr/>
          </a:p>
        </p:txBody>
      </p:sp>
      <p:grpSp>
        <p:nvGrpSpPr>
          <p:cNvPr id="2282" name="Google Shape;2282;p63"/>
          <p:cNvGrpSpPr/>
          <p:nvPr/>
        </p:nvGrpSpPr>
        <p:grpSpPr>
          <a:xfrm>
            <a:off x="5112000" y="3564000"/>
            <a:ext cx="3924000" cy="2035220"/>
            <a:chOff x="5112000" y="3636000"/>
            <a:chExt cx="3924000" cy="2035220"/>
          </a:xfrm>
        </p:grpSpPr>
        <p:grpSp>
          <p:nvGrpSpPr>
            <p:cNvPr id="2283" name="Google Shape;2283;p63"/>
            <p:cNvGrpSpPr/>
            <p:nvPr/>
          </p:nvGrpSpPr>
          <p:grpSpPr>
            <a:xfrm>
              <a:off x="5112000" y="3636000"/>
              <a:ext cx="3707566" cy="847220"/>
              <a:chOff x="5256000" y="3636000"/>
              <a:chExt cx="3707566" cy="847220"/>
            </a:xfrm>
          </p:grpSpPr>
          <p:pic>
            <p:nvPicPr>
              <p:cNvPr id="2284" name="Google Shape;2284;p63"/>
              <p:cNvPicPr preferRelativeResize="0"/>
              <p:nvPr/>
            </p:nvPicPr>
            <p:blipFill rotWithShape="1">
              <a:blip r:embed="rId3">
                <a:alphaModFix/>
              </a:blip>
              <a:srcRect b="0" l="0" r="0" t="0"/>
              <a:stretch/>
            </p:blipFill>
            <p:spPr>
              <a:xfrm>
                <a:off x="5653336" y="3995786"/>
                <a:ext cx="302818" cy="432000"/>
              </a:xfrm>
              <a:prstGeom prst="rect">
                <a:avLst/>
              </a:prstGeom>
              <a:noFill/>
              <a:ln>
                <a:noFill/>
              </a:ln>
            </p:spPr>
          </p:pic>
          <p:sp>
            <p:nvSpPr>
              <p:cNvPr id="2285" name="Google Shape;2285;p63"/>
              <p:cNvSpPr txBox="1"/>
              <p:nvPr/>
            </p:nvSpPr>
            <p:spPr>
              <a:xfrm>
                <a:off x="5256000" y="3636000"/>
                <a:ext cx="1800000"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システムテスト用DB</a:t>
                </a:r>
                <a:endParaRPr sz="1400">
                  <a:solidFill>
                    <a:schemeClr val="dk1"/>
                  </a:solidFill>
                  <a:latin typeface="Arial"/>
                  <a:ea typeface="Arial"/>
                  <a:cs typeface="Arial"/>
                  <a:sym typeface="Arial"/>
                </a:endParaRPr>
              </a:p>
            </p:txBody>
          </p:sp>
          <p:pic>
            <p:nvPicPr>
              <p:cNvPr id="2286" name="Google Shape;2286;p63"/>
              <p:cNvPicPr preferRelativeResize="0"/>
              <p:nvPr/>
            </p:nvPicPr>
            <p:blipFill rotWithShape="1">
              <a:blip r:embed="rId4">
                <a:alphaModFix/>
              </a:blip>
              <a:srcRect b="0" l="0" r="0" t="0"/>
              <a:stretch/>
            </p:blipFill>
            <p:spPr>
              <a:xfrm>
                <a:off x="6372001" y="3960000"/>
                <a:ext cx="371595" cy="504000"/>
              </a:xfrm>
              <a:prstGeom prst="rect">
                <a:avLst/>
              </a:prstGeom>
              <a:noFill/>
              <a:ln>
                <a:noFill/>
              </a:ln>
            </p:spPr>
          </p:pic>
          <p:sp>
            <p:nvSpPr>
              <p:cNvPr id="2287" name="Google Shape;2287;p63"/>
              <p:cNvSpPr txBox="1"/>
              <p:nvPr/>
            </p:nvSpPr>
            <p:spPr>
              <a:xfrm>
                <a:off x="6804000" y="3960000"/>
                <a:ext cx="2159566"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弊社担当者が</a:t>
                </a:r>
                <a:endParaRPr sz="1400">
                  <a:solidFill>
                    <a:schemeClr val="dk1"/>
                  </a:solidFill>
                  <a:latin typeface="Arial"/>
                  <a:ea typeface="Arial"/>
                  <a:cs typeface="Arial"/>
                  <a:sym typeface="Arial"/>
                </a:endParaRPr>
              </a:p>
              <a:p>
                <a:pPr indent="0" lvl="0" marL="0" marR="0" rtl="0" algn="l">
                  <a:spcBef>
                    <a:spcPts val="0"/>
                  </a:spcBef>
                  <a:spcAft>
                    <a:spcPts val="0"/>
                  </a:spcAft>
                  <a:buNone/>
                </a:pPr>
                <a:r>
                  <a:rPr lang="ja-JP" sz="1400">
                    <a:solidFill>
                      <a:schemeClr val="dk1"/>
                    </a:solidFill>
                    <a:latin typeface="Arial"/>
                    <a:ea typeface="Arial"/>
                    <a:cs typeface="Arial"/>
                    <a:sym typeface="Arial"/>
                  </a:rPr>
                  <a:t>移行テスト用として使用</a:t>
                </a:r>
                <a:endParaRPr/>
              </a:p>
            </p:txBody>
          </p:sp>
          <p:cxnSp>
            <p:nvCxnSpPr>
              <p:cNvPr id="2288" name="Google Shape;2288;p63"/>
              <p:cNvCxnSpPr>
                <a:stCxn id="2284" idx="3"/>
                <a:endCxn id="2286" idx="1"/>
              </p:cNvCxnSpPr>
              <p:nvPr/>
            </p:nvCxnSpPr>
            <p:spPr>
              <a:xfrm>
                <a:off x="5956154" y="4211786"/>
                <a:ext cx="415800" cy="300"/>
              </a:xfrm>
              <a:prstGeom prst="straightConnector1">
                <a:avLst/>
              </a:prstGeom>
              <a:noFill/>
              <a:ln cap="flat" cmpd="sng" w="9525">
                <a:solidFill>
                  <a:schemeClr val="dk1"/>
                </a:solidFill>
                <a:prstDash val="solid"/>
                <a:miter lim="800000"/>
                <a:headEnd len="sm" w="sm" type="none"/>
                <a:tailEnd len="sm" w="sm" type="none"/>
              </a:ln>
            </p:spPr>
          </p:cxnSp>
        </p:grpSp>
        <p:sp>
          <p:nvSpPr>
            <p:cNvPr id="2289" name="Google Shape;2289;p63"/>
            <p:cNvSpPr/>
            <p:nvPr/>
          </p:nvSpPr>
          <p:spPr>
            <a:xfrm>
              <a:off x="6804000" y="4644000"/>
              <a:ext cx="2232000" cy="504000"/>
            </a:xfrm>
            <a:prstGeom prst="roundRect">
              <a:avLst>
                <a:gd fmla="val 50000" name="adj"/>
              </a:avLst>
            </a:prstGeom>
            <a:solidFill>
              <a:schemeClr val="lt1"/>
            </a:solidFill>
            <a:ln cap="flat" cmpd="sng" w="1905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600">
                <a:solidFill>
                  <a:schemeClr val="lt1"/>
                </a:solidFill>
                <a:latin typeface="Arial"/>
                <a:ea typeface="Arial"/>
                <a:cs typeface="Arial"/>
                <a:sym typeface="Arial"/>
              </a:endParaRPr>
            </a:p>
          </p:txBody>
        </p:sp>
        <p:pic>
          <p:nvPicPr>
            <p:cNvPr id="2290" name="Google Shape;2290;p63"/>
            <p:cNvPicPr preferRelativeResize="0"/>
            <p:nvPr/>
          </p:nvPicPr>
          <p:blipFill rotWithShape="1">
            <a:blip r:embed="rId3">
              <a:alphaModFix/>
            </a:blip>
            <a:srcRect b="0" l="0" r="0" t="0"/>
            <a:stretch/>
          </p:blipFill>
          <p:spPr>
            <a:xfrm>
              <a:off x="5509336" y="5004000"/>
              <a:ext cx="302818" cy="432000"/>
            </a:xfrm>
            <a:prstGeom prst="rect">
              <a:avLst/>
            </a:prstGeom>
            <a:noFill/>
            <a:ln>
              <a:noFill/>
            </a:ln>
          </p:spPr>
        </p:pic>
        <p:sp>
          <p:nvSpPr>
            <p:cNvPr id="2291" name="Google Shape;2291;p63"/>
            <p:cNvSpPr txBox="1"/>
            <p:nvPr/>
          </p:nvSpPr>
          <p:spPr>
            <a:xfrm>
              <a:off x="5112000" y="4680000"/>
              <a:ext cx="1800000"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運用テスト用DB</a:t>
              </a:r>
              <a:endParaRPr sz="1400">
                <a:solidFill>
                  <a:schemeClr val="dk1"/>
                </a:solidFill>
                <a:latin typeface="Arial"/>
                <a:ea typeface="Arial"/>
                <a:cs typeface="Arial"/>
                <a:sym typeface="Arial"/>
              </a:endParaRPr>
            </a:p>
          </p:txBody>
        </p:sp>
        <p:pic>
          <p:nvPicPr>
            <p:cNvPr id="2292" name="Google Shape;2292;p63"/>
            <p:cNvPicPr preferRelativeResize="0"/>
            <p:nvPr/>
          </p:nvPicPr>
          <p:blipFill rotWithShape="1">
            <a:blip r:embed="rId5">
              <a:alphaModFix/>
            </a:blip>
            <a:srcRect b="0" l="0" r="0" t="0"/>
            <a:stretch/>
          </p:blipFill>
          <p:spPr>
            <a:xfrm>
              <a:off x="6228001" y="4968000"/>
              <a:ext cx="376779" cy="504000"/>
            </a:xfrm>
            <a:prstGeom prst="rect">
              <a:avLst/>
            </a:prstGeom>
            <a:noFill/>
            <a:ln>
              <a:noFill/>
            </a:ln>
          </p:spPr>
        </p:pic>
        <p:sp>
          <p:nvSpPr>
            <p:cNvPr id="2293" name="Google Shape;2293;p63"/>
            <p:cNvSpPr txBox="1"/>
            <p:nvPr/>
          </p:nvSpPr>
          <p:spPr>
            <a:xfrm>
              <a:off x="6660000" y="5148000"/>
              <a:ext cx="198002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貴社利用部門担当者が</a:t>
              </a:r>
              <a:endParaRPr sz="1400">
                <a:solidFill>
                  <a:schemeClr val="dk1"/>
                </a:solidFill>
                <a:latin typeface="Arial"/>
                <a:ea typeface="Arial"/>
                <a:cs typeface="Arial"/>
                <a:sym typeface="Arial"/>
              </a:endParaRPr>
            </a:p>
            <a:p>
              <a:pPr indent="0" lvl="0" marL="0" marR="0" rtl="0" algn="l">
                <a:spcBef>
                  <a:spcPts val="0"/>
                </a:spcBef>
                <a:spcAft>
                  <a:spcPts val="0"/>
                </a:spcAft>
                <a:buNone/>
              </a:pPr>
              <a:r>
                <a:rPr lang="ja-JP" sz="1400">
                  <a:solidFill>
                    <a:schemeClr val="dk1"/>
                  </a:solidFill>
                  <a:latin typeface="Arial"/>
                  <a:ea typeface="Arial"/>
                  <a:cs typeface="Arial"/>
                  <a:sym typeface="Arial"/>
                </a:rPr>
                <a:t>運用テストを実施</a:t>
              </a:r>
              <a:endParaRPr/>
            </a:p>
          </p:txBody>
        </p:sp>
        <p:cxnSp>
          <p:nvCxnSpPr>
            <p:cNvPr id="2294" name="Google Shape;2294;p63"/>
            <p:cNvCxnSpPr>
              <a:stCxn id="2290" idx="3"/>
              <a:endCxn id="2292" idx="1"/>
            </p:cNvCxnSpPr>
            <p:nvPr/>
          </p:nvCxnSpPr>
          <p:spPr>
            <a:xfrm>
              <a:off x="5812154" y="5220000"/>
              <a:ext cx="415800" cy="0"/>
            </a:xfrm>
            <a:prstGeom prst="straightConnector1">
              <a:avLst/>
            </a:prstGeom>
            <a:noFill/>
            <a:ln cap="flat" cmpd="sng" w="9525">
              <a:solidFill>
                <a:schemeClr val="dk1"/>
              </a:solidFill>
              <a:prstDash val="solid"/>
              <a:miter lim="800000"/>
              <a:headEnd len="sm" w="sm" type="none"/>
              <a:tailEnd len="sm" w="sm" type="none"/>
            </a:ln>
          </p:spPr>
        </p:cxnSp>
        <p:pic>
          <p:nvPicPr>
            <p:cNvPr id="2295" name="Google Shape;2295;p63"/>
            <p:cNvPicPr preferRelativeResize="0"/>
            <p:nvPr/>
          </p:nvPicPr>
          <p:blipFill rotWithShape="1">
            <a:blip r:embed="rId4">
              <a:alphaModFix/>
            </a:blip>
            <a:srcRect b="0" l="0" r="0" t="0"/>
            <a:stretch/>
          </p:blipFill>
          <p:spPr>
            <a:xfrm>
              <a:off x="6912000" y="4716000"/>
              <a:ext cx="265426" cy="360000"/>
            </a:xfrm>
            <a:prstGeom prst="rect">
              <a:avLst/>
            </a:prstGeom>
            <a:noFill/>
            <a:ln>
              <a:noFill/>
            </a:ln>
          </p:spPr>
        </p:pic>
        <p:sp>
          <p:nvSpPr>
            <p:cNvPr id="2296" name="Google Shape;2296;p63"/>
            <p:cNvSpPr txBox="1"/>
            <p:nvPr/>
          </p:nvSpPr>
          <p:spPr>
            <a:xfrm>
              <a:off x="7128000" y="4680000"/>
              <a:ext cx="1877437" cy="461665"/>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lang="ja-JP" sz="1200">
                  <a:solidFill>
                    <a:schemeClr val="dk1"/>
                  </a:solidFill>
                  <a:latin typeface="Arial"/>
                  <a:ea typeface="Arial"/>
                  <a:cs typeface="Arial"/>
                  <a:sym typeface="Arial"/>
                </a:rPr>
                <a:t>弊社担当者が1週間程度</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ja-JP" sz="1200">
                  <a:solidFill>
                    <a:schemeClr val="dk1"/>
                  </a:solidFill>
                  <a:latin typeface="Arial"/>
                  <a:ea typeface="Arial"/>
                  <a:cs typeface="Arial"/>
                  <a:sym typeface="Arial"/>
                </a:rPr>
                <a:t>現地でテスト作業を支援</a:t>
              </a:r>
              <a:endParaRPr/>
            </a:p>
          </p:txBody>
        </p:sp>
      </p:gr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0" name="Shape 2300"/>
        <p:cNvGrpSpPr/>
        <p:nvPr/>
      </p:nvGrpSpPr>
      <p:grpSpPr>
        <a:xfrm>
          <a:off x="0" y="0"/>
          <a:ext cx="0" cy="0"/>
          <a:chOff x="0" y="0"/>
          <a:chExt cx="0" cy="0"/>
        </a:xfrm>
      </p:grpSpPr>
      <p:sp>
        <p:nvSpPr>
          <p:cNvPr id="2301" name="Google Shape;2301;p64"/>
          <p:cNvSpPr txBox="1"/>
          <p:nvPr>
            <p:ph type="title"/>
          </p:nvPr>
        </p:nvSpPr>
        <p:spPr>
          <a:xfrm>
            <a:off x="144000" y="36000"/>
            <a:ext cx="8856000" cy="5760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3000"/>
              <a:buFont typeface="Arial"/>
              <a:buNone/>
            </a:pPr>
            <a:r>
              <a:rPr lang="ja-JP"/>
              <a:t>資源管理</a:t>
            </a:r>
            <a:endParaRPr/>
          </a:p>
        </p:txBody>
      </p:sp>
      <p:sp>
        <p:nvSpPr>
          <p:cNvPr id="2302" name="Google Shape;2302;p64"/>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ja-JP"/>
              <a:t>Copyright© 2020 SystemEXE,Inc. all rights reserved.</a:t>
            </a:r>
            <a:endParaRPr/>
          </a:p>
        </p:txBody>
      </p:sp>
      <p:sp>
        <p:nvSpPr>
          <p:cNvPr id="2303" name="Google Shape;2303;p64"/>
          <p:cNvSpPr txBox="1"/>
          <p:nvPr>
            <p:ph idx="12" type="sldNum"/>
          </p:nvPr>
        </p:nvSpPr>
        <p:spPr>
          <a:xfrm>
            <a:off x="4212000" y="6500068"/>
            <a:ext cx="720000" cy="288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ja-JP"/>
              <a:t>‹#›</a:t>
            </a:fld>
            <a:endParaRPr/>
          </a:p>
        </p:txBody>
      </p:sp>
      <p:sp>
        <p:nvSpPr>
          <p:cNvPr id="2304" name="Google Shape;2304;p64"/>
          <p:cNvSpPr/>
          <p:nvPr/>
        </p:nvSpPr>
        <p:spPr>
          <a:xfrm>
            <a:off x="1080000" y="864000"/>
            <a:ext cx="7920000" cy="936000"/>
          </a:xfrm>
          <a:prstGeom prst="rect">
            <a:avLst/>
          </a:prstGeom>
          <a:noFill/>
          <a:ln>
            <a:noFill/>
          </a:ln>
        </p:spPr>
        <p:txBody>
          <a:bodyPr anchorCtr="0" anchor="t" bIns="46800" lIns="91425" spcFirstLastPara="1" rIns="91425" wrap="square" tIns="46800">
            <a:noAutofit/>
          </a:bodyPr>
          <a:lstStyle/>
          <a:p>
            <a:pPr indent="0" lvl="0" marL="0" marR="0" rtl="0" algn="l">
              <a:lnSpc>
                <a:spcPct val="120000"/>
              </a:lnSpc>
              <a:spcBef>
                <a:spcPts val="0"/>
              </a:spcBef>
              <a:spcAft>
                <a:spcPts val="0"/>
              </a:spcAft>
              <a:buNone/>
            </a:pPr>
            <a:r>
              <a:rPr lang="ja-JP" sz="1400">
                <a:solidFill>
                  <a:schemeClr val="dk1"/>
                </a:solidFill>
                <a:latin typeface="Arial"/>
                <a:ea typeface="Arial"/>
                <a:cs typeface="Arial"/>
                <a:sym typeface="Arial"/>
              </a:rPr>
              <a:t>開発中においては、弊社内にてSVNを利用してドキュメントおよびプログラムソースを管理します。リリース完了時または納品時には、都度、貴社環境に最新資源を提出します。ドキュメント類は貴社BOX環境に、プログラムソースは貴社SVN環境に配置することを想定しています。</a:t>
            </a:r>
            <a:endParaRPr sz="1400">
              <a:solidFill>
                <a:schemeClr val="dk1"/>
              </a:solidFill>
              <a:latin typeface="Arial"/>
              <a:ea typeface="Arial"/>
              <a:cs typeface="Arial"/>
              <a:sym typeface="Arial"/>
            </a:endParaRPr>
          </a:p>
        </p:txBody>
      </p:sp>
      <p:sp>
        <p:nvSpPr>
          <p:cNvPr id="2305" name="Google Shape;2305;p64"/>
          <p:cNvSpPr/>
          <p:nvPr/>
        </p:nvSpPr>
        <p:spPr>
          <a:xfrm>
            <a:off x="216000" y="900000"/>
            <a:ext cx="749902" cy="749902"/>
          </a:xfrm>
          <a:prstGeom prst="ellipse">
            <a:avLst/>
          </a:prstGeom>
          <a:solidFill>
            <a:schemeClr val="accent1">
              <a:alpha val="5882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2306" name="Google Shape;2306;p64"/>
          <p:cNvPicPr preferRelativeResize="0"/>
          <p:nvPr/>
        </p:nvPicPr>
        <p:blipFill rotWithShape="1">
          <a:blip r:embed="rId3">
            <a:alphaModFix/>
          </a:blip>
          <a:srcRect b="0" l="0" r="0" t="0"/>
          <a:stretch/>
        </p:blipFill>
        <p:spPr>
          <a:xfrm>
            <a:off x="347148" y="1058951"/>
            <a:ext cx="487606" cy="432000"/>
          </a:xfrm>
          <a:prstGeom prst="rect">
            <a:avLst/>
          </a:prstGeom>
          <a:noFill/>
          <a:ln>
            <a:noFill/>
          </a:ln>
        </p:spPr>
      </p:pic>
      <p:grpSp>
        <p:nvGrpSpPr>
          <p:cNvPr id="2307" name="Google Shape;2307;p64"/>
          <p:cNvGrpSpPr/>
          <p:nvPr/>
        </p:nvGrpSpPr>
        <p:grpSpPr>
          <a:xfrm>
            <a:off x="864000" y="1872000"/>
            <a:ext cx="7380000" cy="4464000"/>
            <a:chOff x="864000" y="1728000"/>
            <a:chExt cx="7380000" cy="4464000"/>
          </a:xfrm>
        </p:grpSpPr>
        <p:sp>
          <p:nvSpPr>
            <p:cNvPr id="2308" name="Google Shape;2308;p64"/>
            <p:cNvSpPr/>
            <p:nvPr/>
          </p:nvSpPr>
          <p:spPr>
            <a:xfrm>
              <a:off x="1260000" y="1728000"/>
              <a:ext cx="6624000" cy="2448000"/>
            </a:xfrm>
            <a:prstGeom prst="roundRect">
              <a:avLst>
                <a:gd fmla="val 2940" name="adj"/>
              </a:avLst>
            </a:prstGeom>
            <a:solidFill>
              <a:srgbClr val="FBE4D4"/>
            </a:solidFill>
            <a:ln>
              <a:noFill/>
            </a:ln>
          </p:spPr>
          <p:txBody>
            <a:bodyPr anchorCtr="0" anchor="t" bIns="108000" lIns="108000" spcFirstLastPara="1" rIns="108000" wrap="square" tIns="108000">
              <a:noAutofit/>
            </a:bodyPr>
            <a:lstStyle/>
            <a:p>
              <a:pPr indent="0" lvl="0" marL="0" marR="0" rtl="0" algn="l">
                <a:spcBef>
                  <a:spcPts val="0"/>
                </a:spcBef>
                <a:spcAft>
                  <a:spcPts val="0"/>
                </a:spcAft>
                <a:buNone/>
              </a:pPr>
              <a:r>
                <a:rPr b="1" lang="ja-JP" sz="1600">
                  <a:solidFill>
                    <a:schemeClr val="dk1"/>
                  </a:solidFill>
                  <a:latin typeface="Arial"/>
                  <a:ea typeface="Arial"/>
                  <a:cs typeface="Arial"/>
                  <a:sym typeface="Arial"/>
                </a:rPr>
                <a:t>弊社環境</a:t>
              </a:r>
              <a:endParaRPr b="1" sz="1600">
                <a:solidFill>
                  <a:schemeClr val="dk1"/>
                </a:solidFill>
                <a:latin typeface="Arial"/>
                <a:ea typeface="Arial"/>
                <a:cs typeface="Arial"/>
                <a:sym typeface="Arial"/>
              </a:endParaRPr>
            </a:p>
          </p:txBody>
        </p:sp>
        <p:sp>
          <p:nvSpPr>
            <p:cNvPr id="2309" name="Google Shape;2309;p64"/>
            <p:cNvSpPr/>
            <p:nvPr/>
          </p:nvSpPr>
          <p:spPr>
            <a:xfrm>
              <a:off x="1404000" y="2304000"/>
              <a:ext cx="3960000" cy="1728000"/>
            </a:xfrm>
            <a:prstGeom prst="roundRect">
              <a:avLst>
                <a:gd fmla="val 4009" name="adj"/>
              </a:avLst>
            </a:prstGeom>
            <a:solidFill>
              <a:schemeClr val="lt1"/>
            </a:solidFill>
            <a:ln cap="flat" cmpd="sng" w="19050">
              <a:solidFill>
                <a:schemeClr val="accent2"/>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2310" name="Google Shape;2310;p64"/>
            <p:cNvSpPr/>
            <p:nvPr/>
          </p:nvSpPr>
          <p:spPr>
            <a:xfrm>
              <a:off x="5508000" y="2304000"/>
              <a:ext cx="2232000" cy="1728000"/>
            </a:xfrm>
            <a:prstGeom prst="roundRect">
              <a:avLst>
                <a:gd fmla="val 4009" name="adj"/>
              </a:avLst>
            </a:prstGeom>
            <a:solidFill>
              <a:schemeClr val="lt1"/>
            </a:solidFill>
            <a:ln cap="flat" cmpd="sng" w="1905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600">
                <a:solidFill>
                  <a:schemeClr val="lt1"/>
                </a:solidFill>
                <a:latin typeface="Arial"/>
                <a:ea typeface="Arial"/>
                <a:cs typeface="Arial"/>
                <a:sym typeface="Arial"/>
              </a:endParaRPr>
            </a:p>
          </p:txBody>
        </p:sp>
        <p:sp>
          <p:nvSpPr>
            <p:cNvPr id="2311" name="Google Shape;2311;p64"/>
            <p:cNvSpPr/>
            <p:nvPr/>
          </p:nvSpPr>
          <p:spPr>
            <a:xfrm>
              <a:off x="1260000" y="4320000"/>
              <a:ext cx="6624000" cy="1872000"/>
            </a:xfrm>
            <a:prstGeom prst="roundRect">
              <a:avLst>
                <a:gd fmla="val 3392" name="adj"/>
              </a:avLst>
            </a:prstGeom>
            <a:solidFill>
              <a:srgbClr val="DDEAF6"/>
            </a:solidFill>
            <a:ln>
              <a:noFill/>
            </a:ln>
          </p:spPr>
          <p:txBody>
            <a:bodyPr anchorCtr="0" anchor="t" bIns="108000" lIns="108000" spcFirstLastPara="1" rIns="108000" wrap="square" tIns="108000">
              <a:noAutofit/>
            </a:bodyPr>
            <a:lstStyle/>
            <a:p>
              <a:pPr indent="0" lvl="0" marL="0" marR="0" rtl="0" algn="l">
                <a:spcBef>
                  <a:spcPts val="0"/>
                </a:spcBef>
                <a:spcAft>
                  <a:spcPts val="0"/>
                </a:spcAft>
                <a:buNone/>
              </a:pPr>
              <a:r>
                <a:rPr b="1" lang="ja-JP" sz="1600">
                  <a:solidFill>
                    <a:schemeClr val="dk1"/>
                  </a:solidFill>
                  <a:latin typeface="Arial"/>
                  <a:ea typeface="Arial"/>
                  <a:cs typeface="Arial"/>
                  <a:sym typeface="Arial"/>
                </a:rPr>
                <a:t>貴社環境</a:t>
              </a:r>
              <a:endParaRPr/>
            </a:p>
          </p:txBody>
        </p:sp>
        <p:sp>
          <p:nvSpPr>
            <p:cNvPr id="2312" name="Google Shape;2312;p64"/>
            <p:cNvSpPr/>
            <p:nvPr/>
          </p:nvSpPr>
          <p:spPr>
            <a:xfrm>
              <a:off x="1404000" y="4896000"/>
              <a:ext cx="2232000" cy="1152000"/>
            </a:xfrm>
            <a:prstGeom prst="roundRect">
              <a:avLst>
                <a:gd fmla="val 5512" name="adj"/>
              </a:avLst>
            </a:prstGeom>
            <a:solidFill>
              <a:schemeClr val="lt1"/>
            </a:solidFill>
            <a:ln cap="flat" cmpd="sng" w="1905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600">
                <a:solidFill>
                  <a:schemeClr val="lt1"/>
                </a:solidFill>
                <a:latin typeface="Arial"/>
                <a:ea typeface="Arial"/>
                <a:cs typeface="Arial"/>
                <a:sym typeface="Arial"/>
              </a:endParaRPr>
            </a:p>
          </p:txBody>
        </p:sp>
        <p:pic>
          <p:nvPicPr>
            <p:cNvPr id="2313" name="Google Shape;2313;p64"/>
            <p:cNvPicPr preferRelativeResize="0"/>
            <p:nvPr/>
          </p:nvPicPr>
          <p:blipFill rotWithShape="1">
            <a:blip r:embed="rId4">
              <a:alphaModFix/>
            </a:blip>
            <a:srcRect b="0" l="0" r="0" t="0"/>
            <a:stretch/>
          </p:blipFill>
          <p:spPr>
            <a:xfrm>
              <a:off x="1548000" y="5112000"/>
              <a:ext cx="720000" cy="720000"/>
            </a:xfrm>
            <a:prstGeom prst="rect">
              <a:avLst/>
            </a:prstGeom>
            <a:noFill/>
            <a:ln>
              <a:noFill/>
            </a:ln>
          </p:spPr>
        </p:pic>
        <p:sp>
          <p:nvSpPr>
            <p:cNvPr id="2314" name="Google Shape;2314;p64"/>
            <p:cNvSpPr/>
            <p:nvPr/>
          </p:nvSpPr>
          <p:spPr>
            <a:xfrm>
              <a:off x="3780000" y="4896000"/>
              <a:ext cx="2232000" cy="1152000"/>
            </a:xfrm>
            <a:prstGeom prst="roundRect">
              <a:avLst>
                <a:gd fmla="val 5512" name="adj"/>
              </a:avLst>
            </a:prstGeom>
            <a:solidFill>
              <a:schemeClr val="lt1"/>
            </a:solidFill>
            <a:ln cap="flat" cmpd="sng" w="1905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600">
                <a:solidFill>
                  <a:schemeClr val="lt1"/>
                </a:solidFill>
                <a:latin typeface="Arial"/>
                <a:ea typeface="Arial"/>
                <a:cs typeface="Arial"/>
                <a:sym typeface="Arial"/>
              </a:endParaRPr>
            </a:p>
          </p:txBody>
        </p:sp>
        <p:pic>
          <p:nvPicPr>
            <p:cNvPr id="2315" name="Google Shape;2315;p64"/>
            <p:cNvPicPr preferRelativeResize="0"/>
            <p:nvPr/>
          </p:nvPicPr>
          <p:blipFill rotWithShape="1">
            <a:blip r:embed="rId5">
              <a:alphaModFix/>
            </a:blip>
            <a:srcRect b="0" l="0" r="0" t="0"/>
            <a:stretch/>
          </p:blipFill>
          <p:spPr>
            <a:xfrm>
              <a:off x="5041207" y="5112000"/>
              <a:ext cx="826793" cy="720000"/>
            </a:xfrm>
            <a:prstGeom prst="rect">
              <a:avLst/>
            </a:prstGeom>
            <a:noFill/>
            <a:ln>
              <a:noFill/>
            </a:ln>
          </p:spPr>
        </p:pic>
        <p:pic>
          <p:nvPicPr>
            <p:cNvPr id="2316" name="Google Shape;2316;p64"/>
            <p:cNvPicPr preferRelativeResize="0"/>
            <p:nvPr/>
          </p:nvPicPr>
          <p:blipFill rotWithShape="1">
            <a:blip r:embed="rId5">
              <a:alphaModFix/>
            </a:blip>
            <a:srcRect b="0" l="0" r="0" t="0"/>
            <a:stretch/>
          </p:blipFill>
          <p:spPr>
            <a:xfrm>
              <a:off x="6769207" y="2880000"/>
              <a:ext cx="826793" cy="720000"/>
            </a:xfrm>
            <a:prstGeom prst="rect">
              <a:avLst/>
            </a:prstGeom>
            <a:noFill/>
            <a:ln>
              <a:noFill/>
            </a:ln>
          </p:spPr>
        </p:pic>
        <p:pic>
          <p:nvPicPr>
            <p:cNvPr id="2317" name="Google Shape;2317;p64"/>
            <p:cNvPicPr preferRelativeResize="0"/>
            <p:nvPr/>
          </p:nvPicPr>
          <p:blipFill rotWithShape="1">
            <a:blip r:embed="rId6">
              <a:alphaModFix/>
            </a:blip>
            <a:srcRect b="0" l="0" r="0" t="0"/>
            <a:stretch/>
          </p:blipFill>
          <p:spPr>
            <a:xfrm>
              <a:off x="3996000" y="5256000"/>
              <a:ext cx="524033" cy="576000"/>
            </a:xfrm>
            <a:prstGeom prst="rect">
              <a:avLst/>
            </a:prstGeom>
            <a:noFill/>
            <a:ln>
              <a:noFill/>
            </a:ln>
          </p:spPr>
        </p:pic>
        <p:pic>
          <p:nvPicPr>
            <p:cNvPr id="2318" name="Google Shape;2318;p64"/>
            <p:cNvPicPr preferRelativeResize="0"/>
            <p:nvPr/>
          </p:nvPicPr>
          <p:blipFill rotWithShape="1">
            <a:blip r:embed="rId7">
              <a:alphaModFix/>
            </a:blip>
            <a:srcRect b="0" l="0" r="0" t="0"/>
            <a:stretch/>
          </p:blipFill>
          <p:spPr>
            <a:xfrm>
              <a:off x="2844000" y="5256000"/>
              <a:ext cx="524033" cy="576000"/>
            </a:xfrm>
            <a:prstGeom prst="rect">
              <a:avLst/>
            </a:prstGeom>
            <a:noFill/>
            <a:ln>
              <a:noFill/>
            </a:ln>
          </p:spPr>
        </p:pic>
        <p:pic>
          <p:nvPicPr>
            <p:cNvPr id="2319" name="Google Shape;2319;p64"/>
            <p:cNvPicPr preferRelativeResize="0"/>
            <p:nvPr/>
          </p:nvPicPr>
          <p:blipFill rotWithShape="1">
            <a:blip r:embed="rId6">
              <a:alphaModFix/>
            </a:blip>
            <a:srcRect b="0" l="0" r="0" t="0"/>
            <a:stretch/>
          </p:blipFill>
          <p:spPr>
            <a:xfrm>
              <a:off x="3996000" y="3312000"/>
              <a:ext cx="524033" cy="576000"/>
            </a:xfrm>
            <a:prstGeom prst="rect">
              <a:avLst/>
            </a:prstGeom>
            <a:noFill/>
            <a:ln>
              <a:noFill/>
            </a:ln>
          </p:spPr>
        </p:pic>
        <p:pic>
          <p:nvPicPr>
            <p:cNvPr id="2320" name="Google Shape;2320;p64"/>
            <p:cNvPicPr preferRelativeResize="0"/>
            <p:nvPr/>
          </p:nvPicPr>
          <p:blipFill rotWithShape="1">
            <a:blip r:embed="rId7">
              <a:alphaModFix/>
            </a:blip>
            <a:srcRect b="0" l="0" r="0" t="0"/>
            <a:stretch/>
          </p:blipFill>
          <p:spPr>
            <a:xfrm>
              <a:off x="2844000" y="2592000"/>
              <a:ext cx="524033" cy="576000"/>
            </a:xfrm>
            <a:prstGeom prst="rect">
              <a:avLst/>
            </a:prstGeom>
            <a:noFill/>
            <a:ln>
              <a:noFill/>
            </a:ln>
          </p:spPr>
        </p:pic>
        <p:pic>
          <p:nvPicPr>
            <p:cNvPr id="2321" name="Google Shape;2321;p64"/>
            <p:cNvPicPr preferRelativeResize="0"/>
            <p:nvPr/>
          </p:nvPicPr>
          <p:blipFill rotWithShape="1">
            <a:blip r:embed="rId7">
              <a:alphaModFix/>
            </a:blip>
            <a:srcRect b="0" l="0" r="0" t="0"/>
            <a:stretch/>
          </p:blipFill>
          <p:spPr>
            <a:xfrm>
              <a:off x="5724000" y="2592000"/>
              <a:ext cx="524033" cy="576000"/>
            </a:xfrm>
            <a:prstGeom prst="rect">
              <a:avLst/>
            </a:prstGeom>
            <a:noFill/>
            <a:ln>
              <a:noFill/>
            </a:ln>
          </p:spPr>
        </p:pic>
        <p:pic>
          <p:nvPicPr>
            <p:cNvPr id="2322" name="Google Shape;2322;p64"/>
            <p:cNvPicPr preferRelativeResize="0"/>
            <p:nvPr/>
          </p:nvPicPr>
          <p:blipFill rotWithShape="1">
            <a:blip r:embed="rId6">
              <a:alphaModFix/>
            </a:blip>
            <a:srcRect b="0" l="0" r="0" t="0"/>
            <a:stretch/>
          </p:blipFill>
          <p:spPr>
            <a:xfrm>
              <a:off x="5724000" y="3312000"/>
              <a:ext cx="524033" cy="576000"/>
            </a:xfrm>
            <a:prstGeom prst="rect">
              <a:avLst/>
            </a:prstGeom>
            <a:noFill/>
            <a:ln>
              <a:noFill/>
            </a:ln>
          </p:spPr>
        </p:pic>
        <p:cxnSp>
          <p:nvCxnSpPr>
            <p:cNvPr id="2323" name="Google Shape;2323;p64"/>
            <p:cNvCxnSpPr>
              <a:stCxn id="2319" idx="3"/>
              <a:endCxn id="2322" idx="1"/>
            </p:cNvCxnSpPr>
            <p:nvPr/>
          </p:nvCxnSpPr>
          <p:spPr>
            <a:xfrm>
              <a:off x="4520033" y="3600000"/>
              <a:ext cx="1203900" cy="0"/>
            </a:xfrm>
            <a:prstGeom prst="straightConnector1">
              <a:avLst/>
            </a:prstGeom>
            <a:noFill/>
            <a:ln cap="flat" cmpd="sng" w="28575">
              <a:solidFill>
                <a:schemeClr val="accent3"/>
              </a:solidFill>
              <a:prstDash val="solid"/>
              <a:miter lim="800000"/>
              <a:headEnd len="sm" w="sm" type="none"/>
              <a:tailEnd len="med" w="med" type="triangle"/>
            </a:ln>
          </p:spPr>
        </p:cxnSp>
        <p:cxnSp>
          <p:nvCxnSpPr>
            <p:cNvPr id="2324" name="Google Shape;2324;p64"/>
            <p:cNvCxnSpPr>
              <a:stCxn id="2319" idx="2"/>
              <a:endCxn id="2317" idx="0"/>
            </p:cNvCxnSpPr>
            <p:nvPr/>
          </p:nvCxnSpPr>
          <p:spPr>
            <a:xfrm>
              <a:off x="4258016" y="3888000"/>
              <a:ext cx="0" cy="1368000"/>
            </a:xfrm>
            <a:prstGeom prst="straightConnector1">
              <a:avLst/>
            </a:prstGeom>
            <a:noFill/>
            <a:ln cap="flat" cmpd="sng" w="28575">
              <a:solidFill>
                <a:schemeClr val="accent3"/>
              </a:solidFill>
              <a:prstDash val="solid"/>
              <a:miter lim="800000"/>
              <a:headEnd len="sm" w="sm" type="none"/>
              <a:tailEnd len="med" w="med" type="triangle"/>
            </a:ln>
          </p:spPr>
        </p:cxnSp>
        <p:cxnSp>
          <p:nvCxnSpPr>
            <p:cNvPr id="2325" name="Google Shape;2325;p64"/>
            <p:cNvCxnSpPr>
              <a:stCxn id="2320" idx="3"/>
              <a:endCxn id="2321" idx="1"/>
            </p:cNvCxnSpPr>
            <p:nvPr/>
          </p:nvCxnSpPr>
          <p:spPr>
            <a:xfrm>
              <a:off x="3368033" y="2880000"/>
              <a:ext cx="2355900" cy="0"/>
            </a:xfrm>
            <a:prstGeom prst="straightConnector1">
              <a:avLst/>
            </a:prstGeom>
            <a:noFill/>
            <a:ln cap="flat" cmpd="sng" w="28575">
              <a:solidFill>
                <a:schemeClr val="accent3"/>
              </a:solidFill>
              <a:prstDash val="solid"/>
              <a:miter lim="800000"/>
              <a:headEnd len="sm" w="sm" type="none"/>
              <a:tailEnd len="med" w="med" type="triangle"/>
            </a:ln>
          </p:spPr>
        </p:cxnSp>
        <p:cxnSp>
          <p:nvCxnSpPr>
            <p:cNvPr id="2326" name="Google Shape;2326;p64"/>
            <p:cNvCxnSpPr>
              <a:stCxn id="2320" idx="2"/>
              <a:endCxn id="2318" idx="0"/>
            </p:cNvCxnSpPr>
            <p:nvPr/>
          </p:nvCxnSpPr>
          <p:spPr>
            <a:xfrm>
              <a:off x="3106016" y="3168000"/>
              <a:ext cx="0" cy="2088000"/>
            </a:xfrm>
            <a:prstGeom prst="straightConnector1">
              <a:avLst/>
            </a:prstGeom>
            <a:noFill/>
            <a:ln cap="flat" cmpd="sng" w="28575">
              <a:solidFill>
                <a:schemeClr val="accent3"/>
              </a:solidFill>
              <a:prstDash val="solid"/>
              <a:miter lim="800000"/>
              <a:headEnd len="sm" w="sm" type="none"/>
              <a:tailEnd len="med" w="med" type="triangle"/>
            </a:ln>
          </p:spPr>
        </p:cxnSp>
        <p:sp>
          <p:nvSpPr>
            <p:cNvPr id="2327" name="Google Shape;2327;p64"/>
            <p:cNvSpPr txBox="1"/>
            <p:nvPr/>
          </p:nvSpPr>
          <p:spPr>
            <a:xfrm>
              <a:off x="1728000" y="2952000"/>
              <a:ext cx="1261884"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ドキュメント</a:t>
              </a:r>
              <a:endParaRPr/>
            </a:p>
          </p:txBody>
        </p:sp>
        <p:sp>
          <p:nvSpPr>
            <p:cNvPr id="2328" name="Google Shape;2328;p64"/>
            <p:cNvSpPr txBox="1"/>
            <p:nvPr/>
          </p:nvSpPr>
          <p:spPr>
            <a:xfrm>
              <a:off x="3888000" y="3024000"/>
              <a:ext cx="1620957"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プログラムソース</a:t>
              </a:r>
              <a:endParaRPr/>
            </a:p>
          </p:txBody>
        </p:sp>
        <p:sp>
          <p:nvSpPr>
            <p:cNvPr id="2329" name="Google Shape;2329;p64"/>
            <p:cNvSpPr/>
            <p:nvPr/>
          </p:nvSpPr>
          <p:spPr>
            <a:xfrm>
              <a:off x="3456000" y="2484000"/>
              <a:ext cx="2145521" cy="288000"/>
            </a:xfrm>
            <a:prstGeom prst="wedgeRectCallout">
              <a:avLst>
                <a:gd fmla="val -21703" name="adj1"/>
                <a:gd fmla="val 87807" name="adj2"/>
              </a:avLst>
            </a:prstGeom>
            <a:solidFill>
              <a:srgbClr val="EDEDED">
                <a:alpha val="69803"/>
              </a:srgbClr>
            </a:solid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編集後、都度、コミット</a:t>
              </a:r>
              <a:endParaRPr/>
            </a:p>
          </p:txBody>
        </p:sp>
        <p:sp>
          <p:nvSpPr>
            <p:cNvPr id="2330" name="Google Shape;2330;p64"/>
            <p:cNvSpPr/>
            <p:nvPr/>
          </p:nvSpPr>
          <p:spPr>
            <a:xfrm>
              <a:off x="864000" y="3434680"/>
              <a:ext cx="2016000" cy="288000"/>
            </a:xfrm>
            <a:prstGeom prst="wedgeRectCallout">
              <a:avLst>
                <a:gd fmla="val 60624" name="adj1"/>
                <a:gd fmla="val 24162" name="adj2"/>
              </a:avLst>
            </a:prstGeom>
            <a:solidFill>
              <a:srgbClr val="EDEDED">
                <a:alpha val="69803"/>
              </a:srgbClr>
            </a:solid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納品時にアップロード</a:t>
              </a:r>
              <a:endParaRPr/>
            </a:p>
          </p:txBody>
        </p:sp>
        <p:sp>
          <p:nvSpPr>
            <p:cNvPr id="2331" name="Google Shape;2331;p64"/>
            <p:cNvSpPr/>
            <p:nvPr/>
          </p:nvSpPr>
          <p:spPr>
            <a:xfrm>
              <a:off x="4428000" y="4392000"/>
              <a:ext cx="2016000" cy="288000"/>
            </a:xfrm>
            <a:prstGeom prst="wedgeRectCallout">
              <a:avLst>
                <a:gd fmla="val -57895" name="adj1"/>
                <a:gd fmla="val 24162" name="adj2"/>
              </a:avLst>
            </a:prstGeom>
            <a:solidFill>
              <a:srgbClr val="EDEDED">
                <a:alpha val="69803"/>
              </a:srgbClr>
            </a:solid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リリース時にコミット</a:t>
              </a:r>
              <a:endParaRPr/>
            </a:p>
          </p:txBody>
        </p:sp>
        <p:sp>
          <p:nvSpPr>
            <p:cNvPr id="2332" name="Google Shape;2332;p64"/>
            <p:cNvSpPr/>
            <p:nvPr/>
          </p:nvSpPr>
          <p:spPr>
            <a:xfrm>
              <a:off x="6876000" y="2160000"/>
              <a:ext cx="720000" cy="288000"/>
            </a:xfrm>
            <a:prstGeom prst="rect">
              <a:avLst/>
            </a:prstGeom>
            <a:solidFill>
              <a:schemeClr val="accent2"/>
            </a:solidFill>
            <a:ln cap="flat" cmpd="sng" w="190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SVN</a:t>
              </a:r>
              <a:endParaRPr b="1" sz="1400">
                <a:solidFill>
                  <a:schemeClr val="lt1"/>
                </a:solidFill>
                <a:latin typeface="Arial"/>
                <a:ea typeface="Arial"/>
                <a:cs typeface="Arial"/>
                <a:sym typeface="Arial"/>
              </a:endParaRPr>
            </a:p>
          </p:txBody>
        </p:sp>
        <p:sp>
          <p:nvSpPr>
            <p:cNvPr id="2333" name="Google Shape;2333;p64"/>
            <p:cNvSpPr/>
            <p:nvPr/>
          </p:nvSpPr>
          <p:spPr>
            <a:xfrm>
              <a:off x="1548000" y="4752000"/>
              <a:ext cx="720000" cy="288000"/>
            </a:xfrm>
            <a:prstGeom prst="rect">
              <a:avLst/>
            </a:prstGeom>
            <a:solidFill>
              <a:schemeClr val="accent1"/>
            </a:solidFill>
            <a:ln cap="flat" cmpd="sng" w="190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BOX</a:t>
              </a:r>
              <a:endParaRPr b="1" sz="1400">
                <a:solidFill>
                  <a:schemeClr val="lt1"/>
                </a:solidFill>
                <a:latin typeface="Arial"/>
                <a:ea typeface="Arial"/>
                <a:cs typeface="Arial"/>
                <a:sym typeface="Arial"/>
              </a:endParaRPr>
            </a:p>
          </p:txBody>
        </p:sp>
        <p:sp>
          <p:nvSpPr>
            <p:cNvPr id="2334" name="Google Shape;2334;p64"/>
            <p:cNvSpPr/>
            <p:nvPr/>
          </p:nvSpPr>
          <p:spPr>
            <a:xfrm>
              <a:off x="5148000" y="4752000"/>
              <a:ext cx="720000" cy="288000"/>
            </a:xfrm>
            <a:prstGeom prst="rect">
              <a:avLst/>
            </a:prstGeom>
            <a:solidFill>
              <a:schemeClr val="accent1"/>
            </a:solidFill>
            <a:ln cap="flat" cmpd="sng" w="190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SVN</a:t>
              </a:r>
              <a:endParaRPr b="1" sz="1400">
                <a:solidFill>
                  <a:schemeClr val="lt1"/>
                </a:solidFill>
                <a:latin typeface="Arial"/>
                <a:ea typeface="Arial"/>
                <a:cs typeface="Arial"/>
                <a:sym typeface="Arial"/>
              </a:endParaRPr>
            </a:p>
          </p:txBody>
        </p:sp>
        <p:sp>
          <p:nvSpPr>
            <p:cNvPr id="2335" name="Google Shape;2335;p64"/>
            <p:cNvSpPr/>
            <p:nvPr/>
          </p:nvSpPr>
          <p:spPr>
            <a:xfrm>
              <a:off x="4608000" y="3960000"/>
              <a:ext cx="2145521" cy="288000"/>
            </a:xfrm>
            <a:prstGeom prst="wedgeRectCallout">
              <a:avLst>
                <a:gd fmla="val -21703" name="adj1"/>
                <a:gd fmla="val -164897" name="adj2"/>
              </a:avLst>
            </a:prstGeom>
            <a:solidFill>
              <a:srgbClr val="EDEDED">
                <a:alpha val="69803"/>
              </a:srgbClr>
            </a:solid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編集後、都度、コミット</a:t>
              </a:r>
              <a:endParaRPr/>
            </a:p>
          </p:txBody>
        </p:sp>
        <p:sp>
          <p:nvSpPr>
            <p:cNvPr id="2336" name="Google Shape;2336;p64"/>
            <p:cNvSpPr/>
            <p:nvPr/>
          </p:nvSpPr>
          <p:spPr>
            <a:xfrm>
              <a:off x="6228000" y="4896000"/>
              <a:ext cx="2016000" cy="1152000"/>
            </a:xfrm>
            <a:prstGeom prst="wedgeRectCallout">
              <a:avLst>
                <a:gd fmla="val -59746" name="adj1"/>
                <a:gd fmla="val 20922" name="adj2"/>
              </a:avLst>
            </a:prstGeom>
            <a:solidFill>
              <a:srgbClr val="EDEDED">
                <a:alpha val="69803"/>
              </a:srgbClr>
            </a:solid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貴社SVN環境の利用にあたっては、貴社のSVN利用ルールに則ります。</a:t>
              </a:r>
              <a:endParaRPr sz="1400">
                <a:solidFill>
                  <a:schemeClr val="dk1"/>
                </a:solidFill>
                <a:latin typeface="Arial"/>
                <a:ea typeface="Arial"/>
                <a:cs typeface="Arial"/>
                <a:sym typeface="Arial"/>
              </a:endParaRPr>
            </a:p>
          </p:txBody>
        </p:sp>
        <p:sp>
          <p:nvSpPr>
            <p:cNvPr id="2337" name="Google Shape;2337;p64"/>
            <p:cNvSpPr/>
            <p:nvPr/>
          </p:nvSpPr>
          <p:spPr>
            <a:xfrm>
              <a:off x="1548000" y="2160000"/>
              <a:ext cx="1512000" cy="288000"/>
            </a:xfrm>
            <a:prstGeom prst="rect">
              <a:avLst/>
            </a:prstGeom>
            <a:solidFill>
              <a:schemeClr val="accent2"/>
            </a:solidFill>
            <a:ln cap="flat" cmpd="sng" w="190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400">
                  <a:solidFill>
                    <a:schemeClr val="lt1"/>
                  </a:solidFill>
                  <a:latin typeface="Arial"/>
                  <a:ea typeface="Arial"/>
                  <a:cs typeface="Arial"/>
                  <a:sym typeface="Arial"/>
                </a:rPr>
                <a:t>クライアントPC</a:t>
              </a:r>
              <a:endParaRPr b="1" sz="1400">
                <a:solidFill>
                  <a:schemeClr val="lt1"/>
                </a:solidFill>
                <a:latin typeface="Arial"/>
                <a:ea typeface="Arial"/>
                <a:cs typeface="Arial"/>
                <a:sym typeface="Arial"/>
              </a:endParaRPr>
            </a:p>
          </p:txBody>
        </p:sp>
      </p:gr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1" name="Shape 2341"/>
        <p:cNvGrpSpPr/>
        <p:nvPr/>
      </p:nvGrpSpPr>
      <p:grpSpPr>
        <a:xfrm>
          <a:off x="0" y="0"/>
          <a:ext cx="0" cy="0"/>
          <a:chOff x="0" y="0"/>
          <a:chExt cx="0" cy="0"/>
        </a:xfrm>
      </p:grpSpPr>
      <p:sp>
        <p:nvSpPr>
          <p:cNvPr id="2342" name="Google Shape;2342;p65"/>
          <p:cNvSpPr/>
          <p:nvPr/>
        </p:nvSpPr>
        <p:spPr>
          <a:xfrm>
            <a:off x="1080000" y="864000"/>
            <a:ext cx="7920000" cy="936000"/>
          </a:xfrm>
          <a:prstGeom prst="rect">
            <a:avLst/>
          </a:prstGeom>
          <a:noFill/>
          <a:ln>
            <a:noFill/>
          </a:ln>
        </p:spPr>
        <p:txBody>
          <a:bodyPr anchorCtr="0" anchor="t" bIns="46800" lIns="91425" spcFirstLastPara="1" rIns="91425" wrap="square" tIns="46800">
            <a:noAutofit/>
          </a:bodyPr>
          <a:lstStyle/>
          <a:p>
            <a:pPr indent="0" lvl="0" marL="0" marR="0" rtl="0" algn="l">
              <a:lnSpc>
                <a:spcPct val="120000"/>
              </a:lnSpc>
              <a:spcBef>
                <a:spcPts val="0"/>
              </a:spcBef>
              <a:spcAft>
                <a:spcPts val="0"/>
              </a:spcAft>
              <a:buNone/>
            </a:pPr>
            <a:r>
              <a:rPr lang="ja-JP" sz="1400">
                <a:solidFill>
                  <a:schemeClr val="dk1"/>
                </a:solidFill>
                <a:latin typeface="Arial"/>
                <a:ea typeface="Arial"/>
                <a:cs typeface="Arial"/>
                <a:sym typeface="Arial"/>
              </a:rPr>
              <a:t>貴社とのコミュニケーションにつきましては、電話・メール以外に貴社で利用されているBOXおよびTeams	を利用させて頂きたく存じます。弊社内では各種ツールを活用しコミュニケーションの活性化を図ります。また、定期的な会議体を開催し適切な情報共有を図ります。</a:t>
            </a:r>
            <a:endParaRPr sz="1400">
              <a:solidFill>
                <a:schemeClr val="dk1"/>
              </a:solidFill>
              <a:latin typeface="Arial"/>
              <a:ea typeface="Arial"/>
              <a:cs typeface="Arial"/>
              <a:sym typeface="Arial"/>
            </a:endParaRPr>
          </a:p>
        </p:txBody>
      </p:sp>
      <p:sp>
        <p:nvSpPr>
          <p:cNvPr id="2343" name="Google Shape;2343;p65"/>
          <p:cNvSpPr txBox="1"/>
          <p:nvPr>
            <p:ph type="title"/>
          </p:nvPr>
        </p:nvSpPr>
        <p:spPr>
          <a:xfrm>
            <a:off x="144000" y="36000"/>
            <a:ext cx="8856000" cy="5760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3000"/>
              <a:buFont typeface="Arial"/>
              <a:buNone/>
            </a:pPr>
            <a:r>
              <a:rPr lang="ja-JP"/>
              <a:t>コミュニケーション管理</a:t>
            </a:r>
            <a:endParaRPr/>
          </a:p>
        </p:txBody>
      </p:sp>
      <p:sp>
        <p:nvSpPr>
          <p:cNvPr id="2344" name="Google Shape;2344;p65"/>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ja-JP"/>
              <a:t>Copyright© 2020 SystemEXE,Inc. all rights reserved.</a:t>
            </a:r>
            <a:endParaRPr/>
          </a:p>
        </p:txBody>
      </p:sp>
      <p:sp>
        <p:nvSpPr>
          <p:cNvPr id="2345" name="Google Shape;2345;p65"/>
          <p:cNvSpPr txBox="1"/>
          <p:nvPr>
            <p:ph idx="12" type="sldNum"/>
          </p:nvPr>
        </p:nvSpPr>
        <p:spPr>
          <a:xfrm>
            <a:off x="4212000" y="6500068"/>
            <a:ext cx="720000" cy="288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ja-JP"/>
              <a:t>‹#›</a:t>
            </a:fld>
            <a:endParaRPr/>
          </a:p>
        </p:txBody>
      </p:sp>
      <p:sp>
        <p:nvSpPr>
          <p:cNvPr id="2346" name="Google Shape;2346;p65"/>
          <p:cNvSpPr/>
          <p:nvPr/>
        </p:nvSpPr>
        <p:spPr>
          <a:xfrm>
            <a:off x="216000" y="900000"/>
            <a:ext cx="749902" cy="749902"/>
          </a:xfrm>
          <a:prstGeom prst="ellipse">
            <a:avLst/>
          </a:prstGeom>
          <a:solidFill>
            <a:schemeClr val="accent1">
              <a:alpha val="5882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2347" name="Google Shape;2347;p65"/>
          <p:cNvPicPr preferRelativeResize="0"/>
          <p:nvPr/>
        </p:nvPicPr>
        <p:blipFill rotWithShape="1">
          <a:blip r:embed="rId3">
            <a:alphaModFix/>
          </a:blip>
          <a:srcRect b="0" l="0" r="0" t="0"/>
          <a:stretch/>
        </p:blipFill>
        <p:spPr>
          <a:xfrm>
            <a:off x="338951" y="1074227"/>
            <a:ext cx="504000" cy="401448"/>
          </a:xfrm>
          <a:prstGeom prst="rect">
            <a:avLst/>
          </a:prstGeom>
          <a:noFill/>
          <a:ln>
            <a:noFill/>
          </a:ln>
        </p:spPr>
      </p:pic>
      <p:grpSp>
        <p:nvGrpSpPr>
          <p:cNvPr id="2348" name="Google Shape;2348;p65"/>
          <p:cNvGrpSpPr/>
          <p:nvPr/>
        </p:nvGrpSpPr>
        <p:grpSpPr>
          <a:xfrm>
            <a:off x="648000" y="2448000"/>
            <a:ext cx="7884000" cy="3888000"/>
            <a:chOff x="648000" y="1944000"/>
            <a:chExt cx="7884000" cy="3888000"/>
          </a:xfrm>
        </p:grpSpPr>
        <p:grpSp>
          <p:nvGrpSpPr>
            <p:cNvPr id="2349" name="Google Shape;2349;p65"/>
            <p:cNvGrpSpPr/>
            <p:nvPr/>
          </p:nvGrpSpPr>
          <p:grpSpPr>
            <a:xfrm>
              <a:off x="1332000" y="1944000"/>
              <a:ext cx="6480000" cy="2520000"/>
              <a:chOff x="1332000" y="2232000"/>
              <a:chExt cx="6480000" cy="2520000"/>
            </a:xfrm>
          </p:grpSpPr>
          <p:sp>
            <p:nvSpPr>
              <p:cNvPr id="2350" name="Google Shape;2350;p65"/>
              <p:cNvSpPr/>
              <p:nvPr/>
            </p:nvSpPr>
            <p:spPr>
              <a:xfrm>
                <a:off x="1332000" y="2736000"/>
                <a:ext cx="6480000" cy="288000"/>
              </a:xfrm>
              <a:prstGeom prst="rect">
                <a:avLst/>
              </a:prstGeom>
              <a:solidFill>
                <a:srgbClr val="EDEDE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600">
                    <a:solidFill>
                      <a:schemeClr val="dk1"/>
                    </a:solidFill>
                    <a:latin typeface="Arial"/>
                    <a:ea typeface="Arial"/>
                    <a:cs typeface="Arial"/>
                    <a:sym typeface="Arial"/>
                  </a:rPr>
                  <a:t>出光興産ご担当者様</a:t>
                </a:r>
                <a:endParaRPr/>
              </a:p>
            </p:txBody>
          </p:sp>
          <p:pic>
            <p:nvPicPr>
              <p:cNvPr id="2351" name="Google Shape;2351;p65"/>
              <p:cNvPicPr preferRelativeResize="0"/>
              <p:nvPr/>
            </p:nvPicPr>
            <p:blipFill rotWithShape="1">
              <a:blip r:embed="rId4">
                <a:alphaModFix/>
              </a:blip>
              <a:srcRect b="0" l="0" r="0" t="0"/>
              <a:stretch/>
            </p:blipFill>
            <p:spPr>
              <a:xfrm>
                <a:off x="1584000" y="2232000"/>
                <a:ext cx="538117" cy="720000"/>
              </a:xfrm>
              <a:prstGeom prst="rect">
                <a:avLst/>
              </a:prstGeom>
              <a:noFill/>
              <a:ln>
                <a:noFill/>
              </a:ln>
            </p:spPr>
          </p:pic>
          <p:sp>
            <p:nvSpPr>
              <p:cNvPr id="2352" name="Google Shape;2352;p65"/>
              <p:cNvSpPr/>
              <p:nvPr/>
            </p:nvSpPr>
            <p:spPr>
              <a:xfrm>
                <a:off x="1332000" y="4464000"/>
                <a:ext cx="6480000" cy="288000"/>
              </a:xfrm>
              <a:prstGeom prst="rect">
                <a:avLst/>
              </a:prstGeom>
              <a:solidFill>
                <a:srgbClr val="EDEDE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600">
                    <a:solidFill>
                      <a:schemeClr val="dk1"/>
                    </a:solidFill>
                    <a:latin typeface="Arial"/>
                    <a:ea typeface="Arial"/>
                    <a:cs typeface="Arial"/>
                    <a:sym typeface="Arial"/>
                  </a:rPr>
                  <a:t>弊社担当</a:t>
                </a:r>
                <a:endParaRPr/>
              </a:p>
            </p:txBody>
          </p:sp>
          <p:sp>
            <p:nvSpPr>
              <p:cNvPr id="2353" name="Google Shape;2353;p65"/>
              <p:cNvSpPr/>
              <p:nvPr/>
            </p:nvSpPr>
            <p:spPr>
              <a:xfrm>
                <a:off x="1944000" y="3024001"/>
                <a:ext cx="864000" cy="1440000"/>
              </a:xfrm>
              <a:prstGeom prst="upDownArrow">
                <a:avLst>
                  <a:gd fmla="val 50000" name="adj1"/>
                  <a:gd fmla="val 50000" name="adj2"/>
                </a:avLst>
              </a:prstGeom>
              <a:solidFill>
                <a:srgbClr val="DDEA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600">
                  <a:solidFill>
                    <a:schemeClr val="lt1"/>
                  </a:solidFill>
                  <a:latin typeface="Arial"/>
                  <a:ea typeface="Arial"/>
                  <a:cs typeface="Arial"/>
                  <a:sym typeface="Arial"/>
                </a:endParaRPr>
              </a:p>
            </p:txBody>
          </p:sp>
          <p:grpSp>
            <p:nvGrpSpPr>
              <p:cNvPr id="2354" name="Google Shape;2354;p65"/>
              <p:cNvGrpSpPr/>
              <p:nvPr/>
            </p:nvGrpSpPr>
            <p:grpSpPr>
              <a:xfrm>
                <a:off x="2160000" y="3348000"/>
                <a:ext cx="1620957" cy="955220"/>
                <a:chOff x="2376000" y="3348000"/>
                <a:chExt cx="1620957" cy="955220"/>
              </a:xfrm>
            </p:grpSpPr>
            <p:grpSp>
              <p:nvGrpSpPr>
                <p:cNvPr id="2355" name="Google Shape;2355;p65"/>
                <p:cNvGrpSpPr/>
                <p:nvPr/>
              </p:nvGrpSpPr>
              <p:grpSpPr>
                <a:xfrm>
                  <a:off x="2646478" y="3348000"/>
                  <a:ext cx="1080000" cy="379871"/>
                  <a:chOff x="3312000" y="3296357"/>
                  <a:chExt cx="1080000" cy="379871"/>
                </a:xfrm>
              </p:grpSpPr>
              <p:pic>
                <p:nvPicPr>
                  <p:cNvPr id="2356" name="Google Shape;2356;p65"/>
                  <p:cNvPicPr preferRelativeResize="0"/>
                  <p:nvPr/>
                </p:nvPicPr>
                <p:blipFill rotWithShape="1">
                  <a:blip r:embed="rId5">
                    <a:alphaModFix/>
                  </a:blip>
                  <a:srcRect b="0" l="0" r="0" t="0"/>
                  <a:stretch/>
                </p:blipFill>
                <p:spPr>
                  <a:xfrm>
                    <a:off x="3312000" y="3296357"/>
                    <a:ext cx="504000" cy="379871"/>
                  </a:xfrm>
                  <a:prstGeom prst="rect">
                    <a:avLst/>
                  </a:prstGeom>
                  <a:noFill/>
                  <a:ln>
                    <a:noFill/>
                  </a:ln>
                </p:spPr>
              </p:pic>
              <p:pic>
                <p:nvPicPr>
                  <p:cNvPr id="2357" name="Google Shape;2357;p65"/>
                  <p:cNvPicPr preferRelativeResize="0"/>
                  <p:nvPr/>
                </p:nvPicPr>
                <p:blipFill rotWithShape="1">
                  <a:blip r:embed="rId6">
                    <a:alphaModFix/>
                  </a:blip>
                  <a:srcRect b="0" l="0" r="0" t="0"/>
                  <a:stretch/>
                </p:blipFill>
                <p:spPr>
                  <a:xfrm>
                    <a:off x="3960000" y="3333665"/>
                    <a:ext cx="432000" cy="305255"/>
                  </a:xfrm>
                  <a:prstGeom prst="rect">
                    <a:avLst/>
                  </a:prstGeom>
                  <a:noFill/>
                  <a:ln>
                    <a:noFill/>
                  </a:ln>
                </p:spPr>
              </p:pic>
            </p:grpSp>
            <p:sp>
              <p:nvSpPr>
                <p:cNvPr id="2358" name="Google Shape;2358;p65"/>
                <p:cNvSpPr txBox="1"/>
                <p:nvPr/>
              </p:nvSpPr>
              <p:spPr>
                <a:xfrm>
                  <a:off x="2376000" y="3780000"/>
                  <a:ext cx="1620957"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【通常時の連絡】</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電話・メール</a:t>
                  </a:r>
                  <a:endParaRPr/>
                </a:p>
              </p:txBody>
            </p:sp>
          </p:grpSp>
          <p:sp>
            <p:nvSpPr>
              <p:cNvPr id="2359" name="Google Shape;2359;p65"/>
              <p:cNvSpPr/>
              <p:nvPr/>
            </p:nvSpPr>
            <p:spPr>
              <a:xfrm>
                <a:off x="4140000" y="3024001"/>
                <a:ext cx="864000" cy="1440000"/>
              </a:xfrm>
              <a:prstGeom prst="upDownArrow">
                <a:avLst>
                  <a:gd fmla="val 50000" name="adj1"/>
                  <a:gd fmla="val 50000" name="adj2"/>
                </a:avLst>
              </a:prstGeom>
              <a:solidFill>
                <a:srgbClr val="DDEA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600">
                  <a:solidFill>
                    <a:schemeClr val="lt1"/>
                  </a:solidFill>
                  <a:latin typeface="Arial"/>
                  <a:ea typeface="Arial"/>
                  <a:cs typeface="Arial"/>
                  <a:sym typeface="Arial"/>
                </a:endParaRPr>
              </a:p>
            </p:txBody>
          </p:sp>
          <p:grpSp>
            <p:nvGrpSpPr>
              <p:cNvPr id="2360" name="Google Shape;2360;p65"/>
              <p:cNvGrpSpPr/>
              <p:nvPr/>
            </p:nvGrpSpPr>
            <p:grpSpPr>
              <a:xfrm>
                <a:off x="3833304" y="3348000"/>
                <a:ext cx="2159566" cy="955220"/>
                <a:chOff x="4013304" y="3348000"/>
                <a:chExt cx="2159566" cy="955220"/>
              </a:xfrm>
            </p:grpSpPr>
            <p:pic>
              <p:nvPicPr>
                <p:cNvPr id="2361" name="Google Shape;2361;p65"/>
                <p:cNvPicPr preferRelativeResize="0"/>
                <p:nvPr/>
              </p:nvPicPr>
              <p:blipFill rotWithShape="1">
                <a:blip r:embed="rId7">
                  <a:alphaModFix/>
                </a:blip>
                <a:srcRect b="0" l="0" r="0" t="0"/>
                <a:stretch/>
              </p:blipFill>
              <p:spPr>
                <a:xfrm>
                  <a:off x="4877087" y="3348000"/>
                  <a:ext cx="432000" cy="432000"/>
                </a:xfrm>
                <a:prstGeom prst="rect">
                  <a:avLst/>
                </a:prstGeom>
                <a:noFill/>
                <a:ln>
                  <a:noFill/>
                </a:ln>
              </p:spPr>
            </p:pic>
            <p:sp>
              <p:nvSpPr>
                <p:cNvPr id="2362" name="Google Shape;2362;p65"/>
                <p:cNvSpPr txBox="1"/>
                <p:nvPr/>
              </p:nvSpPr>
              <p:spPr>
                <a:xfrm>
                  <a:off x="4013304" y="3780000"/>
                  <a:ext cx="2159566"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【ドキュメントの授受】</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BOX</a:t>
                  </a:r>
                  <a:endParaRPr sz="1400">
                    <a:solidFill>
                      <a:schemeClr val="dk1"/>
                    </a:solidFill>
                    <a:latin typeface="Arial"/>
                    <a:ea typeface="Arial"/>
                    <a:cs typeface="Arial"/>
                    <a:sym typeface="Arial"/>
                  </a:endParaRPr>
                </a:p>
              </p:txBody>
            </p:sp>
          </p:grpSp>
          <p:sp>
            <p:nvSpPr>
              <p:cNvPr id="2363" name="Google Shape;2363;p65"/>
              <p:cNvSpPr/>
              <p:nvPr/>
            </p:nvSpPr>
            <p:spPr>
              <a:xfrm>
                <a:off x="6336000" y="3024001"/>
                <a:ext cx="864000" cy="1440000"/>
              </a:xfrm>
              <a:prstGeom prst="upDownArrow">
                <a:avLst>
                  <a:gd fmla="val 50000" name="adj1"/>
                  <a:gd fmla="val 50000" name="adj2"/>
                </a:avLst>
              </a:prstGeom>
              <a:solidFill>
                <a:srgbClr val="DDEA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600">
                  <a:solidFill>
                    <a:schemeClr val="lt1"/>
                  </a:solidFill>
                  <a:latin typeface="Arial"/>
                  <a:ea typeface="Arial"/>
                  <a:cs typeface="Arial"/>
                  <a:sym typeface="Arial"/>
                </a:endParaRPr>
              </a:p>
            </p:txBody>
          </p:sp>
          <p:grpSp>
            <p:nvGrpSpPr>
              <p:cNvPr id="2364" name="Google Shape;2364;p65"/>
              <p:cNvGrpSpPr/>
              <p:nvPr/>
            </p:nvGrpSpPr>
            <p:grpSpPr>
              <a:xfrm>
                <a:off x="6444000" y="3348000"/>
                <a:ext cx="1301959" cy="955220"/>
                <a:chOff x="7343735" y="3348000"/>
                <a:chExt cx="1301959" cy="955220"/>
              </a:xfrm>
            </p:grpSpPr>
            <p:pic>
              <p:nvPicPr>
                <p:cNvPr id="2365" name="Google Shape;2365;p65"/>
                <p:cNvPicPr preferRelativeResize="0"/>
                <p:nvPr/>
              </p:nvPicPr>
              <p:blipFill rotWithShape="1">
                <a:blip r:embed="rId8">
                  <a:alphaModFix/>
                </a:blip>
                <a:srcRect b="17360" l="13079" r="14567" t="17669"/>
                <a:stretch/>
              </p:blipFill>
              <p:spPr>
                <a:xfrm>
                  <a:off x="7754169" y="3348000"/>
                  <a:ext cx="481091" cy="432000"/>
                </a:xfrm>
                <a:prstGeom prst="rect">
                  <a:avLst/>
                </a:prstGeom>
                <a:noFill/>
                <a:ln>
                  <a:noFill/>
                </a:ln>
              </p:spPr>
            </p:pic>
            <p:sp>
              <p:nvSpPr>
                <p:cNvPr id="2366" name="Google Shape;2366;p65"/>
                <p:cNvSpPr txBox="1"/>
                <p:nvPr/>
              </p:nvSpPr>
              <p:spPr>
                <a:xfrm>
                  <a:off x="7343735" y="3780000"/>
                  <a:ext cx="1301959"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【WEB会議】</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Teams</a:t>
                  </a:r>
                  <a:endParaRPr sz="1400">
                    <a:solidFill>
                      <a:schemeClr val="dk1"/>
                    </a:solidFill>
                    <a:latin typeface="Arial"/>
                    <a:ea typeface="Arial"/>
                    <a:cs typeface="Arial"/>
                    <a:sym typeface="Arial"/>
                  </a:endParaRPr>
                </a:p>
              </p:txBody>
            </p:sp>
          </p:grpSp>
          <p:pic>
            <p:nvPicPr>
              <p:cNvPr id="2367" name="Google Shape;2367;p65"/>
              <p:cNvPicPr preferRelativeResize="0"/>
              <p:nvPr/>
            </p:nvPicPr>
            <p:blipFill rotWithShape="1">
              <a:blip r:embed="rId9">
                <a:alphaModFix/>
              </a:blip>
              <a:srcRect b="0" l="0" r="0" t="0"/>
              <a:stretch/>
            </p:blipFill>
            <p:spPr>
              <a:xfrm>
                <a:off x="1584000" y="3960000"/>
                <a:ext cx="614505" cy="720000"/>
              </a:xfrm>
              <a:prstGeom prst="rect">
                <a:avLst/>
              </a:prstGeom>
              <a:noFill/>
              <a:ln>
                <a:noFill/>
              </a:ln>
            </p:spPr>
          </p:pic>
        </p:grpSp>
        <p:grpSp>
          <p:nvGrpSpPr>
            <p:cNvPr id="2368" name="Google Shape;2368;p65"/>
            <p:cNvGrpSpPr/>
            <p:nvPr/>
          </p:nvGrpSpPr>
          <p:grpSpPr>
            <a:xfrm>
              <a:off x="648000" y="4608000"/>
              <a:ext cx="2520000" cy="1224000"/>
              <a:chOff x="540000" y="4608000"/>
              <a:chExt cx="2520000" cy="1224000"/>
            </a:xfrm>
          </p:grpSpPr>
          <p:pic>
            <p:nvPicPr>
              <p:cNvPr id="2369" name="Google Shape;2369;p65"/>
              <p:cNvPicPr preferRelativeResize="0"/>
              <p:nvPr/>
            </p:nvPicPr>
            <p:blipFill rotWithShape="1">
              <a:blip r:embed="rId10">
                <a:alphaModFix/>
              </a:blip>
              <a:srcRect b="26501" l="34274" r="34233" t="26253"/>
              <a:stretch/>
            </p:blipFill>
            <p:spPr>
              <a:xfrm>
                <a:off x="540000" y="4608000"/>
                <a:ext cx="432000" cy="432000"/>
              </a:xfrm>
              <a:prstGeom prst="rect">
                <a:avLst/>
              </a:prstGeom>
              <a:noFill/>
              <a:ln>
                <a:noFill/>
              </a:ln>
            </p:spPr>
          </p:pic>
          <p:sp>
            <p:nvSpPr>
              <p:cNvPr id="2370" name="Google Shape;2370;p65"/>
              <p:cNvSpPr txBox="1"/>
              <p:nvPr/>
            </p:nvSpPr>
            <p:spPr>
              <a:xfrm>
                <a:off x="1044000" y="4608000"/>
                <a:ext cx="2016000" cy="1224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ja-JP" sz="1400">
                    <a:solidFill>
                      <a:srgbClr val="1E4E79"/>
                    </a:solidFill>
                    <a:latin typeface="Arial"/>
                    <a:ea typeface="Arial"/>
                    <a:cs typeface="Arial"/>
                    <a:sym typeface="Arial"/>
                  </a:rPr>
                  <a:t>RedMine</a:t>
                </a:r>
                <a:endParaRPr b="1" sz="1400">
                  <a:solidFill>
                    <a:srgbClr val="1E4E79"/>
                  </a:solidFill>
                  <a:latin typeface="Arial"/>
                  <a:ea typeface="Arial"/>
                  <a:cs typeface="Arial"/>
                  <a:sym typeface="Arial"/>
                </a:endParaRPr>
              </a:p>
              <a:p>
                <a:pPr indent="0" lvl="0" marL="0" marR="0" rtl="0" algn="l">
                  <a:spcBef>
                    <a:spcPts val="0"/>
                  </a:spcBef>
                  <a:spcAft>
                    <a:spcPts val="0"/>
                  </a:spcAft>
                  <a:buNone/>
                </a:pPr>
                <a:r>
                  <a:rPr lang="ja-JP" sz="1400">
                    <a:solidFill>
                      <a:schemeClr val="dk1"/>
                    </a:solidFill>
                    <a:latin typeface="Arial"/>
                    <a:ea typeface="Arial"/>
                    <a:cs typeface="Arial"/>
                    <a:sym typeface="Arial"/>
                  </a:rPr>
                  <a:t>プロジェクト管理ツールおよび情報共有基盤として利用します。</a:t>
                </a:r>
                <a:endParaRPr/>
              </a:p>
            </p:txBody>
          </p:sp>
        </p:grpSp>
        <p:grpSp>
          <p:nvGrpSpPr>
            <p:cNvPr id="2371" name="Google Shape;2371;p65"/>
            <p:cNvGrpSpPr/>
            <p:nvPr/>
          </p:nvGrpSpPr>
          <p:grpSpPr>
            <a:xfrm>
              <a:off x="6012000" y="4608000"/>
              <a:ext cx="2520000" cy="1224000"/>
              <a:chOff x="6012000" y="4608000"/>
              <a:chExt cx="2520000" cy="1224000"/>
            </a:xfrm>
          </p:grpSpPr>
          <p:pic>
            <p:nvPicPr>
              <p:cNvPr id="2372" name="Google Shape;2372;p65"/>
              <p:cNvPicPr preferRelativeResize="0"/>
              <p:nvPr/>
            </p:nvPicPr>
            <p:blipFill rotWithShape="1">
              <a:blip r:embed="rId11">
                <a:alphaModFix/>
              </a:blip>
              <a:srcRect b="0" l="-4" r="45252" t="0"/>
              <a:stretch/>
            </p:blipFill>
            <p:spPr>
              <a:xfrm>
                <a:off x="6012000" y="4608000"/>
                <a:ext cx="421794" cy="432000"/>
              </a:xfrm>
              <a:prstGeom prst="rect">
                <a:avLst/>
              </a:prstGeom>
              <a:noFill/>
              <a:ln>
                <a:noFill/>
              </a:ln>
            </p:spPr>
          </p:pic>
          <p:sp>
            <p:nvSpPr>
              <p:cNvPr id="2373" name="Google Shape;2373;p65"/>
              <p:cNvSpPr txBox="1"/>
              <p:nvPr/>
            </p:nvSpPr>
            <p:spPr>
              <a:xfrm>
                <a:off x="6516000" y="4608000"/>
                <a:ext cx="2016000" cy="1224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ja-JP" sz="1400">
                    <a:solidFill>
                      <a:srgbClr val="1E4E79"/>
                    </a:solidFill>
                    <a:latin typeface="Arial"/>
                    <a:ea typeface="Arial"/>
                    <a:cs typeface="Arial"/>
                    <a:sym typeface="Arial"/>
                  </a:rPr>
                  <a:t>V-CUBE Gate</a:t>
                </a:r>
                <a:endParaRPr/>
              </a:p>
              <a:p>
                <a:pPr indent="0" lvl="0" marL="0" marR="0" rtl="0" algn="l">
                  <a:spcBef>
                    <a:spcPts val="0"/>
                  </a:spcBef>
                  <a:spcAft>
                    <a:spcPts val="0"/>
                  </a:spcAft>
                  <a:buNone/>
                </a:pPr>
                <a:r>
                  <a:rPr lang="ja-JP" sz="1400">
                    <a:solidFill>
                      <a:schemeClr val="dk1"/>
                    </a:solidFill>
                    <a:latin typeface="Arial"/>
                    <a:ea typeface="Arial"/>
                    <a:cs typeface="Arial"/>
                    <a:sym typeface="Arial"/>
                  </a:rPr>
                  <a:t>メンバー間のコミュニケーションツールとしてチャット機能を活用します。</a:t>
                </a:r>
                <a:endParaRPr sz="1400">
                  <a:solidFill>
                    <a:schemeClr val="dk1"/>
                  </a:solidFill>
                  <a:latin typeface="Arial"/>
                  <a:ea typeface="Arial"/>
                  <a:cs typeface="Arial"/>
                  <a:sym typeface="Arial"/>
                </a:endParaRPr>
              </a:p>
            </p:txBody>
          </p:sp>
        </p:grpSp>
        <p:grpSp>
          <p:nvGrpSpPr>
            <p:cNvPr id="2374" name="Google Shape;2374;p65"/>
            <p:cNvGrpSpPr/>
            <p:nvPr/>
          </p:nvGrpSpPr>
          <p:grpSpPr>
            <a:xfrm>
              <a:off x="3330000" y="4608000"/>
              <a:ext cx="2520000" cy="1224000"/>
              <a:chOff x="3600000" y="4608000"/>
              <a:chExt cx="2520000" cy="1224000"/>
            </a:xfrm>
          </p:grpSpPr>
          <p:pic>
            <p:nvPicPr>
              <p:cNvPr id="2375" name="Google Shape;2375;p65"/>
              <p:cNvPicPr preferRelativeResize="0"/>
              <p:nvPr/>
            </p:nvPicPr>
            <p:blipFill rotWithShape="1">
              <a:blip r:embed="rId12">
                <a:alphaModFix/>
              </a:blip>
              <a:srcRect b="36686" l="35060" r="35805" t="11569"/>
              <a:stretch/>
            </p:blipFill>
            <p:spPr>
              <a:xfrm>
                <a:off x="3600000" y="4608000"/>
                <a:ext cx="463304" cy="432000"/>
              </a:xfrm>
              <a:prstGeom prst="rect">
                <a:avLst/>
              </a:prstGeom>
              <a:noFill/>
              <a:ln>
                <a:noFill/>
              </a:ln>
            </p:spPr>
          </p:pic>
          <p:sp>
            <p:nvSpPr>
              <p:cNvPr id="2376" name="Google Shape;2376;p65"/>
              <p:cNvSpPr txBox="1"/>
              <p:nvPr/>
            </p:nvSpPr>
            <p:spPr>
              <a:xfrm>
                <a:off x="4104000" y="4608000"/>
                <a:ext cx="2016000" cy="1224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ja-JP" sz="1400">
                    <a:solidFill>
                      <a:srgbClr val="1E4E79"/>
                    </a:solidFill>
                    <a:latin typeface="Arial"/>
                    <a:ea typeface="Arial"/>
                    <a:cs typeface="Arial"/>
                    <a:sym typeface="Arial"/>
                  </a:rPr>
                  <a:t>V-CUBE</a:t>
                </a:r>
                <a:endParaRPr/>
              </a:p>
              <a:p>
                <a:pPr indent="0" lvl="0" marL="0" marR="0" rtl="0" algn="l">
                  <a:spcBef>
                    <a:spcPts val="0"/>
                  </a:spcBef>
                  <a:spcAft>
                    <a:spcPts val="0"/>
                  </a:spcAft>
                  <a:buNone/>
                </a:pPr>
                <a:r>
                  <a:rPr lang="ja-JP" sz="1400">
                    <a:solidFill>
                      <a:schemeClr val="dk1"/>
                    </a:solidFill>
                    <a:latin typeface="Arial"/>
                    <a:ea typeface="Arial"/>
                    <a:cs typeface="Arial"/>
                    <a:sym typeface="Arial"/>
                  </a:rPr>
                  <a:t>WEB会議ツールとして利用します。特にベトナム開発チームとの会議に使用します。</a:t>
                </a:r>
                <a:endParaRPr sz="1400">
                  <a:solidFill>
                    <a:schemeClr val="dk1"/>
                  </a:solidFill>
                  <a:latin typeface="Arial"/>
                  <a:ea typeface="Arial"/>
                  <a:cs typeface="Arial"/>
                  <a:sym typeface="Arial"/>
                </a:endParaRPr>
              </a:p>
            </p:txBody>
          </p:sp>
        </p:grpSp>
      </p:grpSp>
      <p:sp>
        <p:nvSpPr>
          <p:cNvPr id="2377" name="Google Shape;2377;p65"/>
          <p:cNvSpPr/>
          <p:nvPr/>
        </p:nvSpPr>
        <p:spPr>
          <a:xfrm>
            <a:off x="3744000" y="1872000"/>
            <a:ext cx="4068000" cy="792000"/>
          </a:xfrm>
          <a:custGeom>
            <a:rect b="b" l="l" r="r" t="t"/>
            <a:pathLst>
              <a:path extrusionOk="0" h="120000" w="120000">
                <a:moveTo>
                  <a:pt x="0" y="0"/>
                </a:moveTo>
                <a:lnTo>
                  <a:pt x="120000" y="0"/>
                </a:lnTo>
                <a:lnTo>
                  <a:pt x="120000" y="120000"/>
                </a:lnTo>
                <a:lnTo>
                  <a:pt x="0" y="120000"/>
                </a:lnTo>
                <a:close/>
              </a:path>
              <a:path extrusionOk="0" fill="none" h="120000" w="120000">
                <a:moveTo>
                  <a:pt x="-30" y="107731"/>
                </a:moveTo>
                <a:lnTo>
                  <a:pt x="-30750" y="257596"/>
                </a:lnTo>
              </a:path>
            </a:pathLst>
          </a:custGeom>
          <a:solidFill>
            <a:srgbClr val="FFE1E1"/>
          </a:solidFill>
          <a:ln cap="flat" cmpd="sng" w="952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プロジェクト開始時に緊急連絡先（弊社担当の携帯電話番号）をお伝えします。緊急時は緊急連絡先までご連絡頂くことを想定します。</a:t>
            </a:r>
            <a:endParaRPr sz="1400">
              <a:solidFill>
                <a:schemeClr val="dk1"/>
              </a:solidFill>
              <a:latin typeface="Arial"/>
              <a:ea typeface="Arial"/>
              <a:cs typeface="Arial"/>
              <a:sym typeface="Arial"/>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1" name="Shape 2381"/>
        <p:cNvGrpSpPr/>
        <p:nvPr/>
      </p:nvGrpSpPr>
      <p:grpSpPr>
        <a:xfrm>
          <a:off x="0" y="0"/>
          <a:ext cx="0" cy="0"/>
          <a:chOff x="0" y="0"/>
          <a:chExt cx="0" cy="0"/>
        </a:xfrm>
      </p:grpSpPr>
      <p:sp>
        <p:nvSpPr>
          <p:cNvPr id="2382" name="Google Shape;2382;p66"/>
          <p:cNvSpPr txBox="1"/>
          <p:nvPr>
            <p:ph type="title"/>
          </p:nvPr>
        </p:nvSpPr>
        <p:spPr>
          <a:xfrm>
            <a:off x="144000" y="36000"/>
            <a:ext cx="8856000" cy="5760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3000"/>
              <a:buFont typeface="Arial"/>
              <a:buNone/>
            </a:pPr>
            <a:r>
              <a:rPr lang="ja-JP"/>
              <a:t>会議体</a:t>
            </a:r>
            <a:endParaRPr/>
          </a:p>
        </p:txBody>
      </p:sp>
      <p:sp>
        <p:nvSpPr>
          <p:cNvPr id="2383" name="Google Shape;2383;p66"/>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ja-JP"/>
              <a:t>Copyright© 2020 SystemEXE,Inc. all rights reserved.</a:t>
            </a:r>
            <a:endParaRPr/>
          </a:p>
        </p:txBody>
      </p:sp>
      <p:sp>
        <p:nvSpPr>
          <p:cNvPr id="2384" name="Google Shape;2384;p66"/>
          <p:cNvSpPr txBox="1"/>
          <p:nvPr>
            <p:ph idx="12" type="sldNum"/>
          </p:nvPr>
        </p:nvSpPr>
        <p:spPr>
          <a:xfrm>
            <a:off x="4212000" y="6500068"/>
            <a:ext cx="720000" cy="288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ja-JP"/>
              <a:t>‹#›</a:t>
            </a:fld>
            <a:endParaRPr/>
          </a:p>
        </p:txBody>
      </p:sp>
      <p:graphicFrame>
        <p:nvGraphicFramePr>
          <p:cNvPr id="2385" name="Google Shape;2385;p66"/>
          <p:cNvGraphicFramePr/>
          <p:nvPr/>
        </p:nvGraphicFramePr>
        <p:xfrm>
          <a:off x="144000" y="1836000"/>
          <a:ext cx="3000000" cy="3000000"/>
        </p:xfrm>
        <a:graphic>
          <a:graphicData uri="http://schemas.openxmlformats.org/drawingml/2006/table">
            <a:tbl>
              <a:tblPr firstRow="1">
                <a:noFill/>
                <a:tableStyleId>{323E3909-D12D-49F2-A0F7-1776A2868E15}</a:tableStyleId>
              </a:tblPr>
              <a:tblGrid>
                <a:gridCol w="1610900"/>
                <a:gridCol w="858975"/>
                <a:gridCol w="4011250"/>
                <a:gridCol w="804400"/>
                <a:gridCol w="767650"/>
                <a:gridCol w="804400"/>
              </a:tblGrid>
              <a:tr h="434250">
                <a:tc>
                  <a:txBody>
                    <a:bodyPr/>
                    <a:lstStyle/>
                    <a:p>
                      <a:pPr indent="0" lvl="0" marL="0" marR="0" rtl="0" algn="ctr">
                        <a:spcBef>
                          <a:spcPts val="0"/>
                        </a:spcBef>
                        <a:spcAft>
                          <a:spcPts val="0"/>
                        </a:spcAft>
                        <a:buNone/>
                      </a:pPr>
                      <a:r>
                        <a:rPr lang="ja-JP" sz="1400">
                          <a:latin typeface="Arial"/>
                          <a:ea typeface="Arial"/>
                          <a:cs typeface="Arial"/>
                          <a:sym typeface="Arial"/>
                        </a:rPr>
                        <a:t>会議名</a:t>
                      </a:r>
                      <a:endParaRPr sz="1400">
                        <a:latin typeface="Arial"/>
                        <a:ea typeface="Arial"/>
                        <a:cs typeface="Arial"/>
                        <a:sym typeface="Arial"/>
                      </a:endParaRPr>
                    </a:p>
                    <a:p>
                      <a:pPr indent="0" lvl="0" marL="0" marR="0" rtl="0" algn="ctr">
                        <a:spcBef>
                          <a:spcPts val="0"/>
                        </a:spcBef>
                        <a:spcAft>
                          <a:spcPts val="0"/>
                        </a:spcAft>
                        <a:buNone/>
                      </a:pPr>
                      <a:r>
                        <a:t/>
                      </a:r>
                      <a:endParaRPr sz="1400">
                        <a:latin typeface="Arial"/>
                        <a:ea typeface="Arial"/>
                        <a:cs typeface="Arial"/>
                        <a:sym typeface="Arial"/>
                      </a:endParaRPr>
                    </a:p>
                  </a:txBody>
                  <a:tcPr marT="45725" marB="45725" marR="72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c>
                  <a:txBody>
                    <a:bodyPr/>
                    <a:lstStyle/>
                    <a:p>
                      <a:pPr indent="0" lvl="0" marL="0" marR="0" rtl="0" algn="ctr">
                        <a:spcBef>
                          <a:spcPts val="0"/>
                        </a:spcBef>
                        <a:spcAft>
                          <a:spcPts val="0"/>
                        </a:spcAft>
                        <a:buNone/>
                      </a:pPr>
                      <a:r>
                        <a:rPr lang="ja-JP" sz="1400">
                          <a:latin typeface="Arial"/>
                          <a:ea typeface="Arial"/>
                          <a:cs typeface="Arial"/>
                          <a:sym typeface="Arial"/>
                        </a:rPr>
                        <a:t>開催頻度</a:t>
                      </a:r>
                      <a:endParaRPr sz="1400">
                        <a:latin typeface="Arial"/>
                        <a:ea typeface="Arial"/>
                        <a:cs typeface="Arial"/>
                        <a:sym typeface="Arial"/>
                      </a:endParaRPr>
                    </a:p>
                    <a:p>
                      <a:pPr indent="0" lvl="0" marL="0" marR="0" rtl="0" algn="ctr">
                        <a:spcBef>
                          <a:spcPts val="0"/>
                        </a:spcBef>
                        <a:spcAft>
                          <a:spcPts val="0"/>
                        </a:spcAft>
                        <a:buNone/>
                      </a:pPr>
                      <a:r>
                        <a:t/>
                      </a:r>
                      <a:endParaRPr sz="1400">
                        <a:latin typeface="Arial"/>
                        <a:ea typeface="Arial"/>
                        <a:cs typeface="Arial"/>
                        <a:sym typeface="Arial"/>
                      </a:endParaRPr>
                    </a:p>
                  </a:txBody>
                  <a:tcPr marT="45725" marB="45725" marR="72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c>
                  <a:txBody>
                    <a:bodyPr/>
                    <a:lstStyle/>
                    <a:p>
                      <a:pPr indent="0" lvl="0" marL="0" marR="0" rtl="0" algn="ctr">
                        <a:spcBef>
                          <a:spcPts val="0"/>
                        </a:spcBef>
                        <a:spcAft>
                          <a:spcPts val="0"/>
                        </a:spcAft>
                        <a:buNone/>
                      </a:pPr>
                      <a:r>
                        <a:rPr lang="ja-JP" sz="1400">
                          <a:latin typeface="Arial"/>
                          <a:ea typeface="Arial"/>
                          <a:cs typeface="Arial"/>
                          <a:sym typeface="Arial"/>
                        </a:rPr>
                        <a:t>内容</a:t>
                      </a:r>
                      <a:endParaRPr sz="1400">
                        <a:latin typeface="Arial"/>
                        <a:ea typeface="Arial"/>
                        <a:cs typeface="Arial"/>
                        <a:sym typeface="Arial"/>
                      </a:endParaRPr>
                    </a:p>
                    <a:p>
                      <a:pPr indent="0" lvl="0" marL="0" marR="0" rtl="0" algn="ctr">
                        <a:spcBef>
                          <a:spcPts val="0"/>
                        </a:spcBef>
                        <a:spcAft>
                          <a:spcPts val="0"/>
                        </a:spcAft>
                        <a:buNone/>
                      </a:pPr>
                      <a:r>
                        <a:t/>
                      </a:r>
                      <a:endParaRPr sz="1400">
                        <a:latin typeface="Arial"/>
                        <a:ea typeface="Arial"/>
                        <a:cs typeface="Arial"/>
                        <a:sym typeface="Arial"/>
                      </a:endParaRPr>
                    </a:p>
                  </a:txBody>
                  <a:tcPr marT="45725" marB="45725" marR="72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c>
                  <a:txBody>
                    <a:bodyPr/>
                    <a:lstStyle/>
                    <a:p>
                      <a:pPr indent="0" lvl="0" marL="0" marR="0" rtl="0" algn="ctr">
                        <a:spcBef>
                          <a:spcPts val="0"/>
                        </a:spcBef>
                        <a:spcAft>
                          <a:spcPts val="0"/>
                        </a:spcAft>
                        <a:buNone/>
                      </a:pPr>
                      <a:r>
                        <a:rPr lang="ja-JP" sz="1400">
                          <a:latin typeface="Arial"/>
                          <a:ea typeface="Arial"/>
                          <a:cs typeface="Arial"/>
                          <a:sym typeface="Arial"/>
                        </a:rPr>
                        <a:t>利用</a:t>
                      </a:r>
                      <a:endParaRPr sz="1400">
                        <a:latin typeface="Arial"/>
                        <a:ea typeface="Arial"/>
                        <a:cs typeface="Arial"/>
                        <a:sym typeface="Arial"/>
                      </a:endParaRPr>
                    </a:p>
                    <a:p>
                      <a:pPr indent="0" lvl="0" marL="0" marR="0" rtl="0" algn="ctr">
                        <a:spcBef>
                          <a:spcPts val="0"/>
                        </a:spcBef>
                        <a:spcAft>
                          <a:spcPts val="0"/>
                        </a:spcAft>
                        <a:buNone/>
                      </a:pPr>
                      <a:r>
                        <a:rPr lang="ja-JP" sz="1400">
                          <a:latin typeface="Arial"/>
                          <a:ea typeface="Arial"/>
                          <a:cs typeface="Arial"/>
                          <a:sym typeface="Arial"/>
                        </a:rPr>
                        <a:t>部門</a:t>
                      </a:r>
                      <a:endParaRPr/>
                    </a:p>
                  </a:txBody>
                  <a:tcPr marT="45725" marB="45725" marR="36000" marL="36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c>
                  <a:txBody>
                    <a:bodyPr/>
                    <a:lstStyle/>
                    <a:p>
                      <a:pPr indent="0" lvl="0" marL="0" marR="0" rtl="0" algn="ctr">
                        <a:spcBef>
                          <a:spcPts val="0"/>
                        </a:spcBef>
                        <a:spcAft>
                          <a:spcPts val="0"/>
                        </a:spcAft>
                        <a:buNone/>
                      </a:pPr>
                      <a:r>
                        <a:rPr lang="ja-JP" sz="1400">
                          <a:latin typeface="Arial"/>
                          <a:ea typeface="Arial"/>
                          <a:cs typeface="Arial"/>
                          <a:sym typeface="Arial"/>
                        </a:rPr>
                        <a:t>情報</a:t>
                      </a:r>
                      <a:endParaRPr sz="1400">
                        <a:latin typeface="Arial"/>
                        <a:ea typeface="Arial"/>
                        <a:cs typeface="Arial"/>
                        <a:sym typeface="Arial"/>
                      </a:endParaRPr>
                    </a:p>
                    <a:p>
                      <a:pPr indent="0" lvl="0" marL="0" marR="0" rtl="0" algn="ctr">
                        <a:spcBef>
                          <a:spcPts val="0"/>
                        </a:spcBef>
                        <a:spcAft>
                          <a:spcPts val="0"/>
                        </a:spcAft>
                        <a:buNone/>
                      </a:pPr>
                      <a:r>
                        <a:rPr lang="ja-JP" sz="1400">
                          <a:latin typeface="Arial"/>
                          <a:ea typeface="Arial"/>
                          <a:cs typeface="Arial"/>
                          <a:sym typeface="Arial"/>
                        </a:rPr>
                        <a:t>ｼｽﾃﾑ部</a:t>
                      </a:r>
                      <a:endParaRPr/>
                    </a:p>
                  </a:txBody>
                  <a:tcPr marT="45725" marB="45725" marR="36000" marL="36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c>
                  <a:txBody>
                    <a:bodyPr/>
                    <a:lstStyle/>
                    <a:p>
                      <a:pPr indent="0" lvl="0" marL="0" marR="0" rtl="0" algn="ctr">
                        <a:spcBef>
                          <a:spcPts val="0"/>
                        </a:spcBef>
                        <a:spcAft>
                          <a:spcPts val="0"/>
                        </a:spcAft>
                        <a:buNone/>
                      </a:pPr>
                      <a:r>
                        <a:rPr lang="ja-JP" sz="1400">
                          <a:latin typeface="Arial"/>
                          <a:ea typeface="Arial"/>
                          <a:cs typeface="Arial"/>
                          <a:sym typeface="Arial"/>
                        </a:rPr>
                        <a:t>弊社</a:t>
                      </a:r>
                      <a:endParaRPr sz="1400">
                        <a:latin typeface="Arial"/>
                        <a:ea typeface="Arial"/>
                        <a:cs typeface="Arial"/>
                        <a:sym typeface="Arial"/>
                      </a:endParaRPr>
                    </a:p>
                    <a:p>
                      <a:pPr indent="0" lvl="0" marL="0" marR="0" rtl="0" algn="ctr">
                        <a:spcBef>
                          <a:spcPts val="0"/>
                        </a:spcBef>
                        <a:spcAft>
                          <a:spcPts val="0"/>
                        </a:spcAft>
                        <a:buNone/>
                      </a:pPr>
                      <a:r>
                        <a:t/>
                      </a:r>
                      <a:endParaRPr sz="1400">
                        <a:latin typeface="Arial"/>
                        <a:ea typeface="Arial"/>
                        <a:cs typeface="Arial"/>
                        <a:sym typeface="Arial"/>
                      </a:endParaRPr>
                    </a:p>
                  </a:txBody>
                  <a:tcPr marT="45725" marB="45725" marR="36000" marL="36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r>
              <a:tr h="478300">
                <a:tc>
                  <a:txBody>
                    <a:bodyPr/>
                    <a:lstStyle/>
                    <a:p>
                      <a:pPr indent="0" lvl="0" marL="0" marR="0" rtl="0" algn="l">
                        <a:spcBef>
                          <a:spcPts val="0"/>
                        </a:spcBef>
                        <a:spcAft>
                          <a:spcPts val="0"/>
                        </a:spcAft>
                        <a:buNone/>
                      </a:pPr>
                      <a:r>
                        <a:rPr b="0" lang="ja-JP" sz="1400">
                          <a:latin typeface="Arial"/>
                          <a:ea typeface="Arial"/>
                          <a:cs typeface="Arial"/>
                          <a:sym typeface="Arial"/>
                        </a:rPr>
                        <a:t>進捗会議</a:t>
                      </a:r>
                      <a:endParaRPr/>
                    </a:p>
                  </a:txBody>
                  <a:tcPr marT="72000" marB="72000"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EDEDED"/>
                    </a:solidFill>
                  </a:tcPr>
                </a:tc>
                <a:tc>
                  <a:txBody>
                    <a:bodyPr/>
                    <a:lstStyle/>
                    <a:p>
                      <a:pPr indent="0" lvl="0" marL="0" marR="0" rtl="0" algn="ctr">
                        <a:spcBef>
                          <a:spcPts val="0"/>
                        </a:spcBef>
                        <a:spcAft>
                          <a:spcPts val="0"/>
                        </a:spcAft>
                        <a:buNone/>
                      </a:pPr>
                      <a:r>
                        <a:rPr lang="ja-JP" sz="1400">
                          <a:latin typeface="Arial"/>
                          <a:ea typeface="Arial"/>
                          <a:cs typeface="Arial"/>
                          <a:sym typeface="Arial"/>
                        </a:rPr>
                        <a:t>週次</a:t>
                      </a:r>
                      <a:endParaRPr/>
                    </a:p>
                  </a:txBody>
                  <a:tcPr marT="72000" marB="72000" marR="72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ja-JP" sz="1400">
                          <a:latin typeface="Arial"/>
                          <a:ea typeface="Arial"/>
                          <a:cs typeface="Arial"/>
                          <a:sym typeface="Arial"/>
                        </a:rPr>
                        <a:t>プロジェクトでの進捗状況/作業予定の確認、課題およびリスクの把握/対応、連絡事項の周知</a:t>
                      </a:r>
                      <a:endParaRPr sz="1400">
                        <a:latin typeface="Arial"/>
                        <a:ea typeface="Arial"/>
                        <a:cs typeface="Arial"/>
                        <a:sym typeface="Arial"/>
                      </a:endParaRPr>
                    </a:p>
                  </a:txBody>
                  <a:tcPr marT="72000" marB="72000" marR="72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a:t>
                      </a:r>
                      <a:endParaRPr/>
                    </a:p>
                  </a:txBody>
                  <a:tcPr marT="72000" marB="72000" marR="72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a:t>
                      </a:r>
                      <a:endParaRPr sz="1400">
                        <a:latin typeface="Arial"/>
                        <a:ea typeface="Arial"/>
                        <a:cs typeface="Arial"/>
                        <a:sym typeface="Arial"/>
                      </a:endParaRPr>
                    </a:p>
                  </a:txBody>
                  <a:tcPr marT="72000" marB="72000" marR="72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a:t>
                      </a:r>
                      <a:endParaRPr sz="1400">
                        <a:latin typeface="Arial"/>
                        <a:ea typeface="Arial"/>
                        <a:cs typeface="Arial"/>
                        <a:sym typeface="Arial"/>
                      </a:endParaRPr>
                    </a:p>
                  </a:txBody>
                  <a:tcPr marT="72000" marB="72000" marR="72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r>
              <a:tr h="478300">
                <a:tc>
                  <a:txBody>
                    <a:bodyPr/>
                    <a:lstStyle/>
                    <a:p>
                      <a:pPr indent="0" lvl="0" marL="0" marR="0" rtl="0" algn="l">
                        <a:spcBef>
                          <a:spcPts val="0"/>
                        </a:spcBef>
                        <a:spcAft>
                          <a:spcPts val="0"/>
                        </a:spcAft>
                        <a:buNone/>
                      </a:pPr>
                      <a:r>
                        <a:rPr b="0" lang="ja-JP" sz="1400">
                          <a:latin typeface="Arial"/>
                          <a:ea typeface="Arial"/>
                          <a:cs typeface="Arial"/>
                          <a:sym typeface="Arial"/>
                        </a:rPr>
                        <a:t>課題検討会議</a:t>
                      </a:r>
                      <a:endParaRPr/>
                    </a:p>
                  </a:txBody>
                  <a:tcPr marT="72000" marB="72000"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EDEDED"/>
                    </a:solidFill>
                  </a:tcPr>
                </a:tc>
                <a:tc>
                  <a:txBody>
                    <a:bodyPr/>
                    <a:lstStyle/>
                    <a:p>
                      <a:pPr indent="0" lvl="0" marL="0" marR="0" rtl="0" algn="ctr">
                        <a:lnSpc>
                          <a:spcPct val="100000"/>
                        </a:lnSpc>
                        <a:spcBef>
                          <a:spcPts val="0"/>
                        </a:spcBef>
                        <a:spcAft>
                          <a:spcPts val="0"/>
                        </a:spcAft>
                        <a:buClr>
                          <a:schemeClr val="dk1"/>
                        </a:buClr>
                        <a:buSzPts val="1400"/>
                        <a:buFont typeface="Arial"/>
                        <a:buNone/>
                      </a:pPr>
                      <a:r>
                        <a:rPr lang="ja-JP" sz="1400">
                          <a:latin typeface="Arial"/>
                          <a:ea typeface="Arial"/>
                          <a:cs typeface="Arial"/>
                          <a:sym typeface="Arial"/>
                        </a:rPr>
                        <a:t>適時</a:t>
                      </a:r>
                      <a:endParaRPr sz="1400">
                        <a:latin typeface="Arial"/>
                        <a:ea typeface="Arial"/>
                        <a:cs typeface="Arial"/>
                        <a:sym typeface="Arial"/>
                      </a:endParaRPr>
                    </a:p>
                  </a:txBody>
                  <a:tcPr marT="72000" marB="72000" marR="72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400"/>
                        <a:buFont typeface="Arial"/>
                        <a:buNone/>
                      </a:pPr>
                      <a:r>
                        <a:rPr lang="ja-JP" sz="1400">
                          <a:latin typeface="Arial"/>
                          <a:ea typeface="Arial"/>
                          <a:cs typeface="Arial"/>
                          <a:sym typeface="Arial"/>
                        </a:rPr>
                        <a:t>現行システム・業務要件・インターフェース・移行対象の確認、各種課題の検討/解決</a:t>
                      </a:r>
                      <a:endParaRPr/>
                    </a:p>
                  </a:txBody>
                  <a:tcPr marT="72000" marB="72000" marR="72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a:t>
                      </a:r>
                      <a:endParaRPr sz="1400">
                        <a:latin typeface="Arial"/>
                        <a:ea typeface="Arial"/>
                        <a:cs typeface="Arial"/>
                        <a:sym typeface="Arial"/>
                      </a:endParaRPr>
                    </a:p>
                  </a:txBody>
                  <a:tcPr marT="72000" marB="72000" marR="72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a:t>
                      </a:r>
                      <a:endParaRPr sz="1400">
                        <a:latin typeface="Arial"/>
                        <a:ea typeface="Arial"/>
                        <a:cs typeface="Arial"/>
                        <a:sym typeface="Arial"/>
                      </a:endParaRPr>
                    </a:p>
                  </a:txBody>
                  <a:tcPr marT="72000" marB="72000" marR="72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a:t>
                      </a:r>
                      <a:endParaRPr sz="1400">
                        <a:latin typeface="Arial"/>
                        <a:ea typeface="Arial"/>
                        <a:cs typeface="Arial"/>
                        <a:sym typeface="Arial"/>
                      </a:endParaRPr>
                    </a:p>
                  </a:txBody>
                  <a:tcPr marT="72000" marB="72000" marR="72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r>
              <a:tr h="478300">
                <a:tc>
                  <a:txBody>
                    <a:bodyPr/>
                    <a:lstStyle/>
                    <a:p>
                      <a:pPr indent="0" lvl="0" marL="0" marR="0" rtl="0" algn="l">
                        <a:spcBef>
                          <a:spcPts val="0"/>
                        </a:spcBef>
                        <a:spcAft>
                          <a:spcPts val="0"/>
                        </a:spcAft>
                        <a:buNone/>
                      </a:pPr>
                      <a:r>
                        <a:rPr b="0" lang="ja-JP" sz="1400">
                          <a:latin typeface="Arial"/>
                          <a:ea typeface="Arial"/>
                          <a:cs typeface="Arial"/>
                          <a:sym typeface="Arial"/>
                        </a:rPr>
                        <a:t>レビュー会議</a:t>
                      </a:r>
                      <a:endParaRPr/>
                    </a:p>
                  </a:txBody>
                  <a:tcPr marT="72000" marB="72000"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EDEDED"/>
                    </a:solidFill>
                  </a:tcPr>
                </a:tc>
                <a:tc>
                  <a:txBody>
                    <a:bodyPr/>
                    <a:lstStyle/>
                    <a:p>
                      <a:pPr indent="0" lvl="0" marL="0" marR="0" rtl="0" algn="ctr">
                        <a:lnSpc>
                          <a:spcPct val="100000"/>
                        </a:lnSpc>
                        <a:spcBef>
                          <a:spcPts val="0"/>
                        </a:spcBef>
                        <a:spcAft>
                          <a:spcPts val="0"/>
                        </a:spcAft>
                        <a:buClr>
                          <a:schemeClr val="dk1"/>
                        </a:buClr>
                        <a:buSzPts val="1400"/>
                        <a:buFont typeface="Arial"/>
                        <a:buNone/>
                      </a:pPr>
                      <a:r>
                        <a:rPr lang="ja-JP" sz="1400">
                          <a:latin typeface="Arial"/>
                          <a:ea typeface="Arial"/>
                          <a:cs typeface="Arial"/>
                          <a:sym typeface="Arial"/>
                        </a:rPr>
                        <a:t>各工程</a:t>
                      </a:r>
                      <a:endParaRPr sz="1400">
                        <a:latin typeface="Arial"/>
                        <a:ea typeface="Arial"/>
                        <a:cs typeface="Arial"/>
                        <a:sym typeface="Arial"/>
                      </a:endParaRPr>
                    </a:p>
                    <a:p>
                      <a:pPr indent="0" lvl="0" marL="0" marR="0" rtl="0" algn="ctr">
                        <a:lnSpc>
                          <a:spcPct val="100000"/>
                        </a:lnSpc>
                        <a:spcBef>
                          <a:spcPts val="0"/>
                        </a:spcBef>
                        <a:spcAft>
                          <a:spcPts val="0"/>
                        </a:spcAft>
                        <a:buClr>
                          <a:schemeClr val="dk1"/>
                        </a:buClr>
                        <a:buSzPts val="1400"/>
                        <a:buFont typeface="Arial"/>
                        <a:buNone/>
                      </a:pPr>
                      <a:r>
                        <a:rPr lang="ja-JP" sz="1400">
                          <a:latin typeface="Arial"/>
                          <a:ea typeface="Arial"/>
                          <a:cs typeface="Arial"/>
                          <a:sym typeface="Arial"/>
                        </a:rPr>
                        <a:t>完了時</a:t>
                      </a:r>
                      <a:endParaRPr/>
                    </a:p>
                  </a:txBody>
                  <a:tcPr marT="72000" marB="72000" marR="72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400"/>
                        <a:buFont typeface="Arial"/>
                        <a:buNone/>
                      </a:pPr>
                      <a:r>
                        <a:rPr lang="ja-JP" sz="1400">
                          <a:latin typeface="Arial"/>
                          <a:ea typeface="Arial"/>
                          <a:cs typeface="Arial"/>
                          <a:sym typeface="Arial"/>
                        </a:rPr>
                        <a:t>要件定義、基本設計、各種テスト結果等の成果物に対するレビュー</a:t>
                      </a:r>
                      <a:endParaRPr/>
                    </a:p>
                  </a:txBody>
                  <a:tcPr marT="72000" marB="72000" marR="72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a:t>
                      </a:r>
                      <a:endParaRPr sz="1400">
                        <a:latin typeface="Arial"/>
                        <a:ea typeface="Arial"/>
                        <a:cs typeface="Arial"/>
                        <a:sym typeface="Arial"/>
                      </a:endParaRPr>
                    </a:p>
                  </a:txBody>
                  <a:tcPr marT="72000" marB="72000"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a:t>
                      </a:r>
                      <a:endParaRPr sz="1400">
                        <a:latin typeface="Arial"/>
                        <a:ea typeface="Arial"/>
                        <a:cs typeface="Arial"/>
                        <a:sym typeface="Arial"/>
                      </a:endParaRPr>
                    </a:p>
                  </a:txBody>
                  <a:tcPr marT="72000" marB="72000" marR="72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a:t>
                      </a:r>
                      <a:endParaRPr sz="1400">
                        <a:latin typeface="Arial"/>
                        <a:ea typeface="Arial"/>
                        <a:cs typeface="Arial"/>
                        <a:sym typeface="Arial"/>
                      </a:endParaRPr>
                    </a:p>
                  </a:txBody>
                  <a:tcPr marT="72000" marB="72000" marR="72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r>
              <a:tr h="478300">
                <a:tc>
                  <a:txBody>
                    <a:bodyPr/>
                    <a:lstStyle/>
                    <a:p>
                      <a:pPr indent="0" lvl="0" marL="0" marR="0" rtl="0" algn="l">
                        <a:spcBef>
                          <a:spcPts val="0"/>
                        </a:spcBef>
                        <a:spcAft>
                          <a:spcPts val="0"/>
                        </a:spcAft>
                        <a:buNone/>
                      </a:pPr>
                      <a:r>
                        <a:rPr b="0" lang="ja-JP" sz="1400">
                          <a:latin typeface="Arial"/>
                          <a:ea typeface="Arial"/>
                          <a:cs typeface="Arial"/>
                          <a:sym typeface="Arial"/>
                        </a:rPr>
                        <a:t>本番移行判定会議</a:t>
                      </a:r>
                      <a:endParaRPr/>
                    </a:p>
                  </a:txBody>
                  <a:tcPr marT="72000" marB="72000"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EDEDED"/>
                    </a:solidFill>
                  </a:tcPr>
                </a:tc>
                <a:tc>
                  <a:txBody>
                    <a:bodyPr/>
                    <a:lstStyle/>
                    <a:p>
                      <a:pPr indent="0" lvl="0" marL="0" marR="0" rtl="0" algn="ctr">
                        <a:spcBef>
                          <a:spcPts val="0"/>
                        </a:spcBef>
                        <a:spcAft>
                          <a:spcPts val="0"/>
                        </a:spcAft>
                        <a:buNone/>
                      </a:pPr>
                      <a:r>
                        <a:rPr lang="ja-JP" sz="1400">
                          <a:latin typeface="Arial"/>
                          <a:ea typeface="Arial"/>
                          <a:cs typeface="Arial"/>
                          <a:sym typeface="Arial"/>
                        </a:rPr>
                        <a:t>適時</a:t>
                      </a:r>
                      <a:endParaRPr sz="1000">
                        <a:latin typeface="Arial"/>
                        <a:ea typeface="Arial"/>
                        <a:cs typeface="Arial"/>
                        <a:sym typeface="Arial"/>
                      </a:endParaRPr>
                    </a:p>
                    <a:p>
                      <a:pPr indent="0" lvl="0" marL="0" marR="0" rtl="0" algn="ctr">
                        <a:spcBef>
                          <a:spcPts val="0"/>
                        </a:spcBef>
                        <a:spcAft>
                          <a:spcPts val="0"/>
                        </a:spcAft>
                        <a:buNone/>
                      </a:pPr>
                      <a:r>
                        <a:rPr lang="ja-JP" sz="1100">
                          <a:latin typeface="Arial"/>
                          <a:ea typeface="Arial"/>
                          <a:cs typeface="Arial"/>
                          <a:sym typeface="Arial"/>
                        </a:rPr>
                        <a:t>(本番稼働前)</a:t>
                      </a:r>
                      <a:endParaRPr/>
                    </a:p>
                  </a:txBody>
                  <a:tcPr marT="72000" marB="72000"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rPr lang="ja-JP" sz="1400">
                          <a:latin typeface="Arial"/>
                          <a:ea typeface="Arial"/>
                          <a:cs typeface="Arial"/>
                          <a:sym typeface="Arial"/>
                        </a:rPr>
                        <a:t>本番稼働に向けたテストや移行リハーサル等の準備状況・結果の共有、本番稼働の可否判定</a:t>
                      </a:r>
                      <a:endParaRPr sz="1400">
                        <a:latin typeface="Arial"/>
                        <a:ea typeface="Arial"/>
                        <a:cs typeface="Arial"/>
                        <a:sym typeface="Arial"/>
                      </a:endParaRPr>
                    </a:p>
                  </a:txBody>
                  <a:tcPr marT="72000" marB="72000" marR="72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spcBef>
                          <a:spcPts val="0"/>
                        </a:spcBef>
                        <a:spcAft>
                          <a:spcPts val="0"/>
                        </a:spcAft>
                        <a:buNone/>
                      </a:pPr>
                      <a:r>
                        <a:rPr lang="ja-JP" sz="1400">
                          <a:latin typeface="Arial"/>
                          <a:ea typeface="Arial"/>
                          <a:cs typeface="Arial"/>
                          <a:sym typeface="Arial"/>
                        </a:rPr>
                        <a:t>〇</a:t>
                      </a:r>
                      <a:endParaRPr sz="1400">
                        <a:latin typeface="Arial"/>
                        <a:ea typeface="Arial"/>
                        <a:cs typeface="Arial"/>
                        <a:sym typeface="Arial"/>
                      </a:endParaRPr>
                    </a:p>
                  </a:txBody>
                  <a:tcPr marT="72000" marB="72000"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spcBef>
                          <a:spcPts val="0"/>
                        </a:spcBef>
                        <a:spcAft>
                          <a:spcPts val="0"/>
                        </a:spcAft>
                        <a:buNone/>
                      </a:pPr>
                      <a:r>
                        <a:rPr lang="ja-JP" sz="1400">
                          <a:latin typeface="Arial"/>
                          <a:ea typeface="Arial"/>
                          <a:cs typeface="Arial"/>
                          <a:sym typeface="Arial"/>
                        </a:rPr>
                        <a:t>○</a:t>
                      </a:r>
                      <a:endParaRPr sz="1400">
                        <a:latin typeface="Arial"/>
                        <a:ea typeface="Arial"/>
                        <a:cs typeface="Arial"/>
                        <a:sym typeface="Arial"/>
                      </a:endParaRPr>
                    </a:p>
                  </a:txBody>
                  <a:tcPr marT="72000" marB="72000" marR="72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spcBef>
                          <a:spcPts val="0"/>
                        </a:spcBef>
                        <a:spcAft>
                          <a:spcPts val="0"/>
                        </a:spcAft>
                        <a:buNone/>
                      </a:pPr>
                      <a:r>
                        <a:rPr lang="ja-JP" sz="1400">
                          <a:latin typeface="Arial"/>
                          <a:ea typeface="Arial"/>
                          <a:cs typeface="Arial"/>
                          <a:sym typeface="Arial"/>
                        </a:rPr>
                        <a:t>○</a:t>
                      </a:r>
                      <a:endParaRPr sz="1400">
                        <a:latin typeface="Arial"/>
                        <a:ea typeface="Arial"/>
                        <a:cs typeface="Arial"/>
                        <a:sym typeface="Arial"/>
                      </a:endParaRPr>
                    </a:p>
                  </a:txBody>
                  <a:tcPr marT="72000" marB="72000" marR="72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r>
              <a:tr h="478300">
                <a:tc>
                  <a:txBody>
                    <a:bodyPr/>
                    <a:lstStyle/>
                    <a:p>
                      <a:pPr indent="0" lvl="0" marL="0" marR="0" rtl="0" algn="l">
                        <a:spcBef>
                          <a:spcPts val="0"/>
                        </a:spcBef>
                        <a:spcAft>
                          <a:spcPts val="0"/>
                        </a:spcAft>
                        <a:buNone/>
                      </a:pPr>
                      <a:r>
                        <a:rPr b="0" lang="ja-JP" sz="1400">
                          <a:latin typeface="Arial"/>
                          <a:ea typeface="Arial"/>
                          <a:cs typeface="Arial"/>
                          <a:sym typeface="Arial"/>
                        </a:rPr>
                        <a:t>内部進捗会議</a:t>
                      </a:r>
                      <a:endParaRPr b="0" sz="1400">
                        <a:latin typeface="Arial"/>
                        <a:ea typeface="Arial"/>
                        <a:cs typeface="Arial"/>
                        <a:sym typeface="Arial"/>
                      </a:endParaRPr>
                    </a:p>
                  </a:txBody>
                  <a:tcPr marT="72000" marB="72000"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EDEDED"/>
                    </a:solidFill>
                  </a:tcPr>
                </a:tc>
                <a:tc>
                  <a:txBody>
                    <a:bodyPr/>
                    <a:lstStyle/>
                    <a:p>
                      <a:pPr indent="0" lvl="0" marL="0" marR="0" rtl="0" algn="ctr">
                        <a:spcBef>
                          <a:spcPts val="0"/>
                        </a:spcBef>
                        <a:spcAft>
                          <a:spcPts val="0"/>
                        </a:spcAft>
                        <a:buNone/>
                      </a:pPr>
                      <a:r>
                        <a:rPr lang="ja-JP" sz="1400">
                          <a:latin typeface="Arial"/>
                          <a:ea typeface="Arial"/>
                          <a:cs typeface="Arial"/>
                          <a:sym typeface="Arial"/>
                        </a:rPr>
                        <a:t>週次</a:t>
                      </a:r>
                      <a:endParaRPr sz="1400">
                        <a:latin typeface="Arial"/>
                        <a:ea typeface="Arial"/>
                        <a:cs typeface="Arial"/>
                        <a:sym typeface="Arial"/>
                      </a:endParaRPr>
                    </a:p>
                  </a:txBody>
                  <a:tcPr marT="72000" marB="72000" marR="72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rPr lang="ja-JP" sz="1400">
                          <a:latin typeface="Arial"/>
                          <a:ea typeface="Arial"/>
                          <a:cs typeface="Arial"/>
                          <a:sym typeface="Arial"/>
                        </a:rPr>
                        <a:t>プロジェクトでの進捗状況/作業予定の確認、課題およびリスクの把握/対応、連絡事項の周知</a:t>
                      </a:r>
                      <a:endParaRPr sz="1400">
                        <a:latin typeface="Arial"/>
                        <a:ea typeface="Arial"/>
                        <a:cs typeface="Arial"/>
                        <a:sym typeface="Arial"/>
                      </a:endParaRPr>
                    </a:p>
                  </a:txBody>
                  <a:tcPr marT="72000" marB="72000" marR="72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spcBef>
                          <a:spcPts val="0"/>
                        </a:spcBef>
                        <a:spcAft>
                          <a:spcPts val="0"/>
                        </a:spcAft>
                        <a:buNone/>
                      </a:pPr>
                      <a:r>
                        <a:rPr lang="ja-JP" sz="1400">
                          <a:latin typeface="Arial"/>
                          <a:ea typeface="Arial"/>
                          <a:cs typeface="Arial"/>
                          <a:sym typeface="Arial"/>
                        </a:rPr>
                        <a:t>-</a:t>
                      </a:r>
                      <a:endParaRPr/>
                    </a:p>
                  </a:txBody>
                  <a:tcPr marT="72000" marB="72000" marR="72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spcBef>
                          <a:spcPts val="0"/>
                        </a:spcBef>
                        <a:spcAft>
                          <a:spcPts val="0"/>
                        </a:spcAft>
                        <a:buNone/>
                      </a:pPr>
                      <a:r>
                        <a:rPr lang="ja-JP" sz="1400">
                          <a:latin typeface="Arial"/>
                          <a:ea typeface="Arial"/>
                          <a:cs typeface="Arial"/>
                          <a:sym typeface="Arial"/>
                        </a:rPr>
                        <a:t>-</a:t>
                      </a:r>
                      <a:endParaRPr/>
                    </a:p>
                  </a:txBody>
                  <a:tcPr marT="72000" marB="72000" marR="72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spcBef>
                          <a:spcPts val="0"/>
                        </a:spcBef>
                        <a:spcAft>
                          <a:spcPts val="0"/>
                        </a:spcAft>
                        <a:buNone/>
                      </a:pPr>
                      <a:r>
                        <a:rPr lang="ja-JP" sz="1400">
                          <a:latin typeface="Arial"/>
                          <a:ea typeface="Arial"/>
                          <a:cs typeface="Arial"/>
                          <a:sym typeface="Arial"/>
                        </a:rPr>
                        <a:t>〇</a:t>
                      </a:r>
                      <a:endParaRPr/>
                    </a:p>
                  </a:txBody>
                  <a:tcPr marT="72000" marB="72000" marR="72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r>
              <a:tr h="478300">
                <a:tc>
                  <a:txBody>
                    <a:bodyPr/>
                    <a:lstStyle/>
                    <a:p>
                      <a:pPr indent="0" lvl="0" marL="0" marR="0" rtl="0" algn="l">
                        <a:spcBef>
                          <a:spcPts val="0"/>
                        </a:spcBef>
                        <a:spcAft>
                          <a:spcPts val="0"/>
                        </a:spcAft>
                        <a:buNone/>
                      </a:pPr>
                      <a:r>
                        <a:rPr b="0" lang="ja-JP" sz="1400">
                          <a:latin typeface="Arial"/>
                          <a:ea typeface="Arial"/>
                          <a:cs typeface="Arial"/>
                          <a:sym typeface="Arial"/>
                        </a:rPr>
                        <a:t>内部課題検討会</a:t>
                      </a:r>
                      <a:endParaRPr/>
                    </a:p>
                  </a:txBody>
                  <a:tcPr marT="72000" marB="72000"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EDEDED"/>
                    </a:solidFill>
                  </a:tcPr>
                </a:tc>
                <a:tc>
                  <a:txBody>
                    <a:bodyPr/>
                    <a:lstStyle/>
                    <a:p>
                      <a:pPr indent="0" lvl="0" marL="0" marR="0" rtl="0" algn="ctr">
                        <a:spcBef>
                          <a:spcPts val="0"/>
                        </a:spcBef>
                        <a:spcAft>
                          <a:spcPts val="0"/>
                        </a:spcAft>
                        <a:buNone/>
                      </a:pPr>
                      <a:r>
                        <a:rPr lang="ja-JP" sz="1400">
                          <a:latin typeface="Arial"/>
                          <a:ea typeface="Arial"/>
                          <a:cs typeface="Arial"/>
                          <a:sym typeface="Arial"/>
                        </a:rPr>
                        <a:t>適時</a:t>
                      </a:r>
                      <a:endParaRPr sz="1400">
                        <a:latin typeface="Arial"/>
                        <a:ea typeface="Arial"/>
                        <a:cs typeface="Arial"/>
                        <a:sym typeface="Arial"/>
                      </a:endParaRPr>
                    </a:p>
                  </a:txBody>
                  <a:tcPr marT="72000" marB="72000" marR="72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rPr lang="ja-JP" sz="1400">
                          <a:latin typeface="Arial"/>
                          <a:ea typeface="Arial"/>
                          <a:cs typeface="Arial"/>
                          <a:sym typeface="Arial"/>
                        </a:rPr>
                        <a:t>要件/設計内容の確認、各種課題の解決、各チーム内での作成資料レビュー</a:t>
                      </a:r>
                      <a:endParaRPr sz="1400">
                        <a:latin typeface="Arial"/>
                        <a:ea typeface="Arial"/>
                        <a:cs typeface="Arial"/>
                        <a:sym typeface="Arial"/>
                      </a:endParaRPr>
                    </a:p>
                  </a:txBody>
                  <a:tcPr marT="72000" marB="72000" marR="72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spcBef>
                          <a:spcPts val="0"/>
                        </a:spcBef>
                        <a:spcAft>
                          <a:spcPts val="0"/>
                        </a:spcAft>
                        <a:buNone/>
                      </a:pPr>
                      <a:r>
                        <a:rPr lang="ja-JP" sz="1400">
                          <a:latin typeface="Arial"/>
                          <a:ea typeface="Arial"/>
                          <a:cs typeface="Arial"/>
                          <a:sym typeface="Arial"/>
                        </a:rPr>
                        <a:t>-</a:t>
                      </a:r>
                      <a:endParaRPr/>
                    </a:p>
                  </a:txBody>
                  <a:tcPr marT="72000" marB="72000" marR="72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spcBef>
                          <a:spcPts val="0"/>
                        </a:spcBef>
                        <a:spcAft>
                          <a:spcPts val="0"/>
                        </a:spcAft>
                        <a:buNone/>
                      </a:pPr>
                      <a:r>
                        <a:rPr lang="ja-JP" sz="1400">
                          <a:latin typeface="Arial"/>
                          <a:ea typeface="Arial"/>
                          <a:cs typeface="Arial"/>
                          <a:sym typeface="Arial"/>
                        </a:rPr>
                        <a:t>-</a:t>
                      </a:r>
                      <a:endParaRPr/>
                    </a:p>
                  </a:txBody>
                  <a:tcPr marT="72000" marB="72000" marR="72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spcBef>
                          <a:spcPts val="0"/>
                        </a:spcBef>
                        <a:spcAft>
                          <a:spcPts val="0"/>
                        </a:spcAft>
                        <a:buNone/>
                      </a:pPr>
                      <a:r>
                        <a:rPr lang="ja-JP" sz="1400">
                          <a:latin typeface="Arial"/>
                          <a:ea typeface="Arial"/>
                          <a:cs typeface="Arial"/>
                          <a:sym typeface="Arial"/>
                        </a:rPr>
                        <a:t>〇</a:t>
                      </a:r>
                      <a:endParaRPr/>
                    </a:p>
                  </a:txBody>
                  <a:tcPr marT="72000" marB="72000" marR="72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r>
              <a:tr h="478300">
                <a:tc>
                  <a:txBody>
                    <a:bodyPr/>
                    <a:lstStyle/>
                    <a:p>
                      <a:pPr indent="0" lvl="0" marL="0" marR="0" rtl="0" algn="l">
                        <a:spcBef>
                          <a:spcPts val="0"/>
                        </a:spcBef>
                        <a:spcAft>
                          <a:spcPts val="0"/>
                        </a:spcAft>
                        <a:buNone/>
                      </a:pPr>
                      <a:r>
                        <a:rPr b="0" lang="ja-JP" sz="1400">
                          <a:latin typeface="Arial"/>
                          <a:ea typeface="Arial"/>
                          <a:cs typeface="Arial"/>
                          <a:sym typeface="Arial"/>
                        </a:rPr>
                        <a:t>内部レビュー会議</a:t>
                      </a:r>
                      <a:endParaRPr/>
                    </a:p>
                  </a:txBody>
                  <a:tcPr marT="72000" marB="72000"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EDEDED"/>
                    </a:solidFill>
                  </a:tcPr>
                </a:tc>
                <a:tc>
                  <a:txBody>
                    <a:bodyPr/>
                    <a:lstStyle/>
                    <a:p>
                      <a:pPr indent="0" lvl="0" marL="0" marR="0" rtl="0" algn="ctr">
                        <a:spcBef>
                          <a:spcPts val="0"/>
                        </a:spcBef>
                        <a:spcAft>
                          <a:spcPts val="0"/>
                        </a:spcAft>
                        <a:buNone/>
                      </a:pPr>
                      <a:r>
                        <a:rPr lang="ja-JP" sz="1400">
                          <a:latin typeface="Arial"/>
                          <a:ea typeface="Arial"/>
                          <a:cs typeface="Arial"/>
                          <a:sym typeface="Arial"/>
                        </a:rPr>
                        <a:t>適時</a:t>
                      </a:r>
                      <a:endParaRPr sz="1400">
                        <a:latin typeface="Arial"/>
                        <a:ea typeface="Arial"/>
                        <a:cs typeface="Arial"/>
                        <a:sym typeface="Arial"/>
                      </a:endParaRPr>
                    </a:p>
                  </a:txBody>
                  <a:tcPr marT="72000" marB="72000" marR="72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rPr lang="ja-JP" sz="1400">
                          <a:latin typeface="Arial"/>
                          <a:ea typeface="Arial"/>
                          <a:cs typeface="Arial"/>
                          <a:sym typeface="Arial"/>
                        </a:rPr>
                        <a:t>要件定義、基本設計、テスト結果等の成果物に対しての内部レビュー</a:t>
                      </a:r>
                      <a:endParaRPr sz="1400">
                        <a:latin typeface="Arial"/>
                        <a:ea typeface="Arial"/>
                        <a:cs typeface="Arial"/>
                        <a:sym typeface="Arial"/>
                      </a:endParaRPr>
                    </a:p>
                  </a:txBody>
                  <a:tcPr marT="72000" marB="72000" marR="72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spcBef>
                          <a:spcPts val="0"/>
                        </a:spcBef>
                        <a:spcAft>
                          <a:spcPts val="0"/>
                        </a:spcAft>
                        <a:buNone/>
                      </a:pPr>
                      <a:r>
                        <a:rPr lang="ja-JP" sz="1400">
                          <a:latin typeface="Arial"/>
                          <a:ea typeface="Arial"/>
                          <a:cs typeface="Arial"/>
                          <a:sym typeface="Arial"/>
                        </a:rPr>
                        <a:t>-</a:t>
                      </a:r>
                      <a:endParaRPr/>
                    </a:p>
                  </a:txBody>
                  <a:tcPr marT="72000" marB="72000" marR="72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spcBef>
                          <a:spcPts val="0"/>
                        </a:spcBef>
                        <a:spcAft>
                          <a:spcPts val="0"/>
                        </a:spcAft>
                        <a:buNone/>
                      </a:pPr>
                      <a:r>
                        <a:rPr lang="ja-JP" sz="1400">
                          <a:latin typeface="Arial"/>
                          <a:ea typeface="Arial"/>
                          <a:cs typeface="Arial"/>
                          <a:sym typeface="Arial"/>
                        </a:rPr>
                        <a:t>-</a:t>
                      </a:r>
                      <a:endParaRPr/>
                    </a:p>
                  </a:txBody>
                  <a:tcPr marT="72000" marB="72000" marR="72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spcBef>
                          <a:spcPts val="0"/>
                        </a:spcBef>
                        <a:spcAft>
                          <a:spcPts val="0"/>
                        </a:spcAft>
                        <a:buNone/>
                      </a:pPr>
                      <a:r>
                        <a:rPr lang="ja-JP" sz="1400">
                          <a:latin typeface="Arial"/>
                          <a:ea typeface="Arial"/>
                          <a:cs typeface="Arial"/>
                          <a:sym typeface="Arial"/>
                        </a:rPr>
                        <a:t>〇</a:t>
                      </a:r>
                      <a:endParaRPr/>
                    </a:p>
                  </a:txBody>
                  <a:tcPr marT="72000" marB="72000" marR="72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r>
            </a:tbl>
          </a:graphicData>
        </a:graphic>
      </p:graphicFrame>
      <p:sp>
        <p:nvSpPr>
          <p:cNvPr id="2386" name="Google Shape;2386;p66"/>
          <p:cNvSpPr txBox="1"/>
          <p:nvPr/>
        </p:nvSpPr>
        <p:spPr>
          <a:xfrm>
            <a:off x="5400000" y="1548000"/>
            <a:ext cx="3600000" cy="288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ja-JP" sz="1200">
                <a:solidFill>
                  <a:schemeClr val="dk1"/>
                </a:solidFill>
                <a:latin typeface="Arial"/>
                <a:ea typeface="Arial"/>
                <a:cs typeface="Arial"/>
                <a:sym typeface="Arial"/>
              </a:rPr>
              <a:t>※ 〇：参加　△：必要に応じて参加　-：不参加</a:t>
            </a:r>
            <a:endParaRPr sz="1200">
              <a:solidFill>
                <a:schemeClr val="dk1"/>
              </a:solidFill>
              <a:latin typeface="Arial"/>
              <a:ea typeface="Arial"/>
              <a:cs typeface="Arial"/>
              <a:sym typeface="Arial"/>
            </a:endParaRPr>
          </a:p>
        </p:txBody>
      </p:sp>
      <p:sp>
        <p:nvSpPr>
          <p:cNvPr id="2387" name="Google Shape;2387;p66"/>
          <p:cNvSpPr txBox="1"/>
          <p:nvPr/>
        </p:nvSpPr>
        <p:spPr>
          <a:xfrm>
            <a:off x="144000" y="864000"/>
            <a:ext cx="8856000" cy="540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会議体につきましては、以下の会議を開催し、進捗管理・各種調整作業・課題解決等を実施します。</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貴社との会議体は対面での会議を想定しておりますが状況に応じてWEB会議での開催も検討します。</a:t>
            </a:r>
            <a:endParaRPr sz="1400">
              <a:solidFill>
                <a:schemeClr val="dk1"/>
              </a:solidFill>
              <a:latin typeface="Arial"/>
              <a:ea typeface="Arial"/>
              <a:cs typeface="Arial"/>
              <a:sym typeface="Arial"/>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1" name="Shape 2391"/>
        <p:cNvGrpSpPr/>
        <p:nvPr/>
      </p:nvGrpSpPr>
      <p:grpSpPr>
        <a:xfrm>
          <a:off x="0" y="0"/>
          <a:ext cx="0" cy="0"/>
          <a:chOff x="0" y="0"/>
          <a:chExt cx="0" cy="0"/>
        </a:xfrm>
      </p:grpSpPr>
      <p:sp>
        <p:nvSpPr>
          <p:cNvPr id="2392" name="Google Shape;2392;p67"/>
          <p:cNvSpPr txBox="1"/>
          <p:nvPr>
            <p:ph type="ctrTitle"/>
          </p:nvPr>
        </p:nvSpPr>
        <p:spPr>
          <a:xfrm>
            <a:off x="72000" y="2088000"/>
            <a:ext cx="9000000" cy="2520000"/>
          </a:xfrm>
          <a:prstGeom prst="rect">
            <a:avLst/>
          </a:prstGeom>
          <a:noFill/>
          <a:ln>
            <a:noFill/>
          </a:ln>
        </p:spPr>
        <p:txBody>
          <a:bodyPr anchorCtr="0" anchor="ctr" bIns="45700" lIns="91425" spcFirstLastPara="1" rIns="91425" wrap="square" tIns="45700">
            <a:normAutofit/>
          </a:bodyPr>
          <a:lstStyle/>
          <a:p>
            <a:pPr indent="0" lvl="0" marL="0" rtl="0" algn="ctr">
              <a:lnSpc>
                <a:spcPct val="120000"/>
              </a:lnSpc>
              <a:spcBef>
                <a:spcPts val="0"/>
              </a:spcBef>
              <a:spcAft>
                <a:spcPts val="0"/>
              </a:spcAft>
              <a:buClr>
                <a:schemeClr val="dk1"/>
              </a:buClr>
              <a:buSzPts val="4000"/>
              <a:buFont typeface="Arial"/>
              <a:buNone/>
            </a:pPr>
            <a:r>
              <a:rPr lang="ja-JP"/>
              <a:t>Appendix</a:t>
            </a:r>
            <a:endParaRPr/>
          </a:p>
        </p:txBody>
      </p:sp>
      <p:sp>
        <p:nvSpPr>
          <p:cNvPr id="2393" name="Google Shape;2393;p67"/>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ja-JP"/>
              <a:t>Copyright© 2020 SystemEXE,Inc. all rights reserved.</a:t>
            </a:r>
            <a:endParaRPr/>
          </a:p>
        </p:txBody>
      </p:sp>
      <p:sp>
        <p:nvSpPr>
          <p:cNvPr id="2394" name="Google Shape;2394;p67"/>
          <p:cNvSpPr txBox="1"/>
          <p:nvPr>
            <p:ph idx="12" type="sldNum"/>
          </p:nvPr>
        </p:nvSpPr>
        <p:spPr>
          <a:xfrm>
            <a:off x="4212000" y="6500068"/>
            <a:ext cx="720000" cy="288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ja-JP"/>
              <a:t>‹#›</a:t>
            </a:fld>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8" name="Shape 2398"/>
        <p:cNvGrpSpPr/>
        <p:nvPr/>
      </p:nvGrpSpPr>
      <p:grpSpPr>
        <a:xfrm>
          <a:off x="0" y="0"/>
          <a:ext cx="0" cy="0"/>
          <a:chOff x="0" y="0"/>
          <a:chExt cx="0" cy="0"/>
        </a:xfrm>
      </p:grpSpPr>
      <p:sp>
        <p:nvSpPr>
          <p:cNvPr id="2399" name="Google Shape;2399;p68"/>
          <p:cNvSpPr txBox="1"/>
          <p:nvPr>
            <p:ph type="title"/>
          </p:nvPr>
        </p:nvSpPr>
        <p:spPr>
          <a:xfrm>
            <a:off x="144000" y="36000"/>
            <a:ext cx="8856000" cy="5760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3000"/>
              <a:buFont typeface="Arial"/>
              <a:buNone/>
            </a:pPr>
            <a:r>
              <a:rPr lang="ja-JP"/>
              <a:t>弊社情報 - 1</a:t>
            </a:r>
            <a:endParaRPr/>
          </a:p>
        </p:txBody>
      </p:sp>
      <p:graphicFrame>
        <p:nvGraphicFramePr>
          <p:cNvPr id="2400" name="Google Shape;2400;p68"/>
          <p:cNvGraphicFramePr/>
          <p:nvPr/>
        </p:nvGraphicFramePr>
        <p:xfrm>
          <a:off x="144463" y="1224000"/>
          <a:ext cx="3000000" cy="3000000"/>
        </p:xfrm>
        <a:graphic>
          <a:graphicData uri="http://schemas.openxmlformats.org/drawingml/2006/table">
            <a:tbl>
              <a:tblPr>
                <a:noFill/>
                <a:tableStyleId>{FE03F3E7-6964-46DF-ADC6-E4BCA3E1CC40}</a:tableStyleId>
              </a:tblPr>
              <a:tblGrid>
                <a:gridCol w="2221900"/>
                <a:gridCol w="2243350"/>
                <a:gridCol w="2196450"/>
                <a:gridCol w="2194150"/>
              </a:tblGrid>
              <a:tr h="140075">
                <a:tc>
                  <a:txBody>
                    <a:bodyPr/>
                    <a:lstStyle/>
                    <a:p>
                      <a:pPr indent="0" lvl="0" marL="0" marR="0" rtl="0" algn="l">
                        <a:spcBef>
                          <a:spcPts val="0"/>
                        </a:spcBef>
                        <a:spcAft>
                          <a:spcPts val="0"/>
                        </a:spcAft>
                        <a:buNone/>
                      </a:pPr>
                      <a:r>
                        <a:rPr lang="ja-JP" sz="1400">
                          <a:latin typeface="Arial"/>
                          <a:ea typeface="Arial"/>
                          <a:cs typeface="Arial"/>
                          <a:sym typeface="Arial"/>
                        </a:rPr>
                        <a:t>会社名</a:t>
                      </a:r>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EDEDED"/>
                    </a:solidFill>
                  </a:tcPr>
                </a:tc>
                <a:tc gridSpan="3">
                  <a:txBody>
                    <a:bodyPr/>
                    <a:lstStyle/>
                    <a:p>
                      <a:pPr indent="0" lvl="0" marL="0" marR="0" rtl="0" algn="l">
                        <a:spcBef>
                          <a:spcPts val="0"/>
                        </a:spcBef>
                        <a:spcAft>
                          <a:spcPts val="0"/>
                        </a:spcAft>
                        <a:buNone/>
                      </a:pPr>
                      <a:r>
                        <a:rPr lang="ja-JP" sz="1400">
                          <a:latin typeface="Arial"/>
                          <a:ea typeface="Arial"/>
                          <a:cs typeface="Arial"/>
                          <a:sym typeface="Arial"/>
                        </a:rPr>
                        <a:t>株式会社システムエグゼ</a:t>
                      </a:r>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hMerge="1"/>
                <a:tc hMerge="1"/>
              </a:tr>
              <a:tr h="140075">
                <a:tc>
                  <a:txBody>
                    <a:bodyPr/>
                    <a:lstStyle/>
                    <a:p>
                      <a:pPr indent="0" lvl="0" marL="0" marR="0" rtl="0" algn="l">
                        <a:spcBef>
                          <a:spcPts val="0"/>
                        </a:spcBef>
                        <a:spcAft>
                          <a:spcPts val="0"/>
                        </a:spcAft>
                        <a:buNone/>
                      </a:pPr>
                      <a:r>
                        <a:rPr lang="ja-JP" sz="1400">
                          <a:latin typeface="Arial"/>
                          <a:ea typeface="Arial"/>
                          <a:cs typeface="Arial"/>
                          <a:sym typeface="Arial"/>
                        </a:rPr>
                        <a:t>本社住所</a:t>
                      </a:r>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EDEDED"/>
                    </a:solidFill>
                  </a:tcPr>
                </a:tc>
                <a:tc gridSpan="3">
                  <a:txBody>
                    <a:bodyPr/>
                    <a:lstStyle/>
                    <a:p>
                      <a:pPr indent="0" lvl="0" marL="0" marR="0" rtl="0" algn="l">
                        <a:lnSpc>
                          <a:spcPct val="100000"/>
                        </a:lnSpc>
                        <a:spcBef>
                          <a:spcPts val="0"/>
                        </a:spcBef>
                        <a:spcAft>
                          <a:spcPts val="0"/>
                        </a:spcAft>
                        <a:buClr>
                          <a:schemeClr val="dk1"/>
                        </a:buClr>
                        <a:buSzPts val="1400"/>
                        <a:buFont typeface="Arial"/>
                        <a:buNone/>
                      </a:pPr>
                      <a:r>
                        <a:rPr b="0" lang="ja-JP" sz="1400">
                          <a:solidFill>
                            <a:schemeClr val="dk1"/>
                          </a:solidFill>
                          <a:latin typeface="Arial"/>
                          <a:ea typeface="Arial"/>
                          <a:cs typeface="Arial"/>
                          <a:sym typeface="Arial"/>
                        </a:rPr>
                        <a:t>〒104-0028　東京都中央区八重洲2-7-2 八重洲三井ビルディング 5階</a:t>
                      </a:r>
                      <a:endParaRPr sz="1400">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hMerge="1"/>
                <a:tc hMerge="1"/>
              </a:tr>
              <a:tr h="140075">
                <a:tc>
                  <a:txBody>
                    <a:bodyPr/>
                    <a:lstStyle/>
                    <a:p>
                      <a:pPr indent="0" lvl="0" marL="0" marR="0" rtl="0" algn="l">
                        <a:spcBef>
                          <a:spcPts val="0"/>
                        </a:spcBef>
                        <a:spcAft>
                          <a:spcPts val="0"/>
                        </a:spcAft>
                        <a:buNone/>
                      </a:pPr>
                      <a:r>
                        <a:rPr lang="ja-JP" sz="1400">
                          <a:latin typeface="Arial"/>
                          <a:ea typeface="Arial"/>
                          <a:cs typeface="Arial"/>
                          <a:sym typeface="Arial"/>
                        </a:rPr>
                        <a:t>電話番号</a:t>
                      </a:r>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EDEDED"/>
                    </a:solidFill>
                  </a:tcPr>
                </a:tc>
                <a:tc gridSpan="3">
                  <a:txBody>
                    <a:bodyPr/>
                    <a:lstStyle/>
                    <a:p>
                      <a:pPr indent="0" lvl="0" marL="0" marR="0" rtl="0" algn="l">
                        <a:lnSpc>
                          <a:spcPct val="100000"/>
                        </a:lnSpc>
                        <a:spcBef>
                          <a:spcPts val="0"/>
                        </a:spcBef>
                        <a:spcAft>
                          <a:spcPts val="0"/>
                        </a:spcAft>
                        <a:buClr>
                          <a:schemeClr val="dk1"/>
                        </a:buClr>
                        <a:buSzPts val="1400"/>
                        <a:buFont typeface="Arial"/>
                        <a:buNone/>
                      </a:pPr>
                      <a:r>
                        <a:rPr b="0" lang="ja-JP" sz="1400">
                          <a:solidFill>
                            <a:schemeClr val="dk1"/>
                          </a:solidFill>
                          <a:latin typeface="Arial"/>
                          <a:ea typeface="Arial"/>
                          <a:cs typeface="Arial"/>
                          <a:sym typeface="Arial"/>
                        </a:rPr>
                        <a:t>03-5299-5351 （代表）</a:t>
                      </a:r>
                      <a:endParaRPr sz="1400">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hMerge="1"/>
                <a:tc hMerge="1"/>
              </a:tr>
              <a:tr h="140075">
                <a:tc>
                  <a:txBody>
                    <a:bodyPr/>
                    <a:lstStyle/>
                    <a:p>
                      <a:pPr indent="0" lvl="0" marL="0" marR="0" rtl="0" algn="l">
                        <a:spcBef>
                          <a:spcPts val="0"/>
                        </a:spcBef>
                        <a:spcAft>
                          <a:spcPts val="0"/>
                        </a:spcAft>
                        <a:buNone/>
                      </a:pPr>
                      <a:r>
                        <a:rPr lang="ja-JP" sz="1400">
                          <a:latin typeface="Arial"/>
                          <a:ea typeface="Arial"/>
                          <a:cs typeface="Arial"/>
                          <a:sym typeface="Arial"/>
                        </a:rPr>
                        <a:t>ホームページアドレス</a:t>
                      </a:r>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EDEDED"/>
                    </a:solidFill>
                  </a:tcPr>
                </a:tc>
                <a:tc gridSpan="3">
                  <a:txBody>
                    <a:bodyPr/>
                    <a:lstStyle/>
                    <a:p>
                      <a:pPr indent="0" lvl="0" marL="0" marR="0" rtl="0" algn="l">
                        <a:lnSpc>
                          <a:spcPct val="100000"/>
                        </a:lnSpc>
                        <a:spcBef>
                          <a:spcPts val="0"/>
                        </a:spcBef>
                        <a:spcAft>
                          <a:spcPts val="0"/>
                        </a:spcAft>
                        <a:buClr>
                          <a:srgbClr val="000000"/>
                        </a:buClr>
                        <a:buSzPts val="1400"/>
                        <a:buFont typeface="Arial"/>
                        <a:buNone/>
                      </a:pPr>
                      <a:r>
                        <a:rPr lang="ja-JP" sz="1400">
                          <a:solidFill>
                            <a:srgbClr val="000000"/>
                          </a:solidFill>
                          <a:latin typeface="Arial"/>
                          <a:ea typeface="Arial"/>
                          <a:cs typeface="Arial"/>
                          <a:sym typeface="Arial"/>
                        </a:rPr>
                        <a:t>http://www.system-exe.co.jp/</a:t>
                      </a:r>
                      <a:endParaRPr sz="1400">
                        <a:solidFill>
                          <a:schemeClr val="dk1"/>
                        </a:solidFill>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hMerge="1"/>
                <a:tc hMerge="1"/>
              </a:tr>
              <a:tr h="140075">
                <a:tc>
                  <a:txBody>
                    <a:bodyPr/>
                    <a:lstStyle/>
                    <a:p>
                      <a:pPr indent="0" lvl="0" marL="0" marR="0" rtl="0" algn="l">
                        <a:spcBef>
                          <a:spcPts val="0"/>
                        </a:spcBef>
                        <a:spcAft>
                          <a:spcPts val="0"/>
                        </a:spcAft>
                        <a:buNone/>
                      </a:pPr>
                      <a:r>
                        <a:rPr lang="ja-JP" sz="1400">
                          <a:latin typeface="Arial"/>
                          <a:ea typeface="Arial"/>
                          <a:cs typeface="Arial"/>
                          <a:sym typeface="Arial"/>
                        </a:rPr>
                        <a:t>設立</a:t>
                      </a:r>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EDEDED"/>
                    </a:solidFill>
                  </a:tcPr>
                </a:tc>
                <a:tc>
                  <a:txBody>
                    <a:bodyPr/>
                    <a:lstStyle/>
                    <a:p>
                      <a:pPr indent="0" lvl="0" marL="0" marR="0" rtl="0" algn="l">
                        <a:spcBef>
                          <a:spcPts val="0"/>
                        </a:spcBef>
                        <a:spcAft>
                          <a:spcPts val="0"/>
                        </a:spcAft>
                        <a:buNone/>
                      </a:pPr>
                      <a:r>
                        <a:rPr lang="ja-JP" sz="1400">
                          <a:latin typeface="Arial"/>
                          <a:ea typeface="Arial"/>
                          <a:cs typeface="Arial"/>
                          <a:sym typeface="Arial"/>
                        </a:rPr>
                        <a:t>1998年2月</a:t>
                      </a:r>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rPr lang="ja-JP" sz="1400">
                          <a:latin typeface="Arial"/>
                          <a:ea typeface="Arial"/>
                          <a:cs typeface="Arial"/>
                          <a:sym typeface="Arial"/>
                        </a:rPr>
                        <a:t>資本金</a:t>
                      </a:r>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EDEDED"/>
                    </a:solidFill>
                  </a:tcPr>
                </a:tc>
                <a:tc>
                  <a:txBody>
                    <a:bodyPr/>
                    <a:lstStyle/>
                    <a:p>
                      <a:pPr indent="0" lvl="0" marL="0" marR="0" rtl="0" algn="l">
                        <a:lnSpc>
                          <a:spcPct val="100000"/>
                        </a:lnSpc>
                        <a:spcBef>
                          <a:spcPts val="0"/>
                        </a:spcBef>
                        <a:spcAft>
                          <a:spcPts val="0"/>
                        </a:spcAft>
                        <a:buClr>
                          <a:schemeClr val="dk1"/>
                        </a:buClr>
                        <a:buSzPts val="1400"/>
                        <a:buFont typeface="Arial"/>
                        <a:buNone/>
                      </a:pPr>
                      <a:r>
                        <a:rPr lang="ja-JP" sz="1400">
                          <a:latin typeface="Arial"/>
                          <a:ea typeface="Arial"/>
                          <a:cs typeface="Arial"/>
                          <a:sym typeface="Arial"/>
                        </a:rPr>
                        <a:t>4億7千5百万円</a:t>
                      </a:r>
                      <a:endParaRPr sz="1400">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r>
              <a:tr h="140075">
                <a:tc>
                  <a:txBody>
                    <a:bodyPr/>
                    <a:lstStyle/>
                    <a:p>
                      <a:pPr indent="0" lvl="0" marL="0" marR="0" rtl="0" algn="l">
                        <a:spcBef>
                          <a:spcPts val="0"/>
                        </a:spcBef>
                        <a:spcAft>
                          <a:spcPts val="0"/>
                        </a:spcAft>
                        <a:buNone/>
                      </a:pPr>
                      <a:r>
                        <a:rPr lang="ja-JP" sz="1400">
                          <a:latin typeface="Arial"/>
                          <a:ea typeface="Arial"/>
                          <a:cs typeface="Arial"/>
                          <a:sym typeface="Arial"/>
                        </a:rPr>
                        <a:t>代表者</a:t>
                      </a:r>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EDEDED"/>
                    </a:solidFill>
                  </a:tcPr>
                </a:tc>
                <a:tc>
                  <a:txBody>
                    <a:bodyPr/>
                    <a:lstStyle/>
                    <a:p>
                      <a:pPr indent="0" lvl="0" marL="0" marR="0" rtl="0" algn="l">
                        <a:spcBef>
                          <a:spcPts val="0"/>
                        </a:spcBef>
                        <a:spcAft>
                          <a:spcPts val="0"/>
                        </a:spcAft>
                        <a:buNone/>
                      </a:pPr>
                      <a:r>
                        <a:rPr lang="ja-JP" sz="1400">
                          <a:latin typeface="Arial"/>
                          <a:ea typeface="Arial"/>
                          <a:cs typeface="Arial"/>
                          <a:sym typeface="Arial"/>
                        </a:rPr>
                        <a:t>大場康次</a:t>
                      </a:r>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rPr lang="ja-JP" sz="1400">
                          <a:latin typeface="Arial"/>
                          <a:ea typeface="Arial"/>
                          <a:cs typeface="Arial"/>
                          <a:sym typeface="Arial"/>
                        </a:rPr>
                        <a:t>従業員数</a:t>
                      </a:r>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EDEDED"/>
                    </a:solidFill>
                  </a:tcPr>
                </a:tc>
                <a:tc>
                  <a:txBody>
                    <a:bodyPr/>
                    <a:lstStyle/>
                    <a:p>
                      <a:pPr indent="0" lvl="0" marL="0" marR="0" rtl="0" algn="l">
                        <a:spcBef>
                          <a:spcPts val="0"/>
                        </a:spcBef>
                        <a:spcAft>
                          <a:spcPts val="0"/>
                        </a:spcAft>
                        <a:buNone/>
                      </a:pPr>
                      <a:r>
                        <a:rPr lang="ja-JP" sz="1400">
                          <a:latin typeface="Arial"/>
                          <a:ea typeface="Arial"/>
                          <a:cs typeface="Arial"/>
                          <a:sym typeface="Arial"/>
                        </a:rPr>
                        <a:t>633名 </a:t>
                      </a:r>
                      <a:r>
                        <a:rPr lang="ja-JP" sz="1200">
                          <a:latin typeface="Arial"/>
                          <a:ea typeface="Arial"/>
                          <a:cs typeface="Arial"/>
                          <a:sym typeface="Arial"/>
                        </a:rPr>
                        <a:t>※ 2020年4月現在</a:t>
                      </a:r>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r>
            </a:tbl>
          </a:graphicData>
        </a:graphic>
      </p:graphicFrame>
      <p:sp>
        <p:nvSpPr>
          <p:cNvPr id="2401" name="Google Shape;2401;p68"/>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ja-JP"/>
              <a:t>Copyright© 2020 SystemEXE,Inc. all rights reserved.</a:t>
            </a:r>
            <a:endParaRPr/>
          </a:p>
        </p:txBody>
      </p:sp>
      <p:sp>
        <p:nvSpPr>
          <p:cNvPr id="2402" name="Google Shape;2402;p68"/>
          <p:cNvSpPr txBox="1"/>
          <p:nvPr>
            <p:ph idx="12" type="sldNum"/>
          </p:nvPr>
        </p:nvSpPr>
        <p:spPr>
          <a:xfrm>
            <a:off x="4212000" y="6500068"/>
            <a:ext cx="720000" cy="288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ja-JP"/>
              <a:t>‹#›</a:t>
            </a:fld>
            <a:endParaRPr/>
          </a:p>
        </p:txBody>
      </p:sp>
      <p:sp>
        <p:nvSpPr>
          <p:cNvPr id="2403" name="Google Shape;2403;p68"/>
          <p:cNvSpPr/>
          <p:nvPr/>
        </p:nvSpPr>
        <p:spPr>
          <a:xfrm>
            <a:off x="144000" y="864000"/>
            <a:ext cx="8856000" cy="360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ja-JP" sz="1600">
                <a:solidFill>
                  <a:srgbClr val="1E4E79"/>
                </a:solidFill>
                <a:latin typeface="Arial"/>
                <a:ea typeface="Arial"/>
                <a:cs typeface="Arial"/>
                <a:sym typeface="Arial"/>
              </a:rPr>
              <a:t>会社概要</a:t>
            </a:r>
            <a:endParaRPr/>
          </a:p>
        </p:txBody>
      </p:sp>
      <p:graphicFrame>
        <p:nvGraphicFramePr>
          <p:cNvPr id="2404" name="Google Shape;2404;p68"/>
          <p:cNvGraphicFramePr/>
          <p:nvPr/>
        </p:nvGraphicFramePr>
        <p:xfrm>
          <a:off x="144151" y="3527997"/>
          <a:ext cx="3000000" cy="3000000"/>
        </p:xfrm>
        <a:graphic>
          <a:graphicData uri="http://schemas.openxmlformats.org/drawingml/2006/table">
            <a:tbl>
              <a:tblPr>
                <a:noFill/>
                <a:tableStyleId>{FE03F3E7-6964-46DF-ADC6-E4BCA3E1CC40}</a:tableStyleId>
              </a:tblPr>
              <a:tblGrid>
                <a:gridCol w="4427925"/>
                <a:gridCol w="4427925"/>
              </a:tblGrid>
              <a:tr h="418250">
                <a:tc>
                  <a:txBody>
                    <a:bodyPr/>
                    <a:lstStyle/>
                    <a:p>
                      <a:pPr indent="0" lvl="0" marL="0" marR="0" rtl="0" algn="l">
                        <a:spcBef>
                          <a:spcPts val="0"/>
                        </a:spcBef>
                        <a:spcAft>
                          <a:spcPts val="0"/>
                        </a:spcAft>
                        <a:buClr>
                          <a:schemeClr val="dk1"/>
                        </a:buClr>
                        <a:buSzPts val="1400"/>
                        <a:buFont typeface="Noto Sans Symbols"/>
                        <a:buNone/>
                      </a:pPr>
                      <a:r>
                        <a:rPr b="1" lang="ja-JP" sz="1400" u="none" strike="noStrike">
                          <a:solidFill>
                            <a:schemeClr val="dk1"/>
                          </a:solidFill>
                          <a:latin typeface="Arial"/>
                          <a:ea typeface="Arial"/>
                          <a:cs typeface="Arial"/>
                          <a:sym typeface="Arial"/>
                        </a:rPr>
                        <a:t>京橋オフィス</a:t>
                      </a:r>
                      <a:br>
                        <a:rPr b="1" lang="ja-JP" sz="1400" u="none" strike="noStrike">
                          <a:solidFill>
                            <a:schemeClr val="dk1"/>
                          </a:solidFill>
                          <a:latin typeface="Arial"/>
                          <a:ea typeface="Arial"/>
                          <a:cs typeface="Arial"/>
                          <a:sym typeface="Arial"/>
                        </a:rPr>
                      </a:br>
                      <a:r>
                        <a:rPr lang="ja-JP" sz="1200" u="none" strike="noStrike">
                          <a:solidFill>
                            <a:schemeClr val="dk1"/>
                          </a:solidFill>
                          <a:latin typeface="Arial"/>
                          <a:ea typeface="Arial"/>
                          <a:cs typeface="Arial"/>
                          <a:sym typeface="Arial"/>
                        </a:rPr>
                        <a:t>〒104-0032　東京都中央区八丁堀4-3-3　Daiwa京橋ビル8階</a:t>
                      </a:r>
                      <a:endParaRPr sz="1200">
                        <a:latin typeface="Arial"/>
                        <a:ea typeface="Arial"/>
                        <a:cs typeface="Arial"/>
                        <a:sym typeface="Arial"/>
                      </a:endParaRPr>
                    </a:p>
                  </a:txBody>
                  <a:tcPr marT="0" marB="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chemeClr val="dk1"/>
                        </a:buClr>
                        <a:buSzPts val="1400"/>
                        <a:buFont typeface="Noto Sans Symbols"/>
                        <a:buNone/>
                      </a:pPr>
                      <a:r>
                        <a:rPr b="1" lang="ja-JP" sz="1400" u="none" strike="noStrike">
                          <a:solidFill>
                            <a:schemeClr val="dk1"/>
                          </a:solidFill>
                          <a:latin typeface="Arial"/>
                          <a:ea typeface="Arial"/>
                          <a:cs typeface="Arial"/>
                          <a:sym typeface="Arial"/>
                        </a:rPr>
                        <a:t>府中オフィス</a:t>
                      </a:r>
                      <a:br>
                        <a:rPr b="1" lang="ja-JP" sz="1400" u="none" strike="noStrike">
                          <a:solidFill>
                            <a:schemeClr val="dk1"/>
                          </a:solidFill>
                          <a:latin typeface="Arial"/>
                          <a:ea typeface="Arial"/>
                          <a:cs typeface="Arial"/>
                          <a:sym typeface="Arial"/>
                        </a:rPr>
                      </a:br>
                      <a:r>
                        <a:rPr lang="ja-JP" sz="1200" u="none" strike="noStrike">
                          <a:solidFill>
                            <a:schemeClr val="dk1"/>
                          </a:solidFill>
                          <a:latin typeface="Arial"/>
                          <a:ea typeface="Arial"/>
                          <a:cs typeface="Arial"/>
                          <a:sym typeface="Arial"/>
                        </a:rPr>
                        <a:t>〒183-0056　東京都府中市寿町1-1-3　三ツ木寿町ビル6階</a:t>
                      </a:r>
                      <a:endParaRPr sz="1200">
                        <a:latin typeface="Arial"/>
                        <a:ea typeface="Arial"/>
                        <a:cs typeface="Arial"/>
                        <a:sym typeface="Arial"/>
                      </a:endParaRPr>
                    </a:p>
                  </a:txBody>
                  <a:tcPr marT="0" marB="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r>
              <a:tr h="611275">
                <a:tc>
                  <a:txBody>
                    <a:bodyPr/>
                    <a:lstStyle/>
                    <a:p>
                      <a:pPr indent="0" lvl="0" marL="0" marR="0" rtl="0" algn="l">
                        <a:spcBef>
                          <a:spcPts val="0"/>
                        </a:spcBef>
                        <a:spcAft>
                          <a:spcPts val="0"/>
                        </a:spcAft>
                        <a:buClr>
                          <a:schemeClr val="dk1"/>
                        </a:buClr>
                        <a:buSzPts val="1400"/>
                        <a:buFont typeface="Noto Sans Symbols"/>
                        <a:buNone/>
                      </a:pPr>
                      <a:r>
                        <a:rPr b="1" lang="ja-JP" sz="1400" u="none" strike="noStrike">
                          <a:solidFill>
                            <a:schemeClr val="dk1"/>
                          </a:solidFill>
                          <a:latin typeface="Arial"/>
                          <a:ea typeface="Arial"/>
                          <a:cs typeface="Arial"/>
                          <a:sym typeface="Arial"/>
                        </a:rPr>
                        <a:t>千葉オフィス</a:t>
                      </a:r>
                      <a:br>
                        <a:rPr b="1" lang="ja-JP" sz="1400" u="none" strike="noStrike">
                          <a:solidFill>
                            <a:schemeClr val="dk1"/>
                          </a:solidFill>
                          <a:latin typeface="Arial"/>
                          <a:ea typeface="Arial"/>
                          <a:cs typeface="Arial"/>
                          <a:sym typeface="Arial"/>
                        </a:rPr>
                      </a:br>
                      <a:r>
                        <a:rPr lang="ja-JP" sz="1200" u="none" strike="noStrike">
                          <a:solidFill>
                            <a:schemeClr val="dk1"/>
                          </a:solidFill>
                          <a:latin typeface="Arial"/>
                          <a:ea typeface="Arial"/>
                          <a:cs typeface="Arial"/>
                          <a:sym typeface="Arial"/>
                        </a:rPr>
                        <a:t>〒260-0045　千葉県千葉市中央区弁天1-5-1　オーパスビルディング9階</a:t>
                      </a:r>
                      <a:endParaRPr sz="1200">
                        <a:latin typeface="Arial"/>
                        <a:ea typeface="Arial"/>
                        <a:cs typeface="Arial"/>
                        <a:sym typeface="Arial"/>
                      </a:endParaRPr>
                    </a:p>
                  </a:txBody>
                  <a:tcPr marT="0" marB="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chemeClr val="dk1"/>
                        </a:buClr>
                        <a:buSzPts val="1400"/>
                        <a:buFont typeface="Noto Sans Symbols"/>
                        <a:buNone/>
                      </a:pPr>
                      <a:r>
                        <a:rPr b="1" lang="ja-JP" sz="1400" u="none" strike="noStrike">
                          <a:solidFill>
                            <a:schemeClr val="dk1"/>
                          </a:solidFill>
                          <a:latin typeface="Arial"/>
                          <a:ea typeface="Arial"/>
                          <a:cs typeface="Arial"/>
                          <a:sym typeface="Arial"/>
                        </a:rPr>
                        <a:t>横浜オフィス</a:t>
                      </a:r>
                      <a:br>
                        <a:rPr b="1" lang="ja-JP" sz="1400" u="none" strike="noStrike">
                          <a:solidFill>
                            <a:schemeClr val="dk1"/>
                          </a:solidFill>
                          <a:latin typeface="Arial"/>
                          <a:ea typeface="Arial"/>
                          <a:cs typeface="Arial"/>
                          <a:sym typeface="Arial"/>
                        </a:rPr>
                      </a:br>
                      <a:r>
                        <a:rPr lang="ja-JP" sz="1200" u="none" strike="noStrike">
                          <a:solidFill>
                            <a:schemeClr val="dk1"/>
                          </a:solidFill>
                          <a:latin typeface="Arial"/>
                          <a:ea typeface="Arial"/>
                          <a:cs typeface="Arial"/>
                          <a:sym typeface="Arial"/>
                        </a:rPr>
                        <a:t>〒221-0056　神奈川県横浜市神奈川区金港町6-6　横浜みなと第一生命ビル3階</a:t>
                      </a:r>
                      <a:endParaRPr sz="1200">
                        <a:latin typeface="Arial"/>
                        <a:ea typeface="Arial"/>
                        <a:cs typeface="Arial"/>
                        <a:sym typeface="Arial"/>
                      </a:endParaRPr>
                    </a:p>
                  </a:txBody>
                  <a:tcPr marT="0" marB="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r>
              <a:tr h="611275">
                <a:tc>
                  <a:txBody>
                    <a:bodyPr/>
                    <a:lstStyle/>
                    <a:p>
                      <a:pPr indent="0" lvl="0" marL="0" marR="0" rtl="0" algn="l">
                        <a:spcBef>
                          <a:spcPts val="0"/>
                        </a:spcBef>
                        <a:spcAft>
                          <a:spcPts val="0"/>
                        </a:spcAft>
                        <a:buClr>
                          <a:schemeClr val="dk1"/>
                        </a:buClr>
                        <a:buSzPts val="1400"/>
                        <a:buFont typeface="Noto Sans Symbols"/>
                        <a:buNone/>
                      </a:pPr>
                      <a:r>
                        <a:rPr b="1" lang="ja-JP" sz="1400" u="none" strike="noStrike">
                          <a:solidFill>
                            <a:schemeClr val="dk1"/>
                          </a:solidFill>
                          <a:latin typeface="Arial"/>
                          <a:ea typeface="Arial"/>
                          <a:cs typeface="Arial"/>
                          <a:sym typeface="Arial"/>
                        </a:rPr>
                        <a:t>長野オフィス</a:t>
                      </a:r>
                      <a:br>
                        <a:rPr b="1" lang="ja-JP" sz="1400" u="none" strike="noStrike">
                          <a:solidFill>
                            <a:schemeClr val="dk1"/>
                          </a:solidFill>
                          <a:latin typeface="Arial"/>
                          <a:ea typeface="Arial"/>
                          <a:cs typeface="Arial"/>
                          <a:sym typeface="Arial"/>
                        </a:rPr>
                      </a:br>
                      <a:r>
                        <a:rPr lang="ja-JP" sz="1200" u="none" strike="noStrike">
                          <a:solidFill>
                            <a:schemeClr val="dk1"/>
                          </a:solidFill>
                          <a:latin typeface="Arial"/>
                          <a:ea typeface="Arial"/>
                          <a:cs typeface="Arial"/>
                          <a:sym typeface="Arial"/>
                        </a:rPr>
                        <a:t>〒390-0811　長野県松本市中央2-1-27　松本本町第一生命ビルディング7階</a:t>
                      </a:r>
                      <a:endParaRPr sz="1200">
                        <a:latin typeface="Arial"/>
                        <a:ea typeface="Arial"/>
                        <a:cs typeface="Arial"/>
                        <a:sym typeface="Arial"/>
                      </a:endParaRPr>
                    </a:p>
                  </a:txBody>
                  <a:tcPr marT="0" marB="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chemeClr val="dk1"/>
                        </a:buClr>
                        <a:buSzPts val="1400"/>
                        <a:buFont typeface="Noto Sans Symbols"/>
                        <a:buNone/>
                      </a:pPr>
                      <a:r>
                        <a:rPr b="1" lang="ja-JP" sz="1400" u="none" strike="noStrike">
                          <a:solidFill>
                            <a:schemeClr val="dk1"/>
                          </a:solidFill>
                          <a:latin typeface="Arial"/>
                          <a:ea typeface="Arial"/>
                          <a:cs typeface="Arial"/>
                          <a:sym typeface="Arial"/>
                        </a:rPr>
                        <a:t>名古屋オフィス</a:t>
                      </a:r>
                      <a:br>
                        <a:rPr b="1" lang="ja-JP" sz="1400" u="none" strike="noStrike">
                          <a:solidFill>
                            <a:schemeClr val="dk1"/>
                          </a:solidFill>
                          <a:latin typeface="Arial"/>
                          <a:ea typeface="Arial"/>
                          <a:cs typeface="Arial"/>
                          <a:sym typeface="Arial"/>
                        </a:rPr>
                      </a:br>
                      <a:r>
                        <a:rPr lang="ja-JP" sz="1200" u="none" strike="noStrike">
                          <a:solidFill>
                            <a:schemeClr val="dk1"/>
                          </a:solidFill>
                          <a:latin typeface="Arial"/>
                          <a:ea typeface="Arial"/>
                          <a:cs typeface="Arial"/>
                          <a:sym typeface="Arial"/>
                        </a:rPr>
                        <a:t>〒460-0003　愛知県名古屋市中区錦2-20-8　東栄ビル 7階</a:t>
                      </a:r>
                      <a:endParaRPr sz="1200">
                        <a:latin typeface="Arial"/>
                        <a:ea typeface="Arial"/>
                        <a:cs typeface="Arial"/>
                        <a:sym typeface="Arial"/>
                      </a:endParaRPr>
                    </a:p>
                  </a:txBody>
                  <a:tcPr marT="0" marB="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r>
              <a:tr h="611275">
                <a:tc>
                  <a:txBody>
                    <a:bodyPr/>
                    <a:lstStyle/>
                    <a:p>
                      <a:pPr indent="0" lvl="0" marL="0" marR="0" rtl="0" algn="l">
                        <a:spcBef>
                          <a:spcPts val="0"/>
                        </a:spcBef>
                        <a:spcAft>
                          <a:spcPts val="0"/>
                        </a:spcAft>
                        <a:buClr>
                          <a:schemeClr val="dk1"/>
                        </a:buClr>
                        <a:buSzPts val="1400"/>
                        <a:buFont typeface="Noto Sans Symbols"/>
                        <a:buNone/>
                      </a:pPr>
                      <a:r>
                        <a:rPr b="1" lang="ja-JP" sz="1400" u="none" strike="noStrike">
                          <a:solidFill>
                            <a:schemeClr val="dk1"/>
                          </a:solidFill>
                          <a:latin typeface="Arial"/>
                          <a:ea typeface="Arial"/>
                          <a:cs typeface="Arial"/>
                          <a:sym typeface="Arial"/>
                        </a:rPr>
                        <a:t>関西オフィス</a:t>
                      </a:r>
                      <a:br>
                        <a:rPr b="1" lang="ja-JP" sz="1400" u="none" strike="noStrike">
                          <a:solidFill>
                            <a:schemeClr val="dk1"/>
                          </a:solidFill>
                          <a:latin typeface="Arial"/>
                          <a:ea typeface="Arial"/>
                          <a:cs typeface="Arial"/>
                          <a:sym typeface="Arial"/>
                        </a:rPr>
                      </a:br>
                      <a:r>
                        <a:rPr lang="ja-JP" sz="1200" u="none" strike="noStrike">
                          <a:solidFill>
                            <a:schemeClr val="dk1"/>
                          </a:solidFill>
                          <a:latin typeface="Arial"/>
                          <a:ea typeface="Arial"/>
                          <a:cs typeface="Arial"/>
                          <a:sym typeface="Arial"/>
                        </a:rPr>
                        <a:t>〒530-0005　大阪府大阪市北区中之島3-3-3　中之島三井ビルディング 20階 2006号室</a:t>
                      </a:r>
                      <a:endParaRPr sz="1200">
                        <a:latin typeface="Arial"/>
                        <a:ea typeface="Arial"/>
                        <a:cs typeface="Arial"/>
                        <a:sym typeface="Arial"/>
                      </a:endParaRPr>
                    </a:p>
                  </a:txBody>
                  <a:tcPr marT="0" marB="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chemeClr val="dk1"/>
                        </a:buClr>
                        <a:buSzPts val="1400"/>
                        <a:buFont typeface="Noto Sans Symbols"/>
                        <a:buNone/>
                      </a:pPr>
                      <a:r>
                        <a:rPr b="1" lang="ja-JP" sz="1400" u="none" strike="noStrike">
                          <a:solidFill>
                            <a:schemeClr val="dk1"/>
                          </a:solidFill>
                          <a:latin typeface="Arial"/>
                          <a:ea typeface="Arial"/>
                          <a:cs typeface="Arial"/>
                          <a:sym typeface="Arial"/>
                        </a:rPr>
                        <a:t>システムエグゼベトナム</a:t>
                      </a:r>
                      <a:br>
                        <a:rPr b="1" lang="ja-JP" sz="1400" u="none" strike="noStrike">
                          <a:solidFill>
                            <a:schemeClr val="dk1"/>
                          </a:solidFill>
                          <a:latin typeface="Arial"/>
                          <a:ea typeface="Arial"/>
                          <a:cs typeface="Arial"/>
                          <a:sym typeface="Arial"/>
                        </a:rPr>
                      </a:br>
                      <a:r>
                        <a:rPr lang="ja-JP" sz="1200" u="none" strike="noStrike">
                          <a:solidFill>
                            <a:schemeClr val="dk1"/>
                          </a:solidFill>
                          <a:latin typeface="Arial"/>
                          <a:ea typeface="Arial"/>
                          <a:cs typeface="Arial"/>
                          <a:sym typeface="Arial"/>
                        </a:rPr>
                        <a:t>2/F, E-Town 1, 364 Cong Hoa ST., Tan Binh Dist., Ho Chi Minh City, VIETNAM</a:t>
                      </a:r>
                      <a:endParaRPr sz="1200">
                        <a:latin typeface="Arial"/>
                        <a:ea typeface="Arial"/>
                        <a:cs typeface="Arial"/>
                        <a:sym typeface="Arial"/>
                      </a:endParaRPr>
                    </a:p>
                  </a:txBody>
                  <a:tcPr marT="0" marB="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r>
              <a:tr h="611275">
                <a:tc>
                  <a:txBody>
                    <a:bodyPr/>
                    <a:lstStyle/>
                    <a:p>
                      <a:pPr indent="0" lvl="0" marL="0" marR="0" rtl="0" algn="l">
                        <a:spcBef>
                          <a:spcPts val="0"/>
                        </a:spcBef>
                        <a:spcAft>
                          <a:spcPts val="0"/>
                        </a:spcAft>
                        <a:buClr>
                          <a:schemeClr val="dk1"/>
                        </a:buClr>
                        <a:buSzPts val="1400"/>
                        <a:buFont typeface="Noto Sans Symbols"/>
                        <a:buNone/>
                      </a:pPr>
                      <a:r>
                        <a:rPr b="1" lang="ja-JP" sz="1400" u="none" strike="noStrike">
                          <a:solidFill>
                            <a:schemeClr val="dk1"/>
                          </a:solidFill>
                          <a:latin typeface="Arial"/>
                          <a:ea typeface="Arial"/>
                          <a:cs typeface="Arial"/>
                          <a:sym typeface="Arial"/>
                        </a:rPr>
                        <a:t>システムエグゼタイランド</a:t>
                      </a:r>
                      <a:br>
                        <a:rPr b="1" lang="ja-JP" sz="1400" u="none" strike="noStrike">
                          <a:solidFill>
                            <a:schemeClr val="dk1"/>
                          </a:solidFill>
                          <a:latin typeface="Arial"/>
                          <a:ea typeface="Arial"/>
                          <a:cs typeface="Arial"/>
                          <a:sym typeface="Arial"/>
                        </a:rPr>
                      </a:br>
                      <a:r>
                        <a:rPr lang="ja-JP" sz="1200" u="none" strike="noStrike">
                          <a:solidFill>
                            <a:schemeClr val="dk1"/>
                          </a:solidFill>
                          <a:latin typeface="Arial"/>
                          <a:ea typeface="Arial"/>
                          <a:cs typeface="Arial"/>
                          <a:sym typeface="Arial"/>
                        </a:rPr>
                        <a:t>1/20 Village No 4, Bangrakpattana Sub-district, Bangbuathong District, Nonthaburi 11110 Thailand</a:t>
                      </a:r>
                      <a:endParaRPr sz="1200">
                        <a:latin typeface="Arial"/>
                        <a:ea typeface="Arial"/>
                        <a:cs typeface="Arial"/>
                        <a:sym typeface="Arial"/>
                      </a:endParaRPr>
                    </a:p>
                  </a:txBody>
                  <a:tcPr marT="0" marB="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chemeClr val="dk1"/>
                        </a:buClr>
                        <a:buSzPts val="1400"/>
                        <a:buFont typeface="Noto Sans Symbols"/>
                        <a:buNone/>
                      </a:pPr>
                      <a:r>
                        <a:rPr b="1" lang="ja-JP" sz="1400" u="none" strike="noStrike">
                          <a:solidFill>
                            <a:schemeClr val="dk1"/>
                          </a:solidFill>
                          <a:latin typeface="Arial"/>
                          <a:ea typeface="Arial"/>
                          <a:cs typeface="Arial"/>
                          <a:sym typeface="Arial"/>
                        </a:rPr>
                        <a:t>システムエグゼミャンマー</a:t>
                      </a:r>
                      <a:br>
                        <a:rPr b="1" lang="ja-JP" sz="1400" u="none" strike="noStrike">
                          <a:solidFill>
                            <a:schemeClr val="dk1"/>
                          </a:solidFill>
                          <a:latin typeface="Arial"/>
                          <a:ea typeface="Arial"/>
                          <a:cs typeface="Arial"/>
                          <a:sym typeface="Arial"/>
                        </a:rPr>
                      </a:br>
                      <a:r>
                        <a:rPr lang="ja-JP" sz="1200" u="none" strike="noStrike">
                          <a:solidFill>
                            <a:schemeClr val="dk1"/>
                          </a:solidFill>
                          <a:latin typeface="Arial"/>
                          <a:ea typeface="Arial"/>
                          <a:cs typeface="Arial"/>
                          <a:sym typeface="Arial"/>
                        </a:rPr>
                        <a:t>Room No.209-210, Level 2, No.37, Alanpya Pagoda Road, Dagon Township, Yangon, Myanmar</a:t>
                      </a:r>
                      <a:endParaRPr sz="1200">
                        <a:latin typeface="Arial"/>
                        <a:ea typeface="Arial"/>
                        <a:cs typeface="Arial"/>
                        <a:sym typeface="Arial"/>
                      </a:endParaRPr>
                    </a:p>
                  </a:txBody>
                  <a:tcPr marT="0" marB="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r>
            </a:tbl>
          </a:graphicData>
        </a:graphic>
      </p:graphicFrame>
      <p:sp>
        <p:nvSpPr>
          <p:cNvPr id="2405" name="Google Shape;2405;p68"/>
          <p:cNvSpPr/>
          <p:nvPr/>
        </p:nvSpPr>
        <p:spPr>
          <a:xfrm>
            <a:off x="144000" y="3168000"/>
            <a:ext cx="8856000" cy="360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ja-JP" sz="1600">
                <a:solidFill>
                  <a:srgbClr val="1E4E79"/>
                </a:solidFill>
                <a:latin typeface="Arial"/>
                <a:ea typeface="Arial"/>
                <a:cs typeface="Arial"/>
                <a:sym typeface="Arial"/>
              </a:rPr>
              <a:t>拠点</a:t>
            </a:r>
            <a:endParaRPr b="1" sz="1600">
              <a:solidFill>
                <a:srgbClr val="1E4E79"/>
              </a:solidFill>
              <a:latin typeface="Arial"/>
              <a:ea typeface="Arial"/>
              <a:cs typeface="Arial"/>
              <a:sym typeface="Arial"/>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9" name="Shape 2409"/>
        <p:cNvGrpSpPr/>
        <p:nvPr/>
      </p:nvGrpSpPr>
      <p:grpSpPr>
        <a:xfrm>
          <a:off x="0" y="0"/>
          <a:ext cx="0" cy="0"/>
          <a:chOff x="0" y="0"/>
          <a:chExt cx="0" cy="0"/>
        </a:xfrm>
      </p:grpSpPr>
      <p:sp>
        <p:nvSpPr>
          <p:cNvPr id="2410" name="Google Shape;2410;p69"/>
          <p:cNvSpPr txBox="1"/>
          <p:nvPr>
            <p:ph type="title"/>
          </p:nvPr>
        </p:nvSpPr>
        <p:spPr>
          <a:xfrm>
            <a:off x="144000" y="36000"/>
            <a:ext cx="8856000" cy="5760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3000"/>
              <a:buFont typeface="Arial"/>
              <a:buNone/>
            </a:pPr>
            <a:r>
              <a:rPr lang="ja-JP"/>
              <a:t>弊社情報 - 2</a:t>
            </a:r>
            <a:endParaRPr/>
          </a:p>
        </p:txBody>
      </p:sp>
      <p:sp>
        <p:nvSpPr>
          <p:cNvPr id="2411" name="Google Shape;2411;p69"/>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ja-JP"/>
              <a:t>Copyright© 2020 SystemEXE,Inc. all rights reserved.</a:t>
            </a:r>
            <a:endParaRPr/>
          </a:p>
        </p:txBody>
      </p:sp>
      <p:sp>
        <p:nvSpPr>
          <p:cNvPr id="2412" name="Google Shape;2412;p69"/>
          <p:cNvSpPr txBox="1"/>
          <p:nvPr>
            <p:ph idx="12" type="sldNum"/>
          </p:nvPr>
        </p:nvSpPr>
        <p:spPr>
          <a:xfrm>
            <a:off x="4212000" y="6500068"/>
            <a:ext cx="720000" cy="288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ja-JP"/>
              <a:t>‹#›</a:t>
            </a:fld>
            <a:endParaRPr/>
          </a:p>
        </p:txBody>
      </p:sp>
      <p:sp>
        <p:nvSpPr>
          <p:cNvPr id="2413" name="Google Shape;2413;p69"/>
          <p:cNvSpPr/>
          <p:nvPr/>
        </p:nvSpPr>
        <p:spPr>
          <a:xfrm>
            <a:off x="144000" y="864000"/>
            <a:ext cx="5040000" cy="360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ja-JP" sz="1600">
                <a:solidFill>
                  <a:srgbClr val="1E4E79"/>
                </a:solidFill>
                <a:latin typeface="Arial"/>
                <a:ea typeface="Arial"/>
                <a:cs typeface="Arial"/>
                <a:sym typeface="Arial"/>
              </a:rPr>
              <a:t>収益・社員数推移</a:t>
            </a:r>
            <a:endParaRPr b="1" sz="1600">
              <a:solidFill>
                <a:srgbClr val="1E4E79"/>
              </a:solidFill>
              <a:latin typeface="Arial"/>
              <a:ea typeface="Arial"/>
              <a:cs typeface="Arial"/>
              <a:sym typeface="Arial"/>
            </a:endParaRPr>
          </a:p>
        </p:txBody>
      </p:sp>
      <p:graphicFrame>
        <p:nvGraphicFramePr>
          <p:cNvPr id="2414" name="Google Shape;2414;p69"/>
          <p:cNvGraphicFramePr/>
          <p:nvPr/>
        </p:nvGraphicFramePr>
        <p:xfrm>
          <a:off x="144000" y="1223998"/>
          <a:ext cx="5040000" cy="3240000"/>
        </p:xfrm>
        <a:graphic>
          <a:graphicData uri="http://schemas.openxmlformats.org/drawingml/2006/chart">
            <c:chart r:id="rId3"/>
          </a:graphicData>
        </a:graphic>
      </p:graphicFrame>
      <p:graphicFrame>
        <p:nvGraphicFramePr>
          <p:cNvPr id="2415" name="Google Shape;2415;p69"/>
          <p:cNvGraphicFramePr/>
          <p:nvPr/>
        </p:nvGraphicFramePr>
        <p:xfrm>
          <a:off x="144000" y="4824000"/>
          <a:ext cx="3000000" cy="3000000"/>
        </p:xfrm>
        <a:graphic>
          <a:graphicData uri="http://schemas.openxmlformats.org/drawingml/2006/table">
            <a:tbl>
              <a:tblPr>
                <a:noFill/>
                <a:tableStyleId>{FE03F3E7-6964-46DF-ADC6-E4BCA3E1CC40}</a:tableStyleId>
              </a:tblPr>
              <a:tblGrid>
                <a:gridCol w="1953825"/>
                <a:gridCol w="1028725"/>
                <a:gridCol w="1028725"/>
                <a:gridCol w="1028725"/>
              </a:tblGrid>
              <a:tr h="320800">
                <a:tc>
                  <a:txBody>
                    <a:bodyPr/>
                    <a:lstStyle/>
                    <a:p>
                      <a:pPr indent="0" lvl="0" marL="0" marR="0" rtl="0" algn="l">
                        <a:spcBef>
                          <a:spcPts val="0"/>
                        </a:spcBef>
                        <a:spcAft>
                          <a:spcPts val="0"/>
                        </a:spcAft>
                        <a:buNone/>
                      </a:pPr>
                      <a:r>
                        <a:t/>
                      </a:r>
                      <a:endParaRPr b="1" sz="1400">
                        <a:solidFill>
                          <a:schemeClr val="lt1"/>
                        </a:solidFill>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c>
                  <a:txBody>
                    <a:bodyPr/>
                    <a:lstStyle/>
                    <a:p>
                      <a:pPr indent="0" lvl="0" marL="0" marR="0" rtl="0" algn="ctr">
                        <a:lnSpc>
                          <a:spcPct val="100000"/>
                        </a:lnSpc>
                        <a:spcBef>
                          <a:spcPts val="0"/>
                        </a:spcBef>
                        <a:spcAft>
                          <a:spcPts val="0"/>
                        </a:spcAft>
                        <a:buClr>
                          <a:schemeClr val="lt1"/>
                        </a:buClr>
                        <a:buSzPts val="1400"/>
                        <a:buFont typeface="Arial"/>
                        <a:buNone/>
                      </a:pPr>
                      <a:r>
                        <a:rPr b="1" lang="ja-JP" sz="1400">
                          <a:solidFill>
                            <a:schemeClr val="lt1"/>
                          </a:solidFill>
                          <a:latin typeface="Arial"/>
                          <a:ea typeface="Arial"/>
                          <a:cs typeface="Arial"/>
                          <a:sym typeface="Arial"/>
                        </a:rPr>
                        <a:t>2017年</a:t>
                      </a:r>
                      <a:br>
                        <a:rPr b="1" lang="ja-JP" sz="1400">
                          <a:solidFill>
                            <a:schemeClr val="lt1"/>
                          </a:solidFill>
                          <a:latin typeface="Arial"/>
                          <a:ea typeface="Arial"/>
                          <a:cs typeface="Arial"/>
                          <a:sym typeface="Arial"/>
                        </a:rPr>
                      </a:br>
                      <a:r>
                        <a:rPr b="1" lang="ja-JP" sz="1400">
                          <a:solidFill>
                            <a:schemeClr val="lt1"/>
                          </a:solidFill>
                          <a:latin typeface="Arial"/>
                          <a:ea typeface="Arial"/>
                          <a:cs typeface="Arial"/>
                          <a:sym typeface="Arial"/>
                        </a:rPr>
                        <a:t>(20期)</a:t>
                      </a:r>
                      <a:endParaRPr b="1" sz="1400">
                        <a:solidFill>
                          <a:schemeClr val="lt1"/>
                        </a:solidFill>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c>
                  <a:txBody>
                    <a:bodyPr/>
                    <a:lstStyle/>
                    <a:p>
                      <a:pPr indent="0" lvl="0" marL="0" marR="0" rtl="0" algn="ctr">
                        <a:lnSpc>
                          <a:spcPct val="100000"/>
                        </a:lnSpc>
                        <a:spcBef>
                          <a:spcPts val="0"/>
                        </a:spcBef>
                        <a:spcAft>
                          <a:spcPts val="0"/>
                        </a:spcAft>
                        <a:buClr>
                          <a:schemeClr val="lt1"/>
                        </a:buClr>
                        <a:buSzPts val="1400"/>
                        <a:buFont typeface="Arial"/>
                        <a:buNone/>
                      </a:pPr>
                      <a:r>
                        <a:rPr b="1" lang="ja-JP" sz="1400">
                          <a:solidFill>
                            <a:schemeClr val="lt1"/>
                          </a:solidFill>
                          <a:latin typeface="Arial"/>
                          <a:ea typeface="Arial"/>
                          <a:cs typeface="Arial"/>
                          <a:sym typeface="Arial"/>
                        </a:rPr>
                        <a:t>2018年</a:t>
                      </a:r>
                      <a:endParaRPr b="1" sz="1400">
                        <a:solidFill>
                          <a:schemeClr val="lt1"/>
                        </a:solidFill>
                        <a:latin typeface="Arial"/>
                        <a:ea typeface="Arial"/>
                        <a:cs typeface="Arial"/>
                        <a:sym typeface="Arial"/>
                      </a:endParaRPr>
                    </a:p>
                    <a:p>
                      <a:pPr indent="0" lvl="0" marL="0" marR="0" rtl="0" algn="ctr">
                        <a:lnSpc>
                          <a:spcPct val="100000"/>
                        </a:lnSpc>
                        <a:spcBef>
                          <a:spcPts val="0"/>
                        </a:spcBef>
                        <a:spcAft>
                          <a:spcPts val="0"/>
                        </a:spcAft>
                        <a:buClr>
                          <a:schemeClr val="lt1"/>
                        </a:buClr>
                        <a:buSzPts val="1400"/>
                        <a:buFont typeface="Arial"/>
                        <a:buNone/>
                      </a:pPr>
                      <a:r>
                        <a:rPr b="1" lang="ja-JP" sz="1400">
                          <a:solidFill>
                            <a:schemeClr val="lt1"/>
                          </a:solidFill>
                          <a:latin typeface="Arial"/>
                          <a:ea typeface="Arial"/>
                          <a:cs typeface="Arial"/>
                          <a:sym typeface="Arial"/>
                        </a:rPr>
                        <a:t>(21期)</a:t>
                      </a:r>
                      <a:endParaRPr b="1" sz="1400">
                        <a:solidFill>
                          <a:schemeClr val="lt1"/>
                        </a:solidFill>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c>
                  <a:txBody>
                    <a:bodyPr/>
                    <a:lstStyle/>
                    <a:p>
                      <a:pPr indent="0" lvl="0" marL="0" marR="0" rtl="0" algn="ctr">
                        <a:lnSpc>
                          <a:spcPct val="100000"/>
                        </a:lnSpc>
                        <a:spcBef>
                          <a:spcPts val="0"/>
                        </a:spcBef>
                        <a:spcAft>
                          <a:spcPts val="0"/>
                        </a:spcAft>
                        <a:buClr>
                          <a:schemeClr val="lt1"/>
                        </a:buClr>
                        <a:buSzPts val="1400"/>
                        <a:buFont typeface="Arial"/>
                        <a:buNone/>
                      </a:pPr>
                      <a:r>
                        <a:rPr b="1" lang="ja-JP" sz="1400">
                          <a:solidFill>
                            <a:schemeClr val="lt1"/>
                          </a:solidFill>
                          <a:latin typeface="Arial"/>
                          <a:ea typeface="Arial"/>
                          <a:cs typeface="Arial"/>
                          <a:sym typeface="Arial"/>
                        </a:rPr>
                        <a:t>2019年</a:t>
                      </a:r>
                      <a:endParaRPr b="1" sz="1400">
                        <a:solidFill>
                          <a:schemeClr val="lt1"/>
                        </a:solidFill>
                        <a:latin typeface="Arial"/>
                        <a:ea typeface="Arial"/>
                        <a:cs typeface="Arial"/>
                        <a:sym typeface="Arial"/>
                      </a:endParaRPr>
                    </a:p>
                    <a:p>
                      <a:pPr indent="0" lvl="0" marL="0" marR="0" rtl="0" algn="ctr">
                        <a:lnSpc>
                          <a:spcPct val="100000"/>
                        </a:lnSpc>
                        <a:spcBef>
                          <a:spcPts val="0"/>
                        </a:spcBef>
                        <a:spcAft>
                          <a:spcPts val="0"/>
                        </a:spcAft>
                        <a:buClr>
                          <a:schemeClr val="lt1"/>
                        </a:buClr>
                        <a:buSzPts val="1400"/>
                        <a:buFont typeface="Arial"/>
                        <a:buNone/>
                      </a:pPr>
                      <a:r>
                        <a:rPr b="1" lang="ja-JP" sz="1400">
                          <a:solidFill>
                            <a:schemeClr val="lt1"/>
                          </a:solidFill>
                          <a:latin typeface="Arial"/>
                          <a:ea typeface="Arial"/>
                          <a:cs typeface="Arial"/>
                          <a:sym typeface="Arial"/>
                        </a:rPr>
                        <a:t>(22期)</a:t>
                      </a:r>
                      <a:endParaRPr b="1" sz="1400">
                        <a:solidFill>
                          <a:schemeClr val="lt1"/>
                        </a:solidFill>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r>
              <a:tr h="188700">
                <a:tc>
                  <a:txBody>
                    <a:bodyPr/>
                    <a:lstStyle/>
                    <a:p>
                      <a:pPr indent="0" lvl="0" marL="0" marR="0" rtl="0" algn="l">
                        <a:spcBef>
                          <a:spcPts val="0"/>
                        </a:spcBef>
                        <a:spcAft>
                          <a:spcPts val="0"/>
                        </a:spcAft>
                        <a:buNone/>
                      </a:pPr>
                      <a:r>
                        <a:rPr lang="ja-JP" sz="1400">
                          <a:latin typeface="Arial"/>
                          <a:ea typeface="Arial"/>
                          <a:cs typeface="Arial"/>
                          <a:sym typeface="Arial"/>
                        </a:rPr>
                        <a:t>売上高（億）</a:t>
                      </a:r>
                      <a:endParaRPr sz="1400">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EDEDED"/>
                    </a:solidFill>
                  </a:tcPr>
                </a:tc>
                <a:tc>
                  <a:txBody>
                    <a:bodyPr/>
                    <a:lstStyle/>
                    <a:p>
                      <a:pPr indent="0" lvl="0" marL="0" marR="0" rtl="0" algn="ctr">
                        <a:spcBef>
                          <a:spcPts val="0"/>
                        </a:spcBef>
                        <a:spcAft>
                          <a:spcPts val="0"/>
                        </a:spcAft>
                        <a:buNone/>
                      </a:pPr>
                      <a:r>
                        <a:rPr lang="ja-JP" sz="1400">
                          <a:latin typeface="Arial"/>
                          <a:ea typeface="Arial"/>
                          <a:cs typeface="Arial"/>
                          <a:sym typeface="Arial"/>
                        </a:rPr>
                        <a:t>71.41</a:t>
                      </a:r>
                      <a:endParaRPr sz="1400">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77.21</a:t>
                      </a:r>
                      <a:endParaRPr sz="1400">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85.86</a:t>
                      </a:r>
                      <a:endParaRPr sz="1400">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r>
              <a:tr h="188700">
                <a:tc>
                  <a:txBody>
                    <a:bodyPr/>
                    <a:lstStyle/>
                    <a:p>
                      <a:pPr indent="0" lvl="0" marL="0" marR="0" rtl="0" algn="l">
                        <a:spcBef>
                          <a:spcPts val="0"/>
                        </a:spcBef>
                        <a:spcAft>
                          <a:spcPts val="0"/>
                        </a:spcAft>
                        <a:buNone/>
                      </a:pPr>
                      <a:r>
                        <a:rPr lang="ja-JP" sz="1400">
                          <a:latin typeface="Arial"/>
                          <a:ea typeface="Arial"/>
                          <a:cs typeface="Arial"/>
                          <a:sym typeface="Arial"/>
                        </a:rPr>
                        <a:t>経常利益（億）</a:t>
                      </a:r>
                      <a:endParaRPr sz="1400">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EDEDED"/>
                    </a:solidFill>
                  </a:tcPr>
                </a:tc>
                <a:tc>
                  <a:txBody>
                    <a:bodyPr/>
                    <a:lstStyle/>
                    <a:p>
                      <a:pPr indent="0" lvl="0" marL="0" marR="0" rtl="0" algn="ctr">
                        <a:spcBef>
                          <a:spcPts val="0"/>
                        </a:spcBef>
                        <a:spcAft>
                          <a:spcPts val="0"/>
                        </a:spcAft>
                        <a:buNone/>
                      </a:pPr>
                      <a:r>
                        <a:rPr lang="ja-JP" sz="1400">
                          <a:latin typeface="Arial"/>
                          <a:ea typeface="Arial"/>
                          <a:cs typeface="Arial"/>
                          <a:sym typeface="Arial"/>
                        </a:rPr>
                        <a:t>4.05</a:t>
                      </a:r>
                      <a:endParaRPr sz="1400">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5.07</a:t>
                      </a:r>
                      <a:endParaRPr sz="1400">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4.59</a:t>
                      </a:r>
                      <a:endParaRPr sz="1400">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r>
              <a:tr h="188700">
                <a:tc>
                  <a:txBody>
                    <a:bodyPr/>
                    <a:lstStyle/>
                    <a:p>
                      <a:pPr indent="0" lvl="0" marL="0" marR="0" rtl="0" algn="l">
                        <a:spcBef>
                          <a:spcPts val="0"/>
                        </a:spcBef>
                        <a:spcAft>
                          <a:spcPts val="0"/>
                        </a:spcAft>
                        <a:buNone/>
                      </a:pPr>
                      <a:r>
                        <a:rPr lang="ja-JP" sz="1400">
                          <a:latin typeface="Arial"/>
                          <a:ea typeface="Arial"/>
                          <a:cs typeface="Arial"/>
                          <a:sym typeface="Arial"/>
                        </a:rPr>
                        <a:t>社員数（人）</a:t>
                      </a:r>
                      <a:endParaRPr sz="1400">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EDEDED"/>
                    </a:solidFill>
                  </a:tcPr>
                </a:tc>
                <a:tc>
                  <a:txBody>
                    <a:bodyPr/>
                    <a:lstStyle/>
                    <a:p>
                      <a:pPr indent="0" lvl="0" marL="0" marR="0" rtl="0" algn="ctr">
                        <a:spcBef>
                          <a:spcPts val="0"/>
                        </a:spcBef>
                        <a:spcAft>
                          <a:spcPts val="0"/>
                        </a:spcAft>
                        <a:buNone/>
                      </a:pPr>
                      <a:r>
                        <a:rPr lang="ja-JP" sz="1400">
                          <a:latin typeface="Arial"/>
                          <a:ea typeface="Arial"/>
                          <a:cs typeface="Arial"/>
                          <a:sym typeface="Arial"/>
                        </a:rPr>
                        <a:t>506</a:t>
                      </a:r>
                      <a:endParaRPr sz="1400">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539</a:t>
                      </a:r>
                      <a:endParaRPr sz="1400">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ja-JP" sz="1400">
                          <a:latin typeface="Arial"/>
                          <a:ea typeface="Arial"/>
                          <a:cs typeface="Arial"/>
                          <a:sym typeface="Arial"/>
                        </a:rPr>
                        <a:t>591</a:t>
                      </a:r>
                      <a:endParaRPr sz="1400">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r>
            </a:tbl>
          </a:graphicData>
        </a:graphic>
      </p:graphicFrame>
      <p:sp>
        <p:nvSpPr>
          <p:cNvPr id="2416" name="Google Shape;2416;p69"/>
          <p:cNvSpPr/>
          <p:nvPr/>
        </p:nvSpPr>
        <p:spPr>
          <a:xfrm>
            <a:off x="144000" y="4464000"/>
            <a:ext cx="4356000" cy="360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ja-JP" sz="1600">
                <a:solidFill>
                  <a:srgbClr val="1E4E79"/>
                </a:solidFill>
                <a:latin typeface="Arial"/>
                <a:ea typeface="Arial"/>
                <a:cs typeface="Arial"/>
                <a:sym typeface="Arial"/>
              </a:rPr>
              <a:t>過去３年間の収支</a:t>
            </a:r>
            <a:endParaRPr b="1" sz="1600">
              <a:solidFill>
                <a:srgbClr val="1E4E79"/>
              </a:solidFill>
              <a:latin typeface="Arial"/>
              <a:ea typeface="Arial"/>
              <a:cs typeface="Arial"/>
              <a:sym typeface="Arial"/>
            </a:endParaRPr>
          </a:p>
        </p:txBody>
      </p:sp>
      <p:graphicFrame>
        <p:nvGraphicFramePr>
          <p:cNvPr id="2417" name="Google Shape;2417;p69"/>
          <p:cNvGraphicFramePr/>
          <p:nvPr/>
        </p:nvGraphicFramePr>
        <p:xfrm>
          <a:off x="5328000" y="4824000"/>
          <a:ext cx="3000000" cy="3000000"/>
        </p:xfrm>
        <a:graphic>
          <a:graphicData uri="http://schemas.openxmlformats.org/drawingml/2006/table">
            <a:tbl>
              <a:tblPr>
                <a:noFill/>
                <a:tableStyleId>{FE03F3E7-6964-46DF-ADC6-E4BCA3E1CC40}</a:tableStyleId>
              </a:tblPr>
              <a:tblGrid>
                <a:gridCol w="3672000"/>
              </a:tblGrid>
              <a:tr h="553500">
                <a:tc>
                  <a:txBody>
                    <a:bodyPr/>
                    <a:lstStyle/>
                    <a:p>
                      <a:pPr indent="0" lvl="0" marL="0" marR="0" rtl="0" algn="l">
                        <a:lnSpc>
                          <a:spcPct val="100000"/>
                        </a:lnSpc>
                        <a:spcBef>
                          <a:spcPts val="0"/>
                        </a:spcBef>
                        <a:spcAft>
                          <a:spcPts val="0"/>
                        </a:spcAft>
                        <a:buClr>
                          <a:schemeClr val="dk1"/>
                        </a:buClr>
                        <a:buSzPts val="1400"/>
                        <a:buFont typeface="Noto Sans Symbols"/>
                        <a:buNone/>
                      </a:pPr>
                      <a:r>
                        <a:rPr b="1" lang="ja-JP" sz="1400" u="none" strike="noStrike">
                          <a:solidFill>
                            <a:schemeClr val="dk1"/>
                          </a:solidFill>
                          <a:latin typeface="Arial"/>
                          <a:ea typeface="Arial"/>
                          <a:cs typeface="Arial"/>
                          <a:sym typeface="Arial"/>
                        </a:rPr>
                        <a:t>ISO/IEC 27001:2013/JIS Q 27001:2014</a:t>
                      </a:r>
                      <a:br>
                        <a:rPr b="1" lang="ja-JP" sz="1400" u="none" strike="noStrike">
                          <a:solidFill>
                            <a:schemeClr val="dk1"/>
                          </a:solidFill>
                          <a:latin typeface="Arial"/>
                          <a:ea typeface="Arial"/>
                          <a:cs typeface="Arial"/>
                          <a:sym typeface="Arial"/>
                        </a:rPr>
                      </a:br>
                      <a:r>
                        <a:rPr lang="ja-JP" sz="1400">
                          <a:latin typeface="Arial"/>
                          <a:ea typeface="Arial"/>
                          <a:cs typeface="Arial"/>
                          <a:sym typeface="Arial"/>
                        </a:rPr>
                        <a:t>登録組織：府中オフィス</a:t>
                      </a:r>
                      <a:endParaRPr/>
                    </a:p>
                  </a:txBody>
                  <a:tcPr marT="45725" marB="45725" marR="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553500">
                <a:tc>
                  <a:txBody>
                    <a:bodyPr/>
                    <a:lstStyle/>
                    <a:p>
                      <a:pPr indent="0" lvl="0" marL="0" marR="0" rtl="0" algn="l">
                        <a:lnSpc>
                          <a:spcPct val="100000"/>
                        </a:lnSpc>
                        <a:spcBef>
                          <a:spcPts val="0"/>
                        </a:spcBef>
                        <a:spcAft>
                          <a:spcPts val="0"/>
                        </a:spcAft>
                        <a:buClr>
                          <a:schemeClr val="dk1"/>
                        </a:buClr>
                        <a:buSzPts val="1400"/>
                        <a:buFont typeface="Noto Sans Symbols"/>
                        <a:buNone/>
                      </a:pPr>
                      <a:r>
                        <a:rPr b="1" lang="ja-JP" sz="1400" u="none" strike="noStrike">
                          <a:solidFill>
                            <a:schemeClr val="dk1"/>
                          </a:solidFill>
                          <a:latin typeface="Arial"/>
                          <a:ea typeface="Arial"/>
                          <a:cs typeface="Arial"/>
                          <a:sym typeface="Arial"/>
                        </a:rPr>
                        <a:t>ISO 9001:2015/JIS Q 9001:2015</a:t>
                      </a:r>
                      <a:br>
                        <a:rPr b="1" lang="ja-JP" sz="1400" u="none" strike="noStrike">
                          <a:solidFill>
                            <a:schemeClr val="dk1"/>
                          </a:solidFill>
                          <a:latin typeface="Arial"/>
                          <a:ea typeface="Arial"/>
                          <a:cs typeface="Arial"/>
                          <a:sym typeface="Arial"/>
                        </a:rPr>
                      </a:br>
                      <a:r>
                        <a:rPr b="0" lang="ja-JP" sz="1400" u="none" strike="noStrike">
                          <a:solidFill>
                            <a:schemeClr val="dk1"/>
                          </a:solidFill>
                          <a:latin typeface="Arial"/>
                          <a:ea typeface="Arial"/>
                          <a:cs typeface="Arial"/>
                          <a:sym typeface="Arial"/>
                        </a:rPr>
                        <a:t>登録組織：千葉オフィス</a:t>
                      </a:r>
                      <a:endParaRPr b="0" sz="1400">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25575">
                <a:tc>
                  <a:txBody>
                    <a:bodyPr/>
                    <a:lstStyle/>
                    <a:p>
                      <a:pPr indent="0" lvl="0" marL="0" marR="0" rtl="0" algn="l">
                        <a:lnSpc>
                          <a:spcPct val="100000"/>
                        </a:lnSpc>
                        <a:spcBef>
                          <a:spcPts val="0"/>
                        </a:spcBef>
                        <a:spcAft>
                          <a:spcPts val="0"/>
                        </a:spcAft>
                        <a:buClr>
                          <a:schemeClr val="dk1"/>
                        </a:buClr>
                        <a:buSzPts val="1400"/>
                        <a:buFont typeface="Noto Sans Symbols"/>
                        <a:buNone/>
                      </a:pPr>
                      <a:r>
                        <a:rPr b="1" lang="ja-JP" sz="1400" u="none" strike="noStrike">
                          <a:solidFill>
                            <a:schemeClr val="dk1"/>
                          </a:solidFill>
                          <a:latin typeface="Arial"/>
                          <a:ea typeface="Arial"/>
                          <a:cs typeface="Arial"/>
                          <a:sym typeface="Arial"/>
                        </a:rPr>
                        <a:t>プライバシーマーク</a:t>
                      </a:r>
                      <a:endParaRPr sz="1400">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2418" name="Google Shape;2418;p69"/>
          <p:cNvSpPr/>
          <p:nvPr/>
        </p:nvSpPr>
        <p:spPr>
          <a:xfrm>
            <a:off x="5328000" y="864000"/>
            <a:ext cx="3672000" cy="360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ja-JP" sz="1600">
                <a:solidFill>
                  <a:srgbClr val="1E4E79"/>
                </a:solidFill>
                <a:latin typeface="Arial"/>
                <a:ea typeface="Arial"/>
                <a:cs typeface="Arial"/>
                <a:sym typeface="Arial"/>
              </a:rPr>
              <a:t>主要ビジネスパートナー</a:t>
            </a:r>
            <a:endParaRPr b="1" sz="1600">
              <a:solidFill>
                <a:srgbClr val="1E4E79"/>
              </a:solidFill>
              <a:latin typeface="Arial"/>
              <a:ea typeface="Arial"/>
              <a:cs typeface="Arial"/>
              <a:sym typeface="Arial"/>
            </a:endParaRPr>
          </a:p>
        </p:txBody>
      </p:sp>
      <p:graphicFrame>
        <p:nvGraphicFramePr>
          <p:cNvPr id="2419" name="Google Shape;2419;p69"/>
          <p:cNvGraphicFramePr/>
          <p:nvPr/>
        </p:nvGraphicFramePr>
        <p:xfrm>
          <a:off x="5328000" y="1224000"/>
          <a:ext cx="3000000" cy="3000000"/>
        </p:xfrm>
        <a:graphic>
          <a:graphicData uri="http://schemas.openxmlformats.org/drawingml/2006/table">
            <a:tbl>
              <a:tblPr>
                <a:noFill/>
                <a:tableStyleId>{FE03F3E7-6964-46DF-ADC6-E4BCA3E1CC40}</a:tableStyleId>
              </a:tblPr>
              <a:tblGrid>
                <a:gridCol w="3672000"/>
              </a:tblGrid>
              <a:tr h="258000">
                <a:tc>
                  <a:txBody>
                    <a:bodyPr/>
                    <a:lstStyle/>
                    <a:p>
                      <a:pPr indent="0" lvl="0" marL="0" marR="0" rtl="0" algn="l">
                        <a:lnSpc>
                          <a:spcPct val="128571"/>
                        </a:lnSpc>
                        <a:spcBef>
                          <a:spcPts val="0"/>
                        </a:spcBef>
                        <a:spcAft>
                          <a:spcPts val="0"/>
                        </a:spcAft>
                        <a:buNone/>
                      </a:pPr>
                      <a:r>
                        <a:rPr lang="ja-JP" sz="1400">
                          <a:latin typeface="Arial"/>
                          <a:ea typeface="Arial"/>
                          <a:cs typeface="Arial"/>
                          <a:sym typeface="Arial"/>
                        </a:rPr>
                        <a:t>株式会社アシスト</a:t>
                      </a:r>
                      <a:endParaRPr sz="1400">
                        <a:latin typeface="Arial"/>
                        <a:ea typeface="Arial"/>
                        <a:cs typeface="Arial"/>
                        <a:sym typeface="Arial"/>
                      </a:endParaRPr>
                    </a:p>
                  </a:txBody>
                  <a:tcPr marT="18000" marB="18000" marR="72000" marL="720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58000">
                <a:tc>
                  <a:txBody>
                    <a:bodyPr/>
                    <a:lstStyle/>
                    <a:p>
                      <a:pPr indent="0" lvl="0" marL="0" marR="0" rtl="0" algn="l">
                        <a:lnSpc>
                          <a:spcPct val="128571"/>
                        </a:lnSpc>
                        <a:spcBef>
                          <a:spcPts val="0"/>
                        </a:spcBef>
                        <a:spcAft>
                          <a:spcPts val="0"/>
                        </a:spcAft>
                        <a:buClr>
                          <a:schemeClr val="dk1"/>
                        </a:buClr>
                        <a:buSzPts val="1400"/>
                        <a:buFont typeface="Arial"/>
                        <a:buNone/>
                      </a:pPr>
                      <a:r>
                        <a:rPr lang="ja-JP" sz="1400">
                          <a:latin typeface="Arial"/>
                          <a:ea typeface="Arial"/>
                          <a:cs typeface="Arial"/>
                          <a:sym typeface="Arial"/>
                        </a:rPr>
                        <a:t>株式会社インターネットイニシアティブ</a:t>
                      </a:r>
                      <a:endParaRPr sz="1400">
                        <a:solidFill>
                          <a:schemeClr val="dk1"/>
                        </a:solidFill>
                        <a:latin typeface="Arial"/>
                        <a:ea typeface="Arial"/>
                        <a:cs typeface="Arial"/>
                        <a:sym typeface="Arial"/>
                      </a:endParaRPr>
                    </a:p>
                  </a:txBody>
                  <a:tcPr marT="18000" marB="18000" marR="72000" marL="720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58000">
                <a:tc>
                  <a:txBody>
                    <a:bodyPr/>
                    <a:lstStyle/>
                    <a:p>
                      <a:pPr indent="0" lvl="0" marL="0" marR="0" rtl="0" algn="l">
                        <a:lnSpc>
                          <a:spcPct val="128571"/>
                        </a:lnSpc>
                        <a:spcBef>
                          <a:spcPts val="0"/>
                        </a:spcBef>
                        <a:spcAft>
                          <a:spcPts val="0"/>
                        </a:spcAft>
                        <a:buClr>
                          <a:schemeClr val="dk1"/>
                        </a:buClr>
                        <a:buSzPts val="1400"/>
                        <a:buFont typeface="Arial"/>
                        <a:buNone/>
                      </a:pPr>
                      <a:r>
                        <a:rPr lang="ja-JP" sz="1400">
                          <a:latin typeface="Arial"/>
                          <a:ea typeface="Arial"/>
                          <a:cs typeface="Arial"/>
                          <a:sym typeface="Arial"/>
                        </a:rPr>
                        <a:t>インフォサイエンス株式会社</a:t>
                      </a:r>
                      <a:endParaRPr sz="1400">
                        <a:solidFill>
                          <a:schemeClr val="dk1"/>
                        </a:solidFill>
                        <a:latin typeface="Arial"/>
                        <a:ea typeface="Arial"/>
                        <a:cs typeface="Arial"/>
                        <a:sym typeface="Arial"/>
                      </a:endParaRPr>
                    </a:p>
                  </a:txBody>
                  <a:tcPr marT="18000" marB="18000" marR="72000" marL="720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58000">
                <a:tc>
                  <a:txBody>
                    <a:bodyPr/>
                    <a:lstStyle/>
                    <a:p>
                      <a:pPr indent="0" lvl="0" marL="0" marR="0" rtl="0" algn="l">
                        <a:lnSpc>
                          <a:spcPct val="128571"/>
                        </a:lnSpc>
                        <a:spcBef>
                          <a:spcPts val="0"/>
                        </a:spcBef>
                        <a:spcAft>
                          <a:spcPts val="0"/>
                        </a:spcAft>
                        <a:buClr>
                          <a:schemeClr val="dk1"/>
                        </a:buClr>
                        <a:buSzPts val="1400"/>
                        <a:buFont typeface="Arial"/>
                        <a:buNone/>
                      </a:pPr>
                      <a:r>
                        <a:rPr lang="ja-JP" sz="1400">
                          <a:latin typeface="Arial"/>
                          <a:ea typeface="Arial"/>
                          <a:cs typeface="Arial"/>
                          <a:sym typeface="Arial"/>
                        </a:rPr>
                        <a:t>ヴイエムウェア株式会社</a:t>
                      </a:r>
                      <a:endParaRPr sz="1400">
                        <a:solidFill>
                          <a:schemeClr val="dk1"/>
                        </a:solidFill>
                        <a:latin typeface="Arial"/>
                        <a:ea typeface="Arial"/>
                        <a:cs typeface="Arial"/>
                        <a:sym typeface="Arial"/>
                      </a:endParaRPr>
                    </a:p>
                  </a:txBody>
                  <a:tcPr marT="18000" marB="18000" marR="72000" marL="720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58000">
                <a:tc>
                  <a:txBody>
                    <a:bodyPr/>
                    <a:lstStyle/>
                    <a:p>
                      <a:pPr indent="0" lvl="0" marL="0" marR="0" rtl="0" algn="l">
                        <a:lnSpc>
                          <a:spcPct val="128571"/>
                        </a:lnSpc>
                        <a:spcBef>
                          <a:spcPts val="0"/>
                        </a:spcBef>
                        <a:spcAft>
                          <a:spcPts val="0"/>
                        </a:spcAft>
                        <a:buClr>
                          <a:schemeClr val="dk1"/>
                        </a:buClr>
                        <a:buSzPts val="1400"/>
                        <a:buFont typeface="Arial"/>
                        <a:buNone/>
                      </a:pPr>
                      <a:r>
                        <a:rPr lang="ja-JP" sz="1400">
                          <a:latin typeface="Arial"/>
                          <a:ea typeface="Arial"/>
                          <a:cs typeface="Arial"/>
                          <a:sym typeface="Arial"/>
                        </a:rPr>
                        <a:t>ウイングアーク１ｓｔ株式会社</a:t>
                      </a:r>
                      <a:endParaRPr sz="1400">
                        <a:solidFill>
                          <a:schemeClr val="dk1"/>
                        </a:solidFill>
                        <a:latin typeface="Arial"/>
                        <a:ea typeface="Arial"/>
                        <a:cs typeface="Arial"/>
                        <a:sym typeface="Arial"/>
                      </a:endParaRPr>
                    </a:p>
                  </a:txBody>
                  <a:tcPr marT="18000" marB="18000" marR="72000" marL="720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58000">
                <a:tc>
                  <a:txBody>
                    <a:bodyPr/>
                    <a:lstStyle/>
                    <a:p>
                      <a:pPr indent="0" lvl="0" marL="0" marR="0" rtl="0" algn="l">
                        <a:lnSpc>
                          <a:spcPct val="128571"/>
                        </a:lnSpc>
                        <a:spcBef>
                          <a:spcPts val="0"/>
                        </a:spcBef>
                        <a:spcAft>
                          <a:spcPts val="0"/>
                        </a:spcAft>
                        <a:buClr>
                          <a:schemeClr val="dk1"/>
                        </a:buClr>
                        <a:buSzPts val="1400"/>
                        <a:buFont typeface="Arial"/>
                        <a:buNone/>
                      </a:pPr>
                      <a:r>
                        <a:rPr lang="ja-JP" sz="1400">
                          <a:latin typeface="Arial"/>
                          <a:ea typeface="Arial"/>
                          <a:cs typeface="Arial"/>
                          <a:sym typeface="Arial"/>
                        </a:rPr>
                        <a:t>NTTコミュニケーションズ株式会社</a:t>
                      </a:r>
                      <a:endParaRPr sz="1400">
                        <a:solidFill>
                          <a:schemeClr val="dk1"/>
                        </a:solidFill>
                        <a:latin typeface="Arial"/>
                        <a:ea typeface="Arial"/>
                        <a:cs typeface="Arial"/>
                        <a:sym typeface="Arial"/>
                      </a:endParaRPr>
                    </a:p>
                  </a:txBody>
                  <a:tcPr marT="18000" marB="18000" marR="72000" marL="720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58000">
                <a:tc>
                  <a:txBody>
                    <a:bodyPr/>
                    <a:lstStyle/>
                    <a:p>
                      <a:pPr indent="0" lvl="0" marL="0" marR="0" rtl="0" algn="l">
                        <a:lnSpc>
                          <a:spcPct val="128571"/>
                        </a:lnSpc>
                        <a:spcBef>
                          <a:spcPts val="0"/>
                        </a:spcBef>
                        <a:spcAft>
                          <a:spcPts val="0"/>
                        </a:spcAft>
                        <a:buClr>
                          <a:schemeClr val="dk1"/>
                        </a:buClr>
                        <a:buSzPts val="1400"/>
                        <a:buFont typeface="Arial"/>
                        <a:buNone/>
                      </a:pPr>
                      <a:r>
                        <a:rPr lang="ja-JP" sz="1400">
                          <a:latin typeface="Arial"/>
                          <a:ea typeface="Arial"/>
                          <a:cs typeface="Arial"/>
                          <a:sym typeface="Arial"/>
                        </a:rPr>
                        <a:t>株式会社セールスフォース・ドットコム</a:t>
                      </a:r>
                      <a:endParaRPr sz="1400">
                        <a:solidFill>
                          <a:schemeClr val="dk1"/>
                        </a:solidFill>
                        <a:latin typeface="Arial"/>
                        <a:ea typeface="Arial"/>
                        <a:cs typeface="Arial"/>
                        <a:sym typeface="Arial"/>
                      </a:endParaRPr>
                    </a:p>
                  </a:txBody>
                  <a:tcPr marT="18000" marB="18000" marR="72000" marL="720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58000">
                <a:tc>
                  <a:txBody>
                    <a:bodyPr/>
                    <a:lstStyle/>
                    <a:p>
                      <a:pPr indent="0" lvl="0" marL="0" marR="0" rtl="0" algn="l">
                        <a:lnSpc>
                          <a:spcPct val="128571"/>
                        </a:lnSpc>
                        <a:spcBef>
                          <a:spcPts val="0"/>
                        </a:spcBef>
                        <a:spcAft>
                          <a:spcPts val="0"/>
                        </a:spcAft>
                        <a:buClr>
                          <a:schemeClr val="dk1"/>
                        </a:buClr>
                        <a:buSzPts val="1400"/>
                        <a:buFont typeface="Arial"/>
                        <a:buNone/>
                      </a:pPr>
                      <a:r>
                        <a:rPr lang="ja-JP" sz="1400">
                          <a:latin typeface="Arial"/>
                          <a:ea typeface="Arial"/>
                          <a:cs typeface="Arial"/>
                          <a:sym typeface="Arial"/>
                        </a:rPr>
                        <a:t>日本アイ・ビーエム株式会社</a:t>
                      </a:r>
                      <a:endParaRPr sz="1400">
                        <a:solidFill>
                          <a:schemeClr val="dk1"/>
                        </a:solidFill>
                        <a:latin typeface="Arial"/>
                        <a:ea typeface="Arial"/>
                        <a:cs typeface="Arial"/>
                        <a:sym typeface="Arial"/>
                      </a:endParaRPr>
                    </a:p>
                  </a:txBody>
                  <a:tcPr marT="18000" marB="18000" marR="72000" marL="720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58000">
                <a:tc>
                  <a:txBody>
                    <a:bodyPr/>
                    <a:lstStyle/>
                    <a:p>
                      <a:pPr indent="0" lvl="0" marL="0" marR="0" rtl="0" algn="l">
                        <a:lnSpc>
                          <a:spcPct val="128571"/>
                        </a:lnSpc>
                        <a:spcBef>
                          <a:spcPts val="0"/>
                        </a:spcBef>
                        <a:spcAft>
                          <a:spcPts val="0"/>
                        </a:spcAft>
                        <a:buClr>
                          <a:schemeClr val="dk1"/>
                        </a:buClr>
                        <a:buSzPts val="1400"/>
                        <a:buFont typeface="Arial"/>
                        <a:buNone/>
                      </a:pPr>
                      <a:r>
                        <a:rPr lang="ja-JP" sz="1400">
                          <a:latin typeface="Arial"/>
                          <a:ea typeface="Arial"/>
                          <a:cs typeface="Arial"/>
                          <a:sym typeface="Arial"/>
                        </a:rPr>
                        <a:t>日本オラクル株式会社</a:t>
                      </a:r>
                      <a:endParaRPr sz="1400">
                        <a:solidFill>
                          <a:schemeClr val="dk1"/>
                        </a:solidFill>
                        <a:latin typeface="Arial"/>
                        <a:ea typeface="Arial"/>
                        <a:cs typeface="Arial"/>
                        <a:sym typeface="Arial"/>
                      </a:endParaRPr>
                    </a:p>
                  </a:txBody>
                  <a:tcPr marT="18000" marB="18000" marR="72000" marL="720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58000">
                <a:tc>
                  <a:txBody>
                    <a:bodyPr/>
                    <a:lstStyle/>
                    <a:p>
                      <a:pPr indent="0" lvl="0" marL="0" marR="0" rtl="0" algn="l">
                        <a:lnSpc>
                          <a:spcPct val="128571"/>
                        </a:lnSpc>
                        <a:spcBef>
                          <a:spcPts val="0"/>
                        </a:spcBef>
                        <a:spcAft>
                          <a:spcPts val="0"/>
                        </a:spcAft>
                        <a:buNone/>
                      </a:pPr>
                      <a:r>
                        <a:rPr lang="ja-JP" sz="1400">
                          <a:latin typeface="Arial"/>
                          <a:ea typeface="Arial"/>
                          <a:cs typeface="Arial"/>
                          <a:sym typeface="Arial"/>
                        </a:rPr>
                        <a:t>日本マイクロソフト株式会社</a:t>
                      </a:r>
                      <a:endParaRPr sz="1400">
                        <a:latin typeface="Arial"/>
                        <a:ea typeface="Arial"/>
                        <a:cs typeface="Arial"/>
                        <a:sym typeface="Arial"/>
                      </a:endParaRPr>
                    </a:p>
                  </a:txBody>
                  <a:tcPr marT="18000" marB="18000" marR="72000" marL="720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58000">
                <a:tc>
                  <a:txBody>
                    <a:bodyPr/>
                    <a:lstStyle/>
                    <a:p>
                      <a:pPr indent="0" lvl="0" marL="0" marR="0" rtl="0" algn="l">
                        <a:lnSpc>
                          <a:spcPct val="128571"/>
                        </a:lnSpc>
                        <a:spcBef>
                          <a:spcPts val="0"/>
                        </a:spcBef>
                        <a:spcAft>
                          <a:spcPts val="0"/>
                        </a:spcAft>
                        <a:buClr>
                          <a:schemeClr val="dk1"/>
                        </a:buClr>
                        <a:buSzPts val="1400"/>
                        <a:buFont typeface="Arial"/>
                        <a:buNone/>
                      </a:pPr>
                      <a:r>
                        <a:rPr lang="ja-JP" sz="1400">
                          <a:latin typeface="Arial"/>
                          <a:ea typeface="Arial"/>
                          <a:cs typeface="Arial"/>
                          <a:sym typeface="Arial"/>
                        </a:rPr>
                        <a:t>富士通株式会社およびグループ会社</a:t>
                      </a:r>
                      <a:endParaRPr sz="1400">
                        <a:solidFill>
                          <a:schemeClr val="dk1"/>
                        </a:solidFill>
                        <a:latin typeface="Arial"/>
                        <a:ea typeface="Arial"/>
                        <a:cs typeface="Arial"/>
                        <a:sym typeface="Arial"/>
                      </a:endParaRPr>
                    </a:p>
                  </a:txBody>
                  <a:tcPr marT="18000" marB="18000" marR="72000" marL="720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58000">
                <a:tc>
                  <a:txBody>
                    <a:bodyPr/>
                    <a:lstStyle/>
                    <a:p>
                      <a:pPr indent="0" lvl="0" marL="0" marR="0" rtl="0" algn="l">
                        <a:lnSpc>
                          <a:spcPct val="128571"/>
                        </a:lnSpc>
                        <a:spcBef>
                          <a:spcPts val="0"/>
                        </a:spcBef>
                        <a:spcAft>
                          <a:spcPts val="0"/>
                        </a:spcAft>
                        <a:buClr>
                          <a:schemeClr val="dk1"/>
                        </a:buClr>
                        <a:buSzPts val="1400"/>
                        <a:buFont typeface="Arial"/>
                        <a:buNone/>
                      </a:pPr>
                      <a:r>
                        <a:rPr lang="ja-JP" sz="1400">
                          <a:latin typeface="Arial"/>
                          <a:ea typeface="Arial"/>
                          <a:cs typeface="Arial"/>
                          <a:sym typeface="Arial"/>
                        </a:rPr>
                        <a:t>マイクロストラテジー・ジャパン株式会社</a:t>
                      </a:r>
                      <a:endParaRPr sz="1400">
                        <a:solidFill>
                          <a:schemeClr val="dk1"/>
                        </a:solidFill>
                        <a:latin typeface="Arial"/>
                        <a:ea typeface="Arial"/>
                        <a:cs typeface="Arial"/>
                        <a:sym typeface="Arial"/>
                      </a:endParaRPr>
                    </a:p>
                  </a:txBody>
                  <a:tcPr marT="18000" marB="18000" marR="72000" marL="720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2420" name="Google Shape;2420;p69"/>
          <p:cNvSpPr/>
          <p:nvPr/>
        </p:nvSpPr>
        <p:spPr>
          <a:xfrm>
            <a:off x="5328000" y="4464000"/>
            <a:ext cx="3672000" cy="360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ja-JP" sz="1600">
                <a:solidFill>
                  <a:srgbClr val="1E4E79"/>
                </a:solidFill>
                <a:latin typeface="Arial"/>
                <a:ea typeface="Arial"/>
                <a:cs typeface="Arial"/>
                <a:sym typeface="Arial"/>
              </a:rPr>
              <a:t>取得認証</a:t>
            </a:r>
            <a:endParaRPr b="1" sz="1600">
              <a:solidFill>
                <a:srgbClr val="1E4E79"/>
              </a:solidFill>
              <a:latin typeface="Arial"/>
              <a:ea typeface="Arial"/>
              <a:cs typeface="Arial"/>
              <a:sym typeface="Arial"/>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4" name="Shape 2424"/>
        <p:cNvGrpSpPr/>
        <p:nvPr/>
      </p:nvGrpSpPr>
      <p:grpSpPr>
        <a:xfrm>
          <a:off x="0" y="0"/>
          <a:ext cx="0" cy="0"/>
          <a:chOff x="0" y="0"/>
          <a:chExt cx="0" cy="0"/>
        </a:xfrm>
      </p:grpSpPr>
      <p:sp>
        <p:nvSpPr>
          <p:cNvPr id="2425" name="Google Shape;2425;p70"/>
          <p:cNvSpPr txBox="1"/>
          <p:nvPr>
            <p:ph type="title"/>
          </p:nvPr>
        </p:nvSpPr>
        <p:spPr>
          <a:xfrm>
            <a:off x="144000" y="36000"/>
            <a:ext cx="8856000" cy="5760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3000"/>
              <a:buFont typeface="Arial"/>
              <a:buNone/>
            </a:pPr>
            <a:r>
              <a:rPr lang="ja-JP"/>
              <a:t>弊社情報 - 3</a:t>
            </a:r>
            <a:endParaRPr/>
          </a:p>
        </p:txBody>
      </p:sp>
      <p:sp>
        <p:nvSpPr>
          <p:cNvPr id="2426" name="Google Shape;2426;p70"/>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ja-JP"/>
              <a:t>Copyright© 2020 SystemEXE,Inc. all rights reserved.</a:t>
            </a:r>
            <a:endParaRPr/>
          </a:p>
        </p:txBody>
      </p:sp>
      <p:sp>
        <p:nvSpPr>
          <p:cNvPr id="2427" name="Google Shape;2427;p70"/>
          <p:cNvSpPr txBox="1"/>
          <p:nvPr>
            <p:ph idx="12" type="sldNum"/>
          </p:nvPr>
        </p:nvSpPr>
        <p:spPr>
          <a:xfrm>
            <a:off x="4212000" y="6500068"/>
            <a:ext cx="720000" cy="288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ja-JP"/>
              <a:t>‹#›</a:t>
            </a:fld>
            <a:endParaRPr/>
          </a:p>
        </p:txBody>
      </p:sp>
      <p:sp>
        <p:nvSpPr>
          <p:cNvPr id="2428" name="Google Shape;2428;p70"/>
          <p:cNvSpPr/>
          <p:nvPr/>
        </p:nvSpPr>
        <p:spPr>
          <a:xfrm>
            <a:off x="144000" y="864000"/>
            <a:ext cx="8856000" cy="360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ja-JP" sz="1600">
                <a:solidFill>
                  <a:srgbClr val="1E4E79"/>
                </a:solidFill>
                <a:latin typeface="Arial"/>
                <a:ea typeface="Arial"/>
                <a:cs typeface="Arial"/>
                <a:sym typeface="Arial"/>
              </a:rPr>
              <a:t>組織体制図</a:t>
            </a:r>
            <a:endParaRPr/>
          </a:p>
        </p:txBody>
      </p:sp>
      <p:sp>
        <p:nvSpPr>
          <p:cNvPr id="2429" name="Google Shape;2429;p70"/>
          <p:cNvSpPr/>
          <p:nvPr/>
        </p:nvSpPr>
        <p:spPr>
          <a:xfrm>
            <a:off x="3456000" y="1296000"/>
            <a:ext cx="2232000" cy="360000"/>
          </a:xfrm>
          <a:prstGeom prst="roundRect">
            <a:avLst>
              <a:gd fmla="val 17639" name="adj"/>
            </a:avLst>
          </a:prstGeom>
          <a:solidFill>
            <a:schemeClr val="lt1"/>
          </a:solidFill>
          <a:ln cap="flat" cmpd="sng" w="1905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株主総会</a:t>
            </a:r>
            <a:endParaRPr/>
          </a:p>
        </p:txBody>
      </p:sp>
      <p:sp>
        <p:nvSpPr>
          <p:cNvPr id="2430" name="Google Shape;2430;p70"/>
          <p:cNvSpPr/>
          <p:nvPr/>
        </p:nvSpPr>
        <p:spPr>
          <a:xfrm>
            <a:off x="3456000" y="1800000"/>
            <a:ext cx="2232000" cy="360000"/>
          </a:xfrm>
          <a:prstGeom prst="roundRect">
            <a:avLst>
              <a:gd fmla="val 17639" name="adj"/>
            </a:avLst>
          </a:prstGeom>
          <a:solidFill>
            <a:schemeClr val="lt1"/>
          </a:solidFill>
          <a:ln cap="flat" cmpd="sng" w="1905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取締役会</a:t>
            </a:r>
            <a:endParaRPr/>
          </a:p>
        </p:txBody>
      </p:sp>
      <p:sp>
        <p:nvSpPr>
          <p:cNvPr id="2431" name="Google Shape;2431;p70"/>
          <p:cNvSpPr/>
          <p:nvPr/>
        </p:nvSpPr>
        <p:spPr>
          <a:xfrm>
            <a:off x="3456000" y="2304000"/>
            <a:ext cx="2232000" cy="360000"/>
          </a:xfrm>
          <a:prstGeom prst="roundRect">
            <a:avLst>
              <a:gd fmla="val 17639" name="adj"/>
            </a:avLst>
          </a:prstGeom>
          <a:solidFill>
            <a:schemeClr val="lt1"/>
          </a:solidFill>
          <a:ln cap="flat" cmpd="sng" w="1905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社長</a:t>
            </a:r>
            <a:endParaRPr/>
          </a:p>
        </p:txBody>
      </p:sp>
      <p:cxnSp>
        <p:nvCxnSpPr>
          <p:cNvPr id="2432" name="Google Shape;2432;p70"/>
          <p:cNvCxnSpPr>
            <a:stCxn id="2431" idx="2"/>
            <a:endCxn id="2433" idx="0"/>
          </p:cNvCxnSpPr>
          <p:nvPr/>
        </p:nvCxnSpPr>
        <p:spPr>
          <a:xfrm rot="5400000">
            <a:off x="2448000" y="900000"/>
            <a:ext cx="360000" cy="3888000"/>
          </a:xfrm>
          <a:prstGeom prst="bentConnector3">
            <a:avLst>
              <a:gd fmla="val 50000" name="adj1"/>
            </a:avLst>
          </a:prstGeom>
          <a:solidFill>
            <a:schemeClr val="lt1"/>
          </a:solidFill>
          <a:ln cap="flat" cmpd="sng" w="19050">
            <a:solidFill>
              <a:schemeClr val="accent3"/>
            </a:solidFill>
            <a:prstDash val="solid"/>
            <a:round/>
            <a:headEnd len="sm" w="sm" type="none"/>
            <a:tailEnd len="sm" w="sm" type="none"/>
          </a:ln>
        </p:spPr>
      </p:cxnSp>
      <p:cxnSp>
        <p:nvCxnSpPr>
          <p:cNvPr id="2434" name="Google Shape;2434;p70"/>
          <p:cNvCxnSpPr>
            <a:stCxn id="2431" idx="2"/>
            <a:endCxn id="2435" idx="0"/>
          </p:cNvCxnSpPr>
          <p:nvPr/>
        </p:nvCxnSpPr>
        <p:spPr>
          <a:xfrm rot="5400000">
            <a:off x="2664000" y="1116000"/>
            <a:ext cx="360000" cy="3456000"/>
          </a:xfrm>
          <a:prstGeom prst="bentConnector3">
            <a:avLst>
              <a:gd fmla="val 50000" name="adj1"/>
            </a:avLst>
          </a:prstGeom>
          <a:solidFill>
            <a:schemeClr val="lt1"/>
          </a:solidFill>
          <a:ln cap="flat" cmpd="sng" w="19050">
            <a:solidFill>
              <a:schemeClr val="accent3"/>
            </a:solidFill>
            <a:prstDash val="solid"/>
            <a:round/>
            <a:headEnd len="sm" w="sm" type="none"/>
            <a:tailEnd len="sm" w="sm" type="none"/>
          </a:ln>
        </p:spPr>
      </p:cxnSp>
      <p:cxnSp>
        <p:nvCxnSpPr>
          <p:cNvPr id="2436" name="Google Shape;2436;p70"/>
          <p:cNvCxnSpPr>
            <a:stCxn id="2431" idx="2"/>
            <a:endCxn id="2437" idx="0"/>
          </p:cNvCxnSpPr>
          <p:nvPr/>
        </p:nvCxnSpPr>
        <p:spPr>
          <a:xfrm rot="5400000">
            <a:off x="2880000" y="1332000"/>
            <a:ext cx="360000" cy="3024000"/>
          </a:xfrm>
          <a:prstGeom prst="bentConnector3">
            <a:avLst>
              <a:gd fmla="val 50000" name="adj1"/>
            </a:avLst>
          </a:prstGeom>
          <a:solidFill>
            <a:schemeClr val="lt1"/>
          </a:solidFill>
          <a:ln cap="flat" cmpd="sng" w="19050">
            <a:solidFill>
              <a:schemeClr val="accent3"/>
            </a:solidFill>
            <a:prstDash val="solid"/>
            <a:round/>
            <a:headEnd len="sm" w="sm" type="none"/>
            <a:tailEnd len="sm" w="sm" type="none"/>
          </a:ln>
        </p:spPr>
      </p:cxnSp>
      <p:cxnSp>
        <p:nvCxnSpPr>
          <p:cNvPr id="2438" name="Google Shape;2438;p70"/>
          <p:cNvCxnSpPr>
            <a:stCxn id="2431" idx="2"/>
            <a:endCxn id="2439" idx="0"/>
          </p:cNvCxnSpPr>
          <p:nvPr/>
        </p:nvCxnSpPr>
        <p:spPr>
          <a:xfrm rot="5400000">
            <a:off x="3096000" y="1548000"/>
            <a:ext cx="360000" cy="2592000"/>
          </a:xfrm>
          <a:prstGeom prst="bentConnector3">
            <a:avLst>
              <a:gd fmla="val 50000" name="adj1"/>
            </a:avLst>
          </a:prstGeom>
          <a:solidFill>
            <a:schemeClr val="lt1"/>
          </a:solidFill>
          <a:ln cap="flat" cmpd="sng" w="19050">
            <a:solidFill>
              <a:schemeClr val="accent3"/>
            </a:solidFill>
            <a:prstDash val="solid"/>
            <a:round/>
            <a:headEnd len="sm" w="sm" type="none"/>
            <a:tailEnd len="sm" w="sm" type="none"/>
          </a:ln>
        </p:spPr>
      </p:cxnSp>
      <p:cxnSp>
        <p:nvCxnSpPr>
          <p:cNvPr id="2440" name="Google Shape;2440;p70"/>
          <p:cNvCxnSpPr>
            <a:stCxn id="2431" idx="2"/>
            <a:endCxn id="2441" idx="0"/>
          </p:cNvCxnSpPr>
          <p:nvPr/>
        </p:nvCxnSpPr>
        <p:spPr>
          <a:xfrm rot="5400000">
            <a:off x="3744000" y="2196000"/>
            <a:ext cx="360000" cy="1296000"/>
          </a:xfrm>
          <a:prstGeom prst="bentConnector3">
            <a:avLst>
              <a:gd fmla="val 50000" name="adj1"/>
            </a:avLst>
          </a:prstGeom>
          <a:solidFill>
            <a:schemeClr val="lt1"/>
          </a:solidFill>
          <a:ln cap="flat" cmpd="sng" w="19050">
            <a:solidFill>
              <a:schemeClr val="accent3"/>
            </a:solidFill>
            <a:prstDash val="solid"/>
            <a:round/>
            <a:headEnd len="sm" w="sm" type="none"/>
            <a:tailEnd len="sm" w="sm" type="none"/>
          </a:ln>
        </p:spPr>
      </p:cxnSp>
      <p:cxnSp>
        <p:nvCxnSpPr>
          <p:cNvPr id="2442" name="Google Shape;2442;p70"/>
          <p:cNvCxnSpPr>
            <a:stCxn id="2431" idx="2"/>
            <a:endCxn id="2443" idx="0"/>
          </p:cNvCxnSpPr>
          <p:nvPr/>
        </p:nvCxnSpPr>
        <p:spPr>
          <a:xfrm flipH="1" rot="-5400000">
            <a:off x="4392300" y="2843700"/>
            <a:ext cx="360000" cy="600"/>
          </a:xfrm>
          <a:prstGeom prst="bentConnector3">
            <a:avLst>
              <a:gd fmla="val 51764" name="adj1"/>
            </a:avLst>
          </a:prstGeom>
          <a:solidFill>
            <a:schemeClr val="lt1"/>
          </a:solidFill>
          <a:ln cap="flat" cmpd="sng" w="19050">
            <a:solidFill>
              <a:schemeClr val="accent3"/>
            </a:solidFill>
            <a:prstDash val="solid"/>
            <a:round/>
            <a:headEnd len="sm" w="sm" type="none"/>
            <a:tailEnd len="sm" w="sm" type="none"/>
          </a:ln>
        </p:spPr>
      </p:cxnSp>
      <p:cxnSp>
        <p:nvCxnSpPr>
          <p:cNvPr id="2444" name="Google Shape;2444;p70"/>
          <p:cNvCxnSpPr>
            <a:stCxn id="2431" idx="2"/>
            <a:endCxn id="2445" idx="0"/>
          </p:cNvCxnSpPr>
          <p:nvPr/>
        </p:nvCxnSpPr>
        <p:spPr>
          <a:xfrm flipH="1" rot="-5400000">
            <a:off x="5472000" y="1764000"/>
            <a:ext cx="360000" cy="2160000"/>
          </a:xfrm>
          <a:prstGeom prst="bentConnector3">
            <a:avLst>
              <a:gd fmla="val 50000" name="adj1"/>
            </a:avLst>
          </a:prstGeom>
          <a:solidFill>
            <a:schemeClr val="lt1"/>
          </a:solidFill>
          <a:ln cap="flat" cmpd="sng" w="19050">
            <a:solidFill>
              <a:schemeClr val="accent3"/>
            </a:solidFill>
            <a:prstDash val="solid"/>
            <a:round/>
            <a:headEnd len="sm" w="sm" type="none"/>
            <a:tailEnd len="sm" w="sm" type="none"/>
          </a:ln>
        </p:spPr>
      </p:cxnSp>
      <p:cxnSp>
        <p:nvCxnSpPr>
          <p:cNvPr id="2446" name="Google Shape;2446;p70"/>
          <p:cNvCxnSpPr>
            <a:stCxn id="2431" idx="2"/>
            <a:endCxn id="2447" idx="0"/>
          </p:cNvCxnSpPr>
          <p:nvPr/>
        </p:nvCxnSpPr>
        <p:spPr>
          <a:xfrm flipH="1" rot="-5400000">
            <a:off x="5688000" y="1548000"/>
            <a:ext cx="360000" cy="2592000"/>
          </a:xfrm>
          <a:prstGeom prst="bentConnector3">
            <a:avLst>
              <a:gd fmla="val 50000" name="adj1"/>
            </a:avLst>
          </a:prstGeom>
          <a:solidFill>
            <a:schemeClr val="lt1"/>
          </a:solidFill>
          <a:ln cap="flat" cmpd="sng" w="19050">
            <a:solidFill>
              <a:schemeClr val="accent3"/>
            </a:solidFill>
            <a:prstDash val="solid"/>
            <a:round/>
            <a:headEnd len="sm" w="sm" type="none"/>
            <a:tailEnd len="sm" w="sm" type="none"/>
          </a:ln>
        </p:spPr>
      </p:cxnSp>
      <p:cxnSp>
        <p:nvCxnSpPr>
          <p:cNvPr id="2448" name="Google Shape;2448;p70"/>
          <p:cNvCxnSpPr>
            <a:stCxn id="2431" idx="2"/>
            <a:endCxn id="2449" idx="0"/>
          </p:cNvCxnSpPr>
          <p:nvPr/>
        </p:nvCxnSpPr>
        <p:spPr>
          <a:xfrm flipH="1" rot="-5400000">
            <a:off x="5904000" y="1332000"/>
            <a:ext cx="360000" cy="3024000"/>
          </a:xfrm>
          <a:prstGeom prst="bentConnector3">
            <a:avLst>
              <a:gd fmla="val 50000" name="adj1"/>
            </a:avLst>
          </a:prstGeom>
          <a:solidFill>
            <a:schemeClr val="lt1"/>
          </a:solidFill>
          <a:ln cap="flat" cmpd="sng" w="19050">
            <a:solidFill>
              <a:schemeClr val="accent3"/>
            </a:solidFill>
            <a:prstDash val="solid"/>
            <a:round/>
            <a:headEnd len="sm" w="sm" type="none"/>
            <a:tailEnd len="sm" w="sm" type="none"/>
          </a:ln>
        </p:spPr>
      </p:cxnSp>
      <p:cxnSp>
        <p:nvCxnSpPr>
          <p:cNvPr id="2450" name="Google Shape;2450;p70"/>
          <p:cNvCxnSpPr>
            <a:stCxn id="2431" idx="2"/>
            <a:endCxn id="2451" idx="0"/>
          </p:cNvCxnSpPr>
          <p:nvPr/>
        </p:nvCxnSpPr>
        <p:spPr>
          <a:xfrm flipH="1" rot="-5400000">
            <a:off x="6120000" y="1116000"/>
            <a:ext cx="360000" cy="3456000"/>
          </a:xfrm>
          <a:prstGeom prst="bentConnector3">
            <a:avLst>
              <a:gd fmla="val 50000" name="adj1"/>
            </a:avLst>
          </a:prstGeom>
          <a:solidFill>
            <a:schemeClr val="lt1"/>
          </a:solidFill>
          <a:ln cap="flat" cmpd="sng" w="19050">
            <a:solidFill>
              <a:schemeClr val="accent3"/>
            </a:solidFill>
            <a:prstDash val="solid"/>
            <a:round/>
            <a:headEnd len="sm" w="sm" type="none"/>
            <a:tailEnd len="sm" w="sm" type="none"/>
          </a:ln>
        </p:spPr>
      </p:cxnSp>
      <p:cxnSp>
        <p:nvCxnSpPr>
          <p:cNvPr id="2452" name="Google Shape;2452;p70"/>
          <p:cNvCxnSpPr>
            <a:stCxn id="2431" idx="2"/>
            <a:endCxn id="2453" idx="0"/>
          </p:cNvCxnSpPr>
          <p:nvPr/>
        </p:nvCxnSpPr>
        <p:spPr>
          <a:xfrm flipH="1" rot="-5400000">
            <a:off x="4824000" y="2412000"/>
            <a:ext cx="360000" cy="864000"/>
          </a:xfrm>
          <a:prstGeom prst="bentConnector3">
            <a:avLst>
              <a:gd fmla="val 50000" name="adj1"/>
            </a:avLst>
          </a:prstGeom>
          <a:solidFill>
            <a:schemeClr val="lt1"/>
          </a:solidFill>
          <a:ln cap="flat" cmpd="sng" w="19050">
            <a:solidFill>
              <a:schemeClr val="accent3"/>
            </a:solidFill>
            <a:prstDash val="solid"/>
            <a:round/>
            <a:headEnd len="sm" w="sm" type="none"/>
            <a:tailEnd len="sm" w="sm" type="none"/>
          </a:ln>
        </p:spPr>
      </p:cxnSp>
      <p:cxnSp>
        <p:nvCxnSpPr>
          <p:cNvPr id="2454" name="Google Shape;2454;p70"/>
          <p:cNvCxnSpPr>
            <a:stCxn id="2431" idx="2"/>
            <a:endCxn id="2455" idx="0"/>
          </p:cNvCxnSpPr>
          <p:nvPr/>
        </p:nvCxnSpPr>
        <p:spPr>
          <a:xfrm flipH="1" rot="-5400000">
            <a:off x="5040000" y="2196000"/>
            <a:ext cx="360000" cy="1296000"/>
          </a:xfrm>
          <a:prstGeom prst="bentConnector3">
            <a:avLst>
              <a:gd fmla="val 50000" name="adj1"/>
            </a:avLst>
          </a:prstGeom>
          <a:solidFill>
            <a:schemeClr val="lt1"/>
          </a:solidFill>
          <a:ln cap="flat" cmpd="sng" w="19050">
            <a:solidFill>
              <a:schemeClr val="accent3"/>
            </a:solidFill>
            <a:prstDash val="solid"/>
            <a:round/>
            <a:headEnd len="sm" w="sm" type="none"/>
            <a:tailEnd len="sm" w="sm" type="none"/>
          </a:ln>
        </p:spPr>
      </p:cxnSp>
      <p:cxnSp>
        <p:nvCxnSpPr>
          <p:cNvPr id="2456" name="Google Shape;2456;p70"/>
          <p:cNvCxnSpPr>
            <a:stCxn id="2431" idx="2"/>
            <a:endCxn id="2457" idx="0"/>
          </p:cNvCxnSpPr>
          <p:nvPr/>
        </p:nvCxnSpPr>
        <p:spPr>
          <a:xfrm flipH="1" rot="-5400000">
            <a:off x="4608000" y="2628000"/>
            <a:ext cx="360000" cy="432000"/>
          </a:xfrm>
          <a:prstGeom prst="bentConnector3">
            <a:avLst>
              <a:gd fmla="val 50000" name="adj1"/>
            </a:avLst>
          </a:prstGeom>
          <a:solidFill>
            <a:schemeClr val="lt1"/>
          </a:solidFill>
          <a:ln cap="flat" cmpd="sng" w="19050">
            <a:solidFill>
              <a:schemeClr val="accent3"/>
            </a:solidFill>
            <a:prstDash val="solid"/>
            <a:round/>
            <a:headEnd len="sm" w="sm" type="none"/>
            <a:tailEnd len="sm" w="sm" type="none"/>
          </a:ln>
        </p:spPr>
      </p:cxnSp>
      <p:cxnSp>
        <p:nvCxnSpPr>
          <p:cNvPr id="2458" name="Google Shape;2458;p70"/>
          <p:cNvCxnSpPr>
            <a:stCxn id="2431" idx="2"/>
            <a:endCxn id="2459" idx="0"/>
          </p:cNvCxnSpPr>
          <p:nvPr/>
        </p:nvCxnSpPr>
        <p:spPr>
          <a:xfrm flipH="1" rot="-5400000">
            <a:off x="5256000" y="1980000"/>
            <a:ext cx="360000" cy="1728000"/>
          </a:xfrm>
          <a:prstGeom prst="bentConnector3">
            <a:avLst>
              <a:gd fmla="val 50000" name="adj1"/>
            </a:avLst>
          </a:prstGeom>
          <a:solidFill>
            <a:schemeClr val="lt1"/>
          </a:solidFill>
          <a:ln cap="flat" cmpd="sng" w="19050">
            <a:solidFill>
              <a:schemeClr val="accent3"/>
            </a:solidFill>
            <a:prstDash val="solid"/>
            <a:round/>
            <a:headEnd len="sm" w="sm" type="none"/>
            <a:tailEnd len="sm" w="sm" type="none"/>
          </a:ln>
        </p:spPr>
      </p:cxnSp>
      <p:cxnSp>
        <p:nvCxnSpPr>
          <p:cNvPr id="2460" name="Google Shape;2460;p70"/>
          <p:cNvCxnSpPr>
            <a:stCxn id="2431" idx="2"/>
            <a:endCxn id="2461" idx="0"/>
          </p:cNvCxnSpPr>
          <p:nvPr/>
        </p:nvCxnSpPr>
        <p:spPr>
          <a:xfrm rot="5400000">
            <a:off x="4176000" y="2628000"/>
            <a:ext cx="360000" cy="432000"/>
          </a:xfrm>
          <a:prstGeom prst="bentConnector3">
            <a:avLst>
              <a:gd fmla="val 50000" name="adj1"/>
            </a:avLst>
          </a:prstGeom>
          <a:solidFill>
            <a:schemeClr val="lt1"/>
          </a:solidFill>
          <a:ln cap="flat" cmpd="sng" w="19050">
            <a:solidFill>
              <a:schemeClr val="accent3"/>
            </a:solidFill>
            <a:prstDash val="solid"/>
            <a:round/>
            <a:headEnd len="sm" w="sm" type="none"/>
            <a:tailEnd len="sm" w="sm" type="none"/>
          </a:ln>
        </p:spPr>
      </p:cxnSp>
      <p:cxnSp>
        <p:nvCxnSpPr>
          <p:cNvPr id="2462" name="Google Shape;2462;p70"/>
          <p:cNvCxnSpPr>
            <a:stCxn id="2431" idx="2"/>
            <a:endCxn id="2463" idx="0"/>
          </p:cNvCxnSpPr>
          <p:nvPr/>
        </p:nvCxnSpPr>
        <p:spPr>
          <a:xfrm flipH="1" rot="-5400000">
            <a:off x="6336000" y="900000"/>
            <a:ext cx="360000" cy="3888000"/>
          </a:xfrm>
          <a:prstGeom prst="bentConnector3">
            <a:avLst>
              <a:gd fmla="val 50000" name="adj1"/>
            </a:avLst>
          </a:prstGeom>
          <a:solidFill>
            <a:schemeClr val="lt1"/>
          </a:solidFill>
          <a:ln cap="flat" cmpd="sng" w="19050">
            <a:solidFill>
              <a:schemeClr val="accent3"/>
            </a:solidFill>
            <a:prstDash val="solid"/>
            <a:round/>
            <a:headEnd len="sm" w="sm" type="none"/>
            <a:tailEnd len="sm" w="sm" type="none"/>
          </a:ln>
        </p:spPr>
      </p:cxnSp>
      <p:cxnSp>
        <p:nvCxnSpPr>
          <p:cNvPr id="2464" name="Google Shape;2464;p70"/>
          <p:cNvCxnSpPr>
            <a:stCxn id="2431" idx="2"/>
            <a:endCxn id="2465" idx="0"/>
          </p:cNvCxnSpPr>
          <p:nvPr/>
        </p:nvCxnSpPr>
        <p:spPr>
          <a:xfrm rot="5400000">
            <a:off x="3960000" y="2412000"/>
            <a:ext cx="360000" cy="864000"/>
          </a:xfrm>
          <a:prstGeom prst="bentConnector3">
            <a:avLst>
              <a:gd fmla="val 50000" name="adj1"/>
            </a:avLst>
          </a:prstGeom>
          <a:solidFill>
            <a:schemeClr val="lt1"/>
          </a:solidFill>
          <a:ln cap="flat" cmpd="sng" w="19050">
            <a:solidFill>
              <a:schemeClr val="accent3"/>
            </a:solidFill>
            <a:prstDash val="solid"/>
            <a:round/>
            <a:headEnd len="sm" w="sm" type="none"/>
            <a:tailEnd len="sm" w="sm" type="none"/>
          </a:ln>
        </p:spPr>
      </p:cxnSp>
      <p:sp>
        <p:nvSpPr>
          <p:cNvPr id="2433" name="Google Shape;2433;p70"/>
          <p:cNvSpPr/>
          <p:nvPr/>
        </p:nvSpPr>
        <p:spPr>
          <a:xfrm>
            <a:off x="504000" y="3024000"/>
            <a:ext cx="360000" cy="3168000"/>
          </a:xfrm>
          <a:prstGeom prst="roundRect">
            <a:avLst>
              <a:gd fmla="val 17639" name="adj"/>
            </a:avLst>
          </a:prstGeom>
          <a:solidFill>
            <a:schemeClr val="lt1"/>
          </a:solidFill>
          <a:ln cap="flat" cmpd="sng" w="19050">
            <a:solidFill>
              <a:schemeClr val="accent3"/>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6" name="Google Shape;2466;p70"/>
          <p:cNvSpPr txBox="1"/>
          <p:nvPr/>
        </p:nvSpPr>
        <p:spPr>
          <a:xfrm rot="5400000">
            <a:off x="-881401" y="4446599"/>
            <a:ext cx="3130803" cy="322803"/>
          </a:xfrm>
          <a:prstGeom prst="rect">
            <a:avLst/>
          </a:prstGeom>
          <a:noFill/>
          <a:ln>
            <a:noFill/>
          </a:ln>
        </p:spPr>
        <p:txBody>
          <a:bodyPr anchorCtr="0" anchor="ctr" bIns="72000" lIns="0" spcFirstLastPara="1" rIns="0" wrap="square" tIns="72000">
            <a:no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保険ソリューション本部</a:t>
            </a:r>
            <a:endParaRPr/>
          </a:p>
        </p:txBody>
      </p:sp>
      <p:sp>
        <p:nvSpPr>
          <p:cNvPr id="2439" name="Google Shape;2439;p70"/>
          <p:cNvSpPr/>
          <p:nvPr/>
        </p:nvSpPr>
        <p:spPr>
          <a:xfrm>
            <a:off x="1800000" y="3024000"/>
            <a:ext cx="360000" cy="3168000"/>
          </a:xfrm>
          <a:prstGeom prst="roundRect">
            <a:avLst>
              <a:gd fmla="val 17639" name="adj"/>
            </a:avLst>
          </a:prstGeom>
          <a:solidFill>
            <a:schemeClr val="lt1"/>
          </a:solidFill>
          <a:ln cap="flat" cmpd="sng" w="19050">
            <a:solidFill>
              <a:schemeClr val="accent3"/>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7" name="Google Shape;2467;p70"/>
          <p:cNvSpPr txBox="1"/>
          <p:nvPr/>
        </p:nvSpPr>
        <p:spPr>
          <a:xfrm rot="5400000">
            <a:off x="414599" y="4446599"/>
            <a:ext cx="3130803" cy="322803"/>
          </a:xfrm>
          <a:prstGeom prst="rect">
            <a:avLst/>
          </a:prstGeom>
          <a:noFill/>
          <a:ln>
            <a:noFill/>
          </a:ln>
        </p:spPr>
        <p:txBody>
          <a:bodyPr anchorCtr="0" anchor="ctr" bIns="72000" lIns="0" spcFirstLastPara="1" rIns="0" wrap="square" tIns="72000">
            <a:no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医療ソリューション本部</a:t>
            </a:r>
            <a:endParaRPr/>
          </a:p>
        </p:txBody>
      </p:sp>
      <p:sp>
        <p:nvSpPr>
          <p:cNvPr id="2468" name="Google Shape;2468;p70"/>
          <p:cNvSpPr/>
          <p:nvPr/>
        </p:nvSpPr>
        <p:spPr>
          <a:xfrm>
            <a:off x="2664000" y="3024000"/>
            <a:ext cx="360000" cy="3168000"/>
          </a:xfrm>
          <a:prstGeom prst="roundRect">
            <a:avLst>
              <a:gd fmla="val 17639" name="adj"/>
            </a:avLst>
          </a:prstGeom>
          <a:solidFill>
            <a:schemeClr val="lt1"/>
          </a:solidFill>
          <a:ln cap="flat" cmpd="sng" w="19050">
            <a:solidFill>
              <a:schemeClr val="accent3"/>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9" name="Google Shape;2469;p70"/>
          <p:cNvSpPr txBox="1"/>
          <p:nvPr/>
        </p:nvSpPr>
        <p:spPr>
          <a:xfrm rot="5400000">
            <a:off x="1278599" y="4446599"/>
            <a:ext cx="3130803" cy="322803"/>
          </a:xfrm>
          <a:prstGeom prst="rect">
            <a:avLst/>
          </a:prstGeom>
          <a:noFill/>
          <a:ln>
            <a:noFill/>
          </a:ln>
        </p:spPr>
        <p:txBody>
          <a:bodyPr anchorCtr="0" anchor="ctr" bIns="72000" lIns="0" spcFirstLastPara="1" rIns="0" wrap="square" tIns="72000">
            <a:no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インフラソリューション本部</a:t>
            </a:r>
            <a:endParaRPr sz="1400">
              <a:solidFill>
                <a:schemeClr val="dk1"/>
              </a:solidFill>
              <a:latin typeface="Arial"/>
              <a:ea typeface="Arial"/>
              <a:cs typeface="Arial"/>
              <a:sym typeface="Arial"/>
            </a:endParaRPr>
          </a:p>
        </p:txBody>
      </p:sp>
      <p:sp>
        <p:nvSpPr>
          <p:cNvPr id="2441" name="Google Shape;2441;p70"/>
          <p:cNvSpPr/>
          <p:nvPr/>
        </p:nvSpPr>
        <p:spPr>
          <a:xfrm>
            <a:off x="3096000" y="3024000"/>
            <a:ext cx="360000" cy="3168000"/>
          </a:xfrm>
          <a:prstGeom prst="roundRect">
            <a:avLst>
              <a:gd fmla="val 17639" name="adj"/>
            </a:avLst>
          </a:prstGeom>
          <a:solidFill>
            <a:schemeClr val="lt1"/>
          </a:solidFill>
          <a:ln cap="flat" cmpd="sng" w="19050">
            <a:solidFill>
              <a:schemeClr val="accent3"/>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0" name="Google Shape;2470;p70"/>
          <p:cNvSpPr txBox="1"/>
          <p:nvPr/>
        </p:nvSpPr>
        <p:spPr>
          <a:xfrm rot="5400000">
            <a:off x="1710599" y="4446599"/>
            <a:ext cx="3130803" cy="322803"/>
          </a:xfrm>
          <a:prstGeom prst="rect">
            <a:avLst/>
          </a:prstGeom>
          <a:noFill/>
          <a:ln>
            <a:noFill/>
          </a:ln>
        </p:spPr>
        <p:txBody>
          <a:bodyPr anchorCtr="0" anchor="ctr" bIns="72000" lIns="0" spcFirstLastPara="1" rIns="0" wrap="square" tIns="72000">
            <a:no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データベースソリューション本部</a:t>
            </a:r>
            <a:endParaRPr/>
          </a:p>
        </p:txBody>
      </p:sp>
      <p:sp>
        <p:nvSpPr>
          <p:cNvPr id="2465" name="Google Shape;2465;p70"/>
          <p:cNvSpPr/>
          <p:nvPr/>
        </p:nvSpPr>
        <p:spPr>
          <a:xfrm>
            <a:off x="3528000" y="3024000"/>
            <a:ext cx="360000" cy="3168000"/>
          </a:xfrm>
          <a:prstGeom prst="roundRect">
            <a:avLst>
              <a:gd fmla="val 17639" name="adj"/>
            </a:avLst>
          </a:prstGeom>
          <a:solidFill>
            <a:schemeClr val="lt1"/>
          </a:solidFill>
          <a:ln cap="flat" cmpd="sng" w="19050">
            <a:solidFill>
              <a:schemeClr val="accent3"/>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1" name="Google Shape;2471;p70"/>
          <p:cNvSpPr txBox="1"/>
          <p:nvPr/>
        </p:nvSpPr>
        <p:spPr>
          <a:xfrm rot="5400000">
            <a:off x="2142599" y="4446599"/>
            <a:ext cx="3130803" cy="322803"/>
          </a:xfrm>
          <a:prstGeom prst="rect">
            <a:avLst/>
          </a:prstGeom>
          <a:noFill/>
          <a:ln>
            <a:noFill/>
          </a:ln>
        </p:spPr>
        <p:txBody>
          <a:bodyPr anchorCtr="0" anchor="ctr" bIns="72000" lIns="0" spcFirstLastPara="1" rIns="0" wrap="square" tIns="72000">
            <a:no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ＢＩソリューション本部</a:t>
            </a:r>
            <a:endParaRPr sz="1400">
              <a:solidFill>
                <a:schemeClr val="dk1"/>
              </a:solidFill>
              <a:latin typeface="Arial"/>
              <a:ea typeface="Arial"/>
              <a:cs typeface="Arial"/>
              <a:sym typeface="Arial"/>
            </a:endParaRPr>
          </a:p>
        </p:txBody>
      </p:sp>
      <p:sp>
        <p:nvSpPr>
          <p:cNvPr id="2435" name="Google Shape;2435;p70"/>
          <p:cNvSpPr/>
          <p:nvPr/>
        </p:nvSpPr>
        <p:spPr>
          <a:xfrm>
            <a:off x="936000" y="3024000"/>
            <a:ext cx="360000" cy="3168000"/>
          </a:xfrm>
          <a:prstGeom prst="roundRect">
            <a:avLst>
              <a:gd fmla="val 17639" name="adj"/>
            </a:avLst>
          </a:prstGeom>
          <a:solidFill>
            <a:schemeClr val="lt1"/>
          </a:solidFill>
          <a:ln cap="flat" cmpd="sng" w="19050">
            <a:solidFill>
              <a:schemeClr val="accent3"/>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2" name="Google Shape;2472;p70"/>
          <p:cNvSpPr txBox="1"/>
          <p:nvPr/>
        </p:nvSpPr>
        <p:spPr>
          <a:xfrm rot="5400000">
            <a:off x="-449401" y="4446599"/>
            <a:ext cx="3130803" cy="322803"/>
          </a:xfrm>
          <a:prstGeom prst="rect">
            <a:avLst/>
          </a:prstGeom>
          <a:noFill/>
          <a:ln>
            <a:noFill/>
          </a:ln>
        </p:spPr>
        <p:txBody>
          <a:bodyPr anchorCtr="0" anchor="ctr" bIns="72000" lIns="0" spcFirstLastPara="1" rIns="0" wrap="square" tIns="72000">
            <a:no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不動産ソリューション本部</a:t>
            </a:r>
            <a:endParaRPr/>
          </a:p>
        </p:txBody>
      </p:sp>
      <p:sp>
        <p:nvSpPr>
          <p:cNvPr id="2455" name="Google Shape;2455;p70"/>
          <p:cNvSpPr/>
          <p:nvPr/>
        </p:nvSpPr>
        <p:spPr>
          <a:xfrm>
            <a:off x="5688000" y="3024000"/>
            <a:ext cx="360000" cy="3168000"/>
          </a:xfrm>
          <a:prstGeom prst="roundRect">
            <a:avLst>
              <a:gd fmla="val 17639" name="adj"/>
            </a:avLst>
          </a:prstGeom>
          <a:solidFill>
            <a:srgbClr val="FBE4D4"/>
          </a:solidFill>
          <a:ln cap="flat" cmpd="sng" w="28575">
            <a:solidFill>
              <a:schemeClr val="accent2"/>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3" name="Google Shape;2473;p70"/>
          <p:cNvSpPr txBox="1"/>
          <p:nvPr/>
        </p:nvSpPr>
        <p:spPr>
          <a:xfrm rot="5400000">
            <a:off x="4302599" y="4446599"/>
            <a:ext cx="3130803" cy="322803"/>
          </a:xfrm>
          <a:prstGeom prst="rect">
            <a:avLst/>
          </a:prstGeom>
          <a:noFill/>
          <a:ln>
            <a:noFill/>
          </a:ln>
        </p:spPr>
        <p:txBody>
          <a:bodyPr anchorCtr="0" anchor="ctr" bIns="72000" lIns="0" spcFirstLastPara="1" rIns="0" wrap="square" tIns="72000">
            <a:noAutofit/>
          </a:bodyPr>
          <a:lstStyle/>
          <a:p>
            <a:pPr indent="0" lvl="0" marL="0" marR="0" rtl="0" algn="l">
              <a:spcBef>
                <a:spcPts val="0"/>
              </a:spcBef>
              <a:spcAft>
                <a:spcPts val="0"/>
              </a:spcAft>
              <a:buNone/>
            </a:pPr>
            <a:r>
              <a:rPr b="1" lang="ja-JP" sz="1400">
                <a:solidFill>
                  <a:schemeClr val="dk1"/>
                </a:solidFill>
                <a:latin typeface="Arial"/>
                <a:ea typeface="Arial"/>
                <a:cs typeface="Arial"/>
                <a:sym typeface="Arial"/>
              </a:rPr>
              <a:t>営業本部</a:t>
            </a:r>
            <a:endParaRPr/>
          </a:p>
        </p:txBody>
      </p:sp>
      <p:sp>
        <p:nvSpPr>
          <p:cNvPr id="2459" name="Google Shape;2459;p70"/>
          <p:cNvSpPr/>
          <p:nvPr/>
        </p:nvSpPr>
        <p:spPr>
          <a:xfrm>
            <a:off x="6120000" y="3024000"/>
            <a:ext cx="360000" cy="3168000"/>
          </a:xfrm>
          <a:prstGeom prst="roundRect">
            <a:avLst>
              <a:gd fmla="val 17639" name="adj"/>
            </a:avLst>
          </a:prstGeom>
          <a:solidFill>
            <a:schemeClr val="lt1"/>
          </a:solidFill>
          <a:ln cap="flat" cmpd="sng" w="19050">
            <a:solidFill>
              <a:schemeClr val="accent3"/>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4" name="Google Shape;2474;p70"/>
          <p:cNvSpPr txBox="1"/>
          <p:nvPr/>
        </p:nvSpPr>
        <p:spPr>
          <a:xfrm rot="5400000">
            <a:off x="4734599" y="4446599"/>
            <a:ext cx="3130803" cy="322803"/>
          </a:xfrm>
          <a:prstGeom prst="rect">
            <a:avLst/>
          </a:prstGeom>
          <a:noFill/>
          <a:ln>
            <a:noFill/>
          </a:ln>
        </p:spPr>
        <p:txBody>
          <a:bodyPr anchorCtr="0" anchor="ctr" bIns="72000" lIns="0" spcFirstLastPara="1" rIns="0" wrap="square" tIns="72000">
            <a:no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経営管理本部</a:t>
            </a:r>
            <a:endParaRPr/>
          </a:p>
        </p:txBody>
      </p:sp>
      <p:sp>
        <p:nvSpPr>
          <p:cNvPr id="2437" name="Google Shape;2437;p70"/>
          <p:cNvSpPr/>
          <p:nvPr/>
        </p:nvSpPr>
        <p:spPr>
          <a:xfrm>
            <a:off x="1368000" y="3024000"/>
            <a:ext cx="360000" cy="3168000"/>
          </a:xfrm>
          <a:prstGeom prst="roundRect">
            <a:avLst>
              <a:gd fmla="val 17639" name="adj"/>
            </a:avLst>
          </a:prstGeom>
          <a:solidFill>
            <a:schemeClr val="lt1"/>
          </a:solidFill>
          <a:ln cap="flat" cmpd="sng" w="19050">
            <a:solidFill>
              <a:schemeClr val="accent3"/>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5" name="Google Shape;2475;p70"/>
          <p:cNvSpPr txBox="1"/>
          <p:nvPr/>
        </p:nvSpPr>
        <p:spPr>
          <a:xfrm rot="5400000">
            <a:off x="-17401" y="4446599"/>
            <a:ext cx="3130803" cy="322803"/>
          </a:xfrm>
          <a:prstGeom prst="rect">
            <a:avLst/>
          </a:prstGeom>
          <a:noFill/>
          <a:ln>
            <a:noFill/>
          </a:ln>
        </p:spPr>
        <p:txBody>
          <a:bodyPr anchorCtr="0" anchor="ctr" bIns="72000" lIns="0" spcFirstLastPara="1" rIns="0" wrap="square" tIns="72000">
            <a:no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製造ビジネスソリューション本部　　 </a:t>
            </a:r>
            <a:endParaRPr/>
          </a:p>
        </p:txBody>
      </p:sp>
      <p:sp>
        <p:nvSpPr>
          <p:cNvPr id="2461" name="Google Shape;2461;p70"/>
          <p:cNvSpPr/>
          <p:nvPr/>
        </p:nvSpPr>
        <p:spPr>
          <a:xfrm>
            <a:off x="3960000" y="3024000"/>
            <a:ext cx="360000" cy="3168000"/>
          </a:xfrm>
          <a:prstGeom prst="roundRect">
            <a:avLst>
              <a:gd fmla="val 17639" name="adj"/>
            </a:avLst>
          </a:prstGeom>
          <a:solidFill>
            <a:schemeClr val="lt1"/>
          </a:solidFill>
          <a:ln cap="flat" cmpd="sng" w="19050">
            <a:solidFill>
              <a:schemeClr val="accent3"/>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6" name="Google Shape;2476;p70"/>
          <p:cNvSpPr txBox="1"/>
          <p:nvPr/>
        </p:nvSpPr>
        <p:spPr>
          <a:xfrm rot="5400000">
            <a:off x="2574599" y="4446599"/>
            <a:ext cx="3130803" cy="322803"/>
          </a:xfrm>
          <a:prstGeom prst="rect">
            <a:avLst/>
          </a:prstGeom>
          <a:noFill/>
          <a:ln>
            <a:noFill/>
          </a:ln>
        </p:spPr>
        <p:txBody>
          <a:bodyPr anchorCtr="0" anchor="ctr" bIns="72000" lIns="0" spcFirstLastPara="1" rIns="0" wrap="square" tIns="72000">
            <a:no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サービスインテグレーション本部</a:t>
            </a:r>
            <a:endParaRPr/>
          </a:p>
        </p:txBody>
      </p:sp>
      <p:sp>
        <p:nvSpPr>
          <p:cNvPr id="2443" name="Google Shape;2443;p70"/>
          <p:cNvSpPr/>
          <p:nvPr/>
        </p:nvSpPr>
        <p:spPr>
          <a:xfrm>
            <a:off x="4392000" y="3024000"/>
            <a:ext cx="360000" cy="3168000"/>
          </a:xfrm>
          <a:prstGeom prst="roundRect">
            <a:avLst>
              <a:gd fmla="val 17639" name="adj"/>
            </a:avLst>
          </a:prstGeom>
          <a:solidFill>
            <a:schemeClr val="lt1"/>
          </a:solidFill>
          <a:ln cap="flat" cmpd="sng" w="19050">
            <a:solidFill>
              <a:schemeClr val="accent3"/>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7" name="Google Shape;2477;p70"/>
          <p:cNvSpPr txBox="1"/>
          <p:nvPr/>
        </p:nvSpPr>
        <p:spPr>
          <a:xfrm rot="5400000">
            <a:off x="3006599" y="4446599"/>
            <a:ext cx="3130803" cy="322803"/>
          </a:xfrm>
          <a:prstGeom prst="rect">
            <a:avLst/>
          </a:prstGeom>
          <a:noFill/>
          <a:ln>
            <a:noFill/>
          </a:ln>
        </p:spPr>
        <p:txBody>
          <a:bodyPr anchorCtr="0" anchor="ctr" bIns="72000" lIns="0" spcFirstLastPara="1" rIns="0" wrap="square" tIns="72000">
            <a:no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システムソリューション本部</a:t>
            </a:r>
            <a:endParaRPr/>
          </a:p>
        </p:txBody>
      </p:sp>
      <p:sp>
        <p:nvSpPr>
          <p:cNvPr id="2453" name="Google Shape;2453;p70"/>
          <p:cNvSpPr/>
          <p:nvPr/>
        </p:nvSpPr>
        <p:spPr>
          <a:xfrm>
            <a:off x="5256000" y="3024000"/>
            <a:ext cx="360000" cy="3168000"/>
          </a:xfrm>
          <a:prstGeom prst="roundRect">
            <a:avLst>
              <a:gd fmla="val 17639" name="adj"/>
            </a:avLst>
          </a:prstGeom>
          <a:solidFill>
            <a:schemeClr val="lt1"/>
          </a:solidFill>
          <a:ln cap="flat" cmpd="sng" w="19050">
            <a:solidFill>
              <a:schemeClr val="accent3"/>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8" name="Google Shape;2478;p70"/>
          <p:cNvSpPr txBox="1"/>
          <p:nvPr/>
        </p:nvSpPr>
        <p:spPr>
          <a:xfrm rot="5400000">
            <a:off x="3870599" y="4446599"/>
            <a:ext cx="3130803" cy="322803"/>
          </a:xfrm>
          <a:prstGeom prst="rect">
            <a:avLst/>
          </a:prstGeom>
          <a:noFill/>
          <a:ln>
            <a:noFill/>
          </a:ln>
        </p:spPr>
        <p:txBody>
          <a:bodyPr anchorCtr="0" anchor="ctr" bIns="72000" lIns="0" spcFirstLastPara="1" rIns="0" wrap="square" tIns="72000">
            <a:no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ブランド推進本部</a:t>
            </a:r>
            <a:endParaRPr sz="1400">
              <a:solidFill>
                <a:schemeClr val="dk1"/>
              </a:solidFill>
              <a:latin typeface="Arial"/>
              <a:ea typeface="Arial"/>
              <a:cs typeface="Arial"/>
              <a:sym typeface="Arial"/>
            </a:endParaRPr>
          </a:p>
        </p:txBody>
      </p:sp>
      <p:sp>
        <p:nvSpPr>
          <p:cNvPr id="2457" name="Google Shape;2457;p70"/>
          <p:cNvSpPr/>
          <p:nvPr/>
        </p:nvSpPr>
        <p:spPr>
          <a:xfrm>
            <a:off x="4824000" y="3024000"/>
            <a:ext cx="360000" cy="3168000"/>
          </a:xfrm>
          <a:prstGeom prst="roundRect">
            <a:avLst>
              <a:gd fmla="val 17639" name="adj"/>
            </a:avLst>
          </a:prstGeom>
          <a:solidFill>
            <a:schemeClr val="lt1"/>
          </a:solidFill>
          <a:ln cap="flat" cmpd="sng" w="19050">
            <a:solidFill>
              <a:schemeClr val="accent3"/>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9" name="Google Shape;2479;p70"/>
          <p:cNvSpPr txBox="1"/>
          <p:nvPr/>
        </p:nvSpPr>
        <p:spPr>
          <a:xfrm rot="5400000">
            <a:off x="3438599" y="4446599"/>
            <a:ext cx="3130803" cy="322803"/>
          </a:xfrm>
          <a:prstGeom prst="rect">
            <a:avLst/>
          </a:prstGeom>
          <a:noFill/>
          <a:ln>
            <a:noFill/>
          </a:ln>
        </p:spPr>
        <p:txBody>
          <a:bodyPr anchorCtr="0" anchor="ctr" bIns="72000" lIns="0" spcFirstLastPara="1" rIns="0" wrap="square" tIns="72000">
            <a:no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西日本支店</a:t>
            </a:r>
            <a:endParaRPr/>
          </a:p>
        </p:txBody>
      </p:sp>
      <p:sp>
        <p:nvSpPr>
          <p:cNvPr id="2445" name="Google Shape;2445;p70"/>
          <p:cNvSpPr/>
          <p:nvPr/>
        </p:nvSpPr>
        <p:spPr>
          <a:xfrm>
            <a:off x="6552000" y="3024000"/>
            <a:ext cx="360000" cy="3168000"/>
          </a:xfrm>
          <a:prstGeom prst="roundRect">
            <a:avLst>
              <a:gd fmla="val 17639" name="adj"/>
            </a:avLst>
          </a:prstGeom>
          <a:solidFill>
            <a:schemeClr val="lt1"/>
          </a:solidFill>
          <a:ln cap="flat" cmpd="sng" w="19050">
            <a:solidFill>
              <a:schemeClr val="accent3"/>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0" name="Google Shape;2480;p70"/>
          <p:cNvSpPr txBox="1"/>
          <p:nvPr/>
        </p:nvSpPr>
        <p:spPr>
          <a:xfrm rot="5400000">
            <a:off x="5166599" y="4446599"/>
            <a:ext cx="3130803" cy="322803"/>
          </a:xfrm>
          <a:prstGeom prst="rect">
            <a:avLst/>
          </a:prstGeom>
          <a:noFill/>
          <a:ln>
            <a:noFill/>
          </a:ln>
        </p:spPr>
        <p:txBody>
          <a:bodyPr anchorCtr="0" anchor="ctr" bIns="72000" lIns="0" spcFirstLastPara="1" rIns="0" wrap="square" tIns="72000">
            <a:no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ｘＴｅｃｈＩｎｎｏｖａｔｉｏｎ室</a:t>
            </a:r>
            <a:endParaRPr/>
          </a:p>
        </p:txBody>
      </p:sp>
      <p:sp>
        <p:nvSpPr>
          <p:cNvPr id="2447" name="Google Shape;2447;p70"/>
          <p:cNvSpPr/>
          <p:nvPr/>
        </p:nvSpPr>
        <p:spPr>
          <a:xfrm>
            <a:off x="6984000" y="3024000"/>
            <a:ext cx="360000" cy="3168000"/>
          </a:xfrm>
          <a:prstGeom prst="roundRect">
            <a:avLst>
              <a:gd fmla="val 17639" name="adj"/>
            </a:avLst>
          </a:prstGeom>
          <a:solidFill>
            <a:schemeClr val="lt1"/>
          </a:solidFill>
          <a:ln cap="flat" cmpd="sng" w="19050">
            <a:solidFill>
              <a:schemeClr val="accent3"/>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1" name="Google Shape;2481;p70"/>
          <p:cNvSpPr txBox="1"/>
          <p:nvPr/>
        </p:nvSpPr>
        <p:spPr>
          <a:xfrm rot="5400000">
            <a:off x="5598599" y="4446599"/>
            <a:ext cx="3130803" cy="322803"/>
          </a:xfrm>
          <a:prstGeom prst="rect">
            <a:avLst/>
          </a:prstGeom>
          <a:noFill/>
          <a:ln>
            <a:noFill/>
          </a:ln>
        </p:spPr>
        <p:txBody>
          <a:bodyPr anchorCtr="0" anchor="ctr" bIns="72000" lIns="0" spcFirstLastPara="1" rIns="0" wrap="square" tIns="72000">
            <a:no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品質管理室</a:t>
            </a:r>
            <a:endParaRPr/>
          </a:p>
        </p:txBody>
      </p:sp>
      <p:sp>
        <p:nvSpPr>
          <p:cNvPr id="2449" name="Google Shape;2449;p70"/>
          <p:cNvSpPr/>
          <p:nvPr/>
        </p:nvSpPr>
        <p:spPr>
          <a:xfrm>
            <a:off x="7416000" y="3024000"/>
            <a:ext cx="360000" cy="3168000"/>
          </a:xfrm>
          <a:prstGeom prst="roundRect">
            <a:avLst>
              <a:gd fmla="val 17639" name="adj"/>
            </a:avLst>
          </a:prstGeom>
          <a:solidFill>
            <a:schemeClr val="lt1"/>
          </a:solidFill>
          <a:ln cap="flat" cmpd="sng" w="19050">
            <a:solidFill>
              <a:schemeClr val="accent3"/>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2" name="Google Shape;2482;p70"/>
          <p:cNvSpPr txBox="1"/>
          <p:nvPr/>
        </p:nvSpPr>
        <p:spPr>
          <a:xfrm rot="5400000">
            <a:off x="6030599" y="4446599"/>
            <a:ext cx="3130803" cy="322803"/>
          </a:xfrm>
          <a:prstGeom prst="rect">
            <a:avLst/>
          </a:prstGeom>
          <a:noFill/>
          <a:ln>
            <a:noFill/>
          </a:ln>
        </p:spPr>
        <p:txBody>
          <a:bodyPr anchorCtr="0" anchor="ctr" bIns="72000" lIns="0" spcFirstLastPara="1" rIns="0" wrap="square" tIns="72000">
            <a:no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海外ビジネス推進室</a:t>
            </a:r>
            <a:endParaRPr/>
          </a:p>
        </p:txBody>
      </p:sp>
      <p:sp>
        <p:nvSpPr>
          <p:cNvPr id="2451" name="Google Shape;2451;p70"/>
          <p:cNvSpPr/>
          <p:nvPr/>
        </p:nvSpPr>
        <p:spPr>
          <a:xfrm>
            <a:off x="7848000" y="3024000"/>
            <a:ext cx="360000" cy="3168000"/>
          </a:xfrm>
          <a:prstGeom prst="roundRect">
            <a:avLst>
              <a:gd fmla="val 17639" name="adj"/>
            </a:avLst>
          </a:prstGeom>
          <a:solidFill>
            <a:schemeClr val="lt1"/>
          </a:solidFill>
          <a:ln cap="flat" cmpd="sng" w="19050">
            <a:solidFill>
              <a:schemeClr val="accent3"/>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3" name="Google Shape;2483;p70"/>
          <p:cNvSpPr txBox="1"/>
          <p:nvPr/>
        </p:nvSpPr>
        <p:spPr>
          <a:xfrm rot="5400000">
            <a:off x="6462599" y="4446599"/>
            <a:ext cx="3130803" cy="322803"/>
          </a:xfrm>
          <a:prstGeom prst="rect">
            <a:avLst/>
          </a:prstGeom>
          <a:noFill/>
          <a:ln>
            <a:noFill/>
          </a:ln>
        </p:spPr>
        <p:txBody>
          <a:bodyPr anchorCtr="0" anchor="ctr" bIns="72000" lIns="0" spcFirstLastPara="1" rIns="0" wrap="square" tIns="72000">
            <a:no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広報室</a:t>
            </a:r>
            <a:endParaRPr/>
          </a:p>
        </p:txBody>
      </p:sp>
      <p:sp>
        <p:nvSpPr>
          <p:cNvPr id="2463" name="Google Shape;2463;p70"/>
          <p:cNvSpPr/>
          <p:nvPr/>
        </p:nvSpPr>
        <p:spPr>
          <a:xfrm>
            <a:off x="8280000" y="3024000"/>
            <a:ext cx="360000" cy="3168000"/>
          </a:xfrm>
          <a:prstGeom prst="roundRect">
            <a:avLst>
              <a:gd fmla="val 17639" name="adj"/>
            </a:avLst>
          </a:prstGeom>
          <a:solidFill>
            <a:schemeClr val="lt1"/>
          </a:solidFill>
          <a:ln cap="flat" cmpd="sng" w="19050">
            <a:solidFill>
              <a:schemeClr val="accent3"/>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4" name="Google Shape;2484;p70"/>
          <p:cNvSpPr txBox="1"/>
          <p:nvPr/>
        </p:nvSpPr>
        <p:spPr>
          <a:xfrm rot="5400000">
            <a:off x="6894599" y="4446599"/>
            <a:ext cx="3130803" cy="322803"/>
          </a:xfrm>
          <a:prstGeom prst="rect">
            <a:avLst/>
          </a:prstGeom>
          <a:noFill/>
          <a:ln>
            <a:noFill/>
          </a:ln>
        </p:spPr>
        <p:txBody>
          <a:bodyPr anchorCtr="0" anchor="ctr" bIns="72000" lIns="0" spcFirstLastPara="1" rIns="0" wrap="square" tIns="72000">
            <a:no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内部統制室</a:t>
            </a:r>
            <a:endParaRPr/>
          </a:p>
        </p:txBody>
      </p:sp>
      <p:sp>
        <p:nvSpPr>
          <p:cNvPr id="2485" name="Google Shape;2485;p70"/>
          <p:cNvSpPr/>
          <p:nvPr/>
        </p:nvSpPr>
        <p:spPr>
          <a:xfrm>
            <a:off x="2232000" y="3024000"/>
            <a:ext cx="360000" cy="3168000"/>
          </a:xfrm>
          <a:prstGeom prst="roundRect">
            <a:avLst>
              <a:gd fmla="val 17639" name="adj"/>
            </a:avLst>
          </a:prstGeom>
          <a:solidFill>
            <a:srgbClr val="FBE4D4"/>
          </a:solidFill>
          <a:ln cap="flat" cmpd="sng" w="28575">
            <a:solidFill>
              <a:schemeClr val="accent2"/>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6" name="Google Shape;2486;p70"/>
          <p:cNvSpPr txBox="1"/>
          <p:nvPr/>
        </p:nvSpPr>
        <p:spPr>
          <a:xfrm rot="5400000">
            <a:off x="846599" y="4446599"/>
            <a:ext cx="3130803" cy="322803"/>
          </a:xfrm>
          <a:prstGeom prst="rect">
            <a:avLst/>
          </a:prstGeom>
          <a:noFill/>
          <a:ln>
            <a:noFill/>
          </a:ln>
        </p:spPr>
        <p:txBody>
          <a:bodyPr anchorCtr="0" anchor="ctr" bIns="72000" lIns="0" spcFirstLastPara="1" rIns="0" wrap="square" tIns="72000">
            <a:noAutofit/>
          </a:bodyPr>
          <a:lstStyle/>
          <a:p>
            <a:pPr indent="0" lvl="0" marL="0" marR="0" rtl="0" algn="l">
              <a:spcBef>
                <a:spcPts val="0"/>
              </a:spcBef>
              <a:spcAft>
                <a:spcPts val="0"/>
              </a:spcAft>
              <a:buNone/>
            </a:pPr>
            <a:r>
              <a:rPr b="1" lang="ja-JP" sz="1400">
                <a:solidFill>
                  <a:schemeClr val="dk1"/>
                </a:solidFill>
                <a:latin typeface="Arial"/>
                <a:ea typeface="Arial"/>
                <a:cs typeface="Arial"/>
                <a:sym typeface="Arial"/>
              </a:rPr>
              <a:t>石油・化学ソリューション本部</a:t>
            </a:r>
            <a:endParaRPr/>
          </a:p>
        </p:txBody>
      </p:sp>
      <p:cxnSp>
        <p:nvCxnSpPr>
          <p:cNvPr id="2487" name="Google Shape;2487;p70"/>
          <p:cNvCxnSpPr>
            <a:stCxn id="2431" idx="2"/>
            <a:endCxn id="2485" idx="0"/>
          </p:cNvCxnSpPr>
          <p:nvPr/>
        </p:nvCxnSpPr>
        <p:spPr>
          <a:xfrm rot="5400000">
            <a:off x="3312000" y="1764000"/>
            <a:ext cx="360000" cy="2160000"/>
          </a:xfrm>
          <a:prstGeom prst="bentConnector3">
            <a:avLst>
              <a:gd fmla="val 50000" name="adj1"/>
            </a:avLst>
          </a:prstGeom>
          <a:solidFill>
            <a:schemeClr val="lt1"/>
          </a:solidFill>
          <a:ln cap="flat" cmpd="sng" w="19050">
            <a:solidFill>
              <a:schemeClr val="accent3"/>
            </a:solidFill>
            <a:prstDash val="solid"/>
            <a:round/>
            <a:headEnd len="sm" w="sm" type="none"/>
            <a:tailEnd len="sm" w="sm" type="none"/>
          </a:ln>
        </p:spPr>
      </p:cxnSp>
      <p:cxnSp>
        <p:nvCxnSpPr>
          <p:cNvPr id="2488" name="Google Shape;2488;p70"/>
          <p:cNvCxnSpPr>
            <a:stCxn id="2431" idx="2"/>
            <a:endCxn id="2468" idx="0"/>
          </p:cNvCxnSpPr>
          <p:nvPr/>
        </p:nvCxnSpPr>
        <p:spPr>
          <a:xfrm rot="5400000">
            <a:off x="3528000" y="1980000"/>
            <a:ext cx="360000" cy="1728000"/>
          </a:xfrm>
          <a:prstGeom prst="bentConnector3">
            <a:avLst>
              <a:gd fmla="val 50000" name="adj1"/>
            </a:avLst>
          </a:prstGeom>
          <a:solidFill>
            <a:schemeClr val="lt1"/>
          </a:solidFill>
          <a:ln cap="flat" cmpd="sng" w="19050">
            <a:solidFill>
              <a:schemeClr val="accent3"/>
            </a:solidFill>
            <a:prstDash val="solid"/>
            <a:round/>
            <a:headEnd len="sm" w="sm" type="none"/>
            <a:tailEnd len="sm" w="sm" type="none"/>
          </a:ln>
        </p:spPr>
      </p:cxnSp>
      <p:cxnSp>
        <p:nvCxnSpPr>
          <p:cNvPr id="2489" name="Google Shape;2489;p70"/>
          <p:cNvCxnSpPr>
            <a:stCxn id="2429" idx="2"/>
            <a:endCxn id="2430" idx="0"/>
          </p:cNvCxnSpPr>
          <p:nvPr/>
        </p:nvCxnSpPr>
        <p:spPr>
          <a:xfrm>
            <a:off x="4572000" y="1656000"/>
            <a:ext cx="0" cy="144000"/>
          </a:xfrm>
          <a:prstGeom prst="straightConnector1">
            <a:avLst/>
          </a:prstGeom>
          <a:noFill/>
          <a:ln cap="flat" cmpd="sng" w="19050">
            <a:solidFill>
              <a:schemeClr val="accent3"/>
            </a:solidFill>
            <a:prstDash val="solid"/>
            <a:miter lim="800000"/>
            <a:headEnd len="sm" w="sm" type="none"/>
            <a:tailEnd len="sm" w="sm" type="none"/>
          </a:ln>
        </p:spPr>
      </p:cxnSp>
      <p:cxnSp>
        <p:nvCxnSpPr>
          <p:cNvPr id="2490" name="Google Shape;2490;p70"/>
          <p:cNvCxnSpPr>
            <a:stCxn id="2430" idx="2"/>
            <a:endCxn id="2431" idx="0"/>
          </p:cNvCxnSpPr>
          <p:nvPr/>
        </p:nvCxnSpPr>
        <p:spPr>
          <a:xfrm>
            <a:off x="4572000" y="2160000"/>
            <a:ext cx="0" cy="144000"/>
          </a:xfrm>
          <a:prstGeom prst="straightConnector1">
            <a:avLst/>
          </a:prstGeom>
          <a:noFill/>
          <a:ln cap="flat" cmpd="sng" w="19050">
            <a:solidFill>
              <a:schemeClr val="accent3"/>
            </a:solidFill>
            <a:prstDash val="solid"/>
            <a:miter lim="800000"/>
            <a:headEnd len="sm" w="sm" type="none"/>
            <a:tailEnd len="sm" w="sm" type="none"/>
          </a:ln>
        </p:spPr>
      </p:cxnSp>
      <p:sp>
        <p:nvSpPr>
          <p:cNvPr id="2491" name="Google Shape;2491;p70"/>
          <p:cNvSpPr txBox="1"/>
          <p:nvPr/>
        </p:nvSpPr>
        <p:spPr>
          <a:xfrm>
            <a:off x="6984001" y="2375999"/>
            <a:ext cx="1655999" cy="288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今回担当する部門</a:t>
            </a:r>
            <a:endParaRPr/>
          </a:p>
        </p:txBody>
      </p:sp>
      <p:sp>
        <p:nvSpPr>
          <p:cNvPr id="2492" name="Google Shape;2492;p70"/>
          <p:cNvSpPr/>
          <p:nvPr/>
        </p:nvSpPr>
        <p:spPr>
          <a:xfrm>
            <a:off x="6552000" y="2412000"/>
            <a:ext cx="432000" cy="216000"/>
          </a:xfrm>
          <a:prstGeom prst="roundRect">
            <a:avLst>
              <a:gd fmla="val 17639" name="adj"/>
            </a:avLst>
          </a:prstGeom>
          <a:solidFill>
            <a:srgbClr val="FBE4D4"/>
          </a:solidFill>
          <a:ln cap="flat" cmpd="sng" w="1905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dk1"/>
              </a:solidFill>
              <a:latin typeface="Arial"/>
              <a:ea typeface="Arial"/>
              <a:cs typeface="Arial"/>
              <a:sym typeface="Arial"/>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6" name="Shape 2496"/>
        <p:cNvGrpSpPr/>
        <p:nvPr/>
      </p:nvGrpSpPr>
      <p:grpSpPr>
        <a:xfrm>
          <a:off x="0" y="0"/>
          <a:ext cx="0" cy="0"/>
          <a:chOff x="0" y="0"/>
          <a:chExt cx="0" cy="0"/>
        </a:xfrm>
      </p:grpSpPr>
      <p:sp>
        <p:nvSpPr>
          <p:cNvPr id="2497" name="Google Shape;2497;p71"/>
          <p:cNvSpPr txBox="1"/>
          <p:nvPr>
            <p:ph type="title"/>
          </p:nvPr>
        </p:nvSpPr>
        <p:spPr>
          <a:xfrm>
            <a:off x="144000" y="36000"/>
            <a:ext cx="8856000" cy="5760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3000"/>
              <a:buFont typeface="Arial"/>
              <a:buNone/>
            </a:pPr>
            <a:r>
              <a:rPr lang="ja-JP"/>
              <a:t>弊社担当者情報</a:t>
            </a:r>
            <a:endParaRPr/>
          </a:p>
        </p:txBody>
      </p:sp>
      <p:sp>
        <p:nvSpPr>
          <p:cNvPr id="2498" name="Google Shape;2498;p71"/>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ja-JP"/>
              <a:t>Copyright© 2020 SystemEXE,Inc. all rights reserved.</a:t>
            </a:r>
            <a:endParaRPr/>
          </a:p>
        </p:txBody>
      </p:sp>
      <p:sp>
        <p:nvSpPr>
          <p:cNvPr id="2499" name="Google Shape;2499;p71"/>
          <p:cNvSpPr txBox="1"/>
          <p:nvPr>
            <p:ph idx="12" type="sldNum"/>
          </p:nvPr>
        </p:nvSpPr>
        <p:spPr>
          <a:xfrm>
            <a:off x="4212000" y="6500068"/>
            <a:ext cx="720000" cy="288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ja-JP"/>
              <a:t>‹#›</a:t>
            </a:fld>
            <a:endParaRPr/>
          </a:p>
        </p:txBody>
      </p:sp>
      <p:sp>
        <p:nvSpPr>
          <p:cNvPr id="2500" name="Google Shape;2500;p71"/>
          <p:cNvSpPr/>
          <p:nvPr/>
        </p:nvSpPr>
        <p:spPr>
          <a:xfrm>
            <a:off x="144000" y="864000"/>
            <a:ext cx="8856000" cy="360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ja-JP" sz="1600">
                <a:solidFill>
                  <a:srgbClr val="1E4E79"/>
                </a:solidFill>
                <a:latin typeface="Arial"/>
                <a:ea typeface="Arial"/>
                <a:cs typeface="Arial"/>
                <a:sym typeface="Arial"/>
              </a:rPr>
              <a:t>提案責任者</a:t>
            </a:r>
            <a:endParaRPr b="1" sz="1600">
              <a:solidFill>
                <a:srgbClr val="1E4E79"/>
              </a:solidFill>
              <a:latin typeface="Arial"/>
              <a:ea typeface="Arial"/>
              <a:cs typeface="Arial"/>
              <a:sym typeface="Arial"/>
            </a:endParaRPr>
          </a:p>
        </p:txBody>
      </p:sp>
      <p:graphicFrame>
        <p:nvGraphicFramePr>
          <p:cNvPr id="2501" name="Google Shape;2501;p71"/>
          <p:cNvGraphicFramePr/>
          <p:nvPr/>
        </p:nvGraphicFramePr>
        <p:xfrm>
          <a:off x="144000" y="1224000"/>
          <a:ext cx="3000000" cy="3000000"/>
        </p:xfrm>
        <a:graphic>
          <a:graphicData uri="http://schemas.openxmlformats.org/drawingml/2006/table">
            <a:tbl>
              <a:tblPr>
                <a:noFill/>
                <a:tableStyleId>{FE03F3E7-6964-46DF-ADC6-E4BCA3E1CC40}</a:tableStyleId>
              </a:tblPr>
              <a:tblGrid>
                <a:gridCol w="2234325"/>
                <a:gridCol w="2213350"/>
                <a:gridCol w="2234325"/>
                <a:gridCol w="2174725"/>
              </a:tblGrid>
              <a:tr h="177800">
                <a:tc>
                  <a:txBody>
                    <a:bodyPr/>
                    <a:lstStyle/>
                    <a:p>
                      <a:pPr indent="0" lvl="0" marL="0" marR="0" rtl="0" algn="l">
                        <a:spcBef>
                          <a:spcPts val="0"/>
                        </a:spcBef>
                        <a:spcAft>
                          <a:spcPts val="0"/>
                        </a:spcAft>
                        <a:buNone/>
                      </a:pPr>
                      <a:r>
                        <a:rPr lang="ja-JP" sz="1400">
                          <a:latin typeface="Arial"/>
                          <a:ea typeface="Arial"/>
                          <a:cs typeface="Arial"/>
                          <a:sym typeface="Arial"/>
                        </a:rPr>
                        <a:t>氏名（メールアドレス）</a:t>
                      </a:r>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EDEDED"/>
                    </a:solidFill>
                  </a:tcPr>
                </a:tc>
                <a:tc gridSpan="3">
                  <a:txBody>
                    <a:bodyPr/>
                    <a:lstStyle/>
                    <a:p>
                      <a:pPr indent="0" lvl="0" marL="0" marR="0" rtl="0" algn="l">
                        <a:spcBef>
                          <a:spcPts val="0"/>
                        </a:spcBef>
                        <a:spcAft>
                          <a:spcPts val="0"/>
                        </a:spcAft>
                        <a:buNone/>
                      </a:pPr>
                      <a:r>
                        <a:rPr lang="ja-JP" sz="1400">
                          <a:latin typeface="Arial"/>
                          <a:ea typeface="Arial"/>
                          <a:cs typeface="Arial"/>
                          <a:sym typeface="Arial"/>
                        </a:rPr>
                        <a:t>福田 慎　（ m-fukuda@system-exe.co.jp ）　</a:t>
                      </a:r>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hMerge="1"/>
                <a:tc hMerge="1"/>
              </a:tr>
              <a:tr h="177800">
                <a:tc>
                  <a:txBody>
                    <a:bodyPr/>
                    <a:lstStyle/>
                    <a:p>
                      <a:pPr indent="0" lvl="0" marL="0" marR="0" rtl="0" algn="l">
                        <a:spcBef>
                          <a:spcPts val="0"/>
                        </a:spcBef>
                        <a:spcAft>
                          <a:spcPts val="0"/>
                        </a:spcAft>
                        <a:buNone/>
                      </a:pPr>
                      <a:r>
                        <a:rPr lang="ja-JP" sz="1400">
                          <a:latin typeface="Arial"/>
                          <a:ea typeface="Arial"/>
                          <a:cs typeface="Arial"/>
                          <a:sym typeface="Arial"/>
                        </a:rPr>
                        <a:t>所属部署</a:t>
                      </a:r>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EDEDED"/>
                    </a:solidFill>
                  </a:tcPr>
                </a:tc>
                <a:tc gridSpan="3">
                  <a:txBody>
                    <a:bodyPr/>
                    <a:lstStyle/>
                    <a:p>
                      <a:pPr indent="0" lvl="0" marL="0" marR="0" rtl="0" algn="l">
                        <a:spcBef>
                          <a:spcPts val="0"/>
                        </a:spcBef>
                        <a:spcAft>
                          <a:spcPts val="0"/>
                        </a:spcAft>
                        <a:buNone/>
                      </a:pPr>
                      <a:r>
                        <a:rPr lang="ja-JP" sz="1400">
                          <a:latin typeface="Arial"/>
                          <a:ea typeface="Arial"/>
                          <a:cs typeface="Arial"/>
                          <a:sym typeface="Arial"/>
                        </a:rPr>
                        <a:t>石油・化学ソリューション本部</a:t>
                      </a:r>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hMerge="1"/>
                <a:tc hMerge="1"/>
              </a:tr>
              <a:tr h="177800">
                <a:tc>
                  <a:txBody>
                    <a:bodyPr/>
                    <a:lstStyle/>
                    <a:p>
                      <a:pPr indent="0" lvl="0" marL="0" marR="0" rtl="0" algn="l">
                        <a:spcBef>
                          <a:spcPts val="0"/>
                        </a:spcBef>
                        <a:spcAft>
                          <a:spcPts val="0"/>
                        </a:spcAft>
                        <a:buNone/>
                      </a:pPr>
                      <a:r>
                        <a:rPr lang="ja-JP" sz="1400">
                          <a:latin typeface="Arial"/>
                          <a:ea typeface="Arial"/>
                          <a:cs typeface="Arial"/>
                          <a:sym typeface="Arial"/>
                        </a:rPr>
                        <a:t>拠点</a:t>
                      </a:r>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EDEDED"/>
                    </a:solidFill>
                  </a:tcPr>
                </a:tc>
                <a:tc>
                  <a:txBody>
                    <a:bodyPr/>
                    <a:lstStyle/>
                    <a:p>
                      <a:pPr indent="0" lvl="0" marL="0" marR="0" rtl="0" algn="l">
                        <a:spcBef>
                          <a:spcPts val="0"/>
                        </a:spcBef>
                        <a:spcAft>
                          <a:spcPts val="0"/>
                        </a:spcAft>
                        <a:buNone/>
                      </a:pPr>
                      <a:r>
                        <a:rPr lang="ja-JP" sz="1400">
                          <a:latin typeface="Arial"/>
                          <a:ea typeface="Arial"/>
                          <a:cs typeface="Arial"/>
                          <a:sym typeface="Arial"/>
                        </a:rPr>
                        <a:t>千葉オフィス</a:t>
                      </a:r>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rPr lang="ja-JP" sz="1400">
                          <a:latin typeface="Arial"/>
                          <a:ea typeface="Arial"/>
                          <a:cs typeface="Arial"/>
                          <a:sym typeface="Arial"/>
                        </a:rPr>
                        <a:t>電話番号</a:t>
                      </a:r>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EDEDED"/>
                    </a:solidFill>
                  </a:tcPr>
                </a:tc>
                <a:tc>
                  <a:txBody>
                    <a:bodyPr/>
                    <a:lstStyle/>
                    <a:p>
                      <a:pPr indent="0" lvl="0" marL="0" marR="0" rtl="0" algn="l">
                        <a:spcBef>
                          <a:spcPts val="0"/>
                        </a:spcBef>
                        <a:spcAft>
                          <a:spcPts val="0"/>
                        </a:spcAft>
                        <a:buNone/>
                      </a:pPr>
                      <a:r>
                        <a:rPr lang="ja-JP" sz="1400">
                          <a:latin typeface="Arial"/>
                          <a:ea typeface="Arial"/>
                          <a:cs typeface="Arial"/>
                          <a:sym typeface="Arial"/>
                        </a:rPr>
                        <a:t>043-287-7030</a:t>
                      </a:r>
                      <a:endParaRPr sz="1400">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r>
              <a:tr h="177800">
                <a:tc>
                  <a:txBody>
                    <a:bodyPr/>
                    <a:lstStyle/>
                    <a:p>
                      <a:pPr indent="0" lvl="0" marL="0" marR="0" rtl="0" algn="l">
                        <a:spcBef>
                          <a:spcPts val="0"/>
                        </a:spcBef>
                        <a:spcAft>
                          <a:spcPts val="0"/>
                        </a:spcAft>
                        <a:buNone/>
                      </a:pPr>
                      <a:r>
                        <a:rPr lang="ja-JP" sz="1400">
                          <a:latin typeface="Arial"/>
                          <a:ea typeface="Arial"/>
                          <a:cs typeface="Arial"/>
                          <a:sym typeface="Arial"/>
                        </a:rPr>
                        <a:t>住所</a:t>
                      </a:r>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EDEDED"/>
                    </a:solidFill>
                  </a:tcPr>
                </a:tc>
                <a:tc gridSpan="3">
                  <a:txBody>
                    <a:bodyPr/>
                    <a:lstStyle/>
                    <a:p>
                      <a:pPr indent="0" lvl="0" marL="0" marR="0" rtl="0" algn="l">
                        <a:lnSpc>
                          <a:spcPct val="100000"/>
                        </a:lnSpc>
                        <a:spcBef>
                          <a:spcPts val="0"/>
                        </a:spcBef>
                        <a:spcAft>
                          <a:spcPts val="0"/>
                        </a:spcAft>
                        <a:buClr>
                          <a:schemeClr val="dk1"/>
                        </a:buClr>
                        <a:buSzPts val="1400"/>
                        <a:buFont typeface="Arial"/>
                        <a:buNone/>
                      </a:pPr>
                      <a:r>
                        <a:rPr lang="ja-JP" sz="1400" u="none" strike="noStrike">
                          <a:solidFill>
                            <a:schemeClr val="dk1"/>
                          </a:solidFill>
                          <a:latin typeface="Arial"/>
                          <a:ea typeface="Arial"/>
                          <a:cs typeface="Arial"/>
                          <a:sym typeface="Arial"/>
                        </a:rPr>
                        <a:t>〒260-0045　千葉県千葉市中央区弁天1-5-1　オーパスビルディング9階</a:t>
                      </a:r>
                      <a:endParaRPr sz="1400">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hMerge="1"/>
                <a:tc hMerge="1"/>
              </a:tr>
            </a:tbl>
          </a:graphicData>
        </a:graphic>
      </p:graphicFrame>
      <p:sp>
        <p:nvSpPr>
          <p:cNvPr id="2502" name="Google Shape;2502;p71"/>
          <p:cNvSpPr/>
          <p:nvPr/>
        </p:nvSpPr>
        <p:spPr>
          <a:xfrm>
            <a:off x="144000" y="2700000"/>
            <a:ext cx="8856000" cy="360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ja-JP" sz="1600">
                <a:solidFill>
                  <a:srgbClr val="1E4E79"/>
                </a:solidFill>
                <a:latin typeface="Arial"/>
                <a:ea typeface="Arial"/>
                <a:cs typeface="Arial"/>
                <a:sym typeface="Arial"/>
              </a:rPr>
              <a:t>プロジェクト担当</a:t>
            </a:r>
            <a:endParaRPr b="1" sz="1600">
              <a:solidFill>
                <a:srgbClr val="1E4E79"/>
              </a:solidFill>
              <a:latin typeface="Arial"/>
              <a:ea typeface="Arial"/>
              <a:cs typeface="Arial"/>
              <a:sym typeface="Arial"/>
            </a:endParaRPr>
          </a:p>
        </p:txBody>
      </p:sp>
      <p:graphicFrame>
        <p:nvGraphicFramePr>
          <p:cNvPr id="2503" name="Google Shape;2503;p71"/>
          <p:cNvGraphicFramePr/>
          <p:nvPr/>
        </p:nvGraphicFramePr>
        <p:xfrm>
          <a:off x="144000" y="3060000"/>
          <a:ext cx="3000000" cy="3000000"/>
        </p:xfrm>
        <a:graphic>
          <a:graphicData uri="http://schemas.openxmlformats.org/drawingml/2006/table">
            <a:tbl>
              <a:tblPr>
                <a:noFill/>
                <a:tableStyleId>{FE03F3E7-6964-46DF-ADC6-E4BCA3E1CC40}</a:tableStyleId>
              </a:tblPr>
              <a:tblGrid>
                <a:gridCol w="2234325"/>
                <a:gridCol w="2213350"/>
                <a:gridCol w="2234325"/>
                <a:gridCol w="2174725"/>
              </a:tblGrid>
              <a:tr h="177800">
                <a:tc>
                  <a:txBody>
                    <a:bodyPr/>
                    <a:lstStyle/>
                    <a:p>
                      <a:pPr indent="0" lvl="0" marL="0" marR="0" rtl="0" algn="l">
                        <a:spcBef>
                          <a:spcPts val="0"/>
                        </a:spcBef>
                        <a:spcAft>
                          <a:spcPts val="0"/>
                        </a:spcAft>
                        <a:buNone/>
                      </a:pPr>
                      <a:r>
                        <a:rPr lang="ja-JP" sz="1400">
                          <a:latin typeface="Arial"/>
                          <a:ea typeface="Arial"/>
                          <a:cs typeface="Arial"/>
                          <a:sym typeface="Arial"/>
                        </a:rPr>
                        <a:t>氏名（メールアドレス）</a:t>
                      </a:r>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EDEDED"/>
                    </a:solidFill>
                  </a:tcPr>
                </a:tc>
                <a:tc gridSpan="3">
                  <a:txBody>
                    <a:bodyPr/>
                    <a:lstStyle/>
                    <a:p>
                      <a:pPr indent="0" lvl="0" marL="0" marR="0" rtl="0" algn="l">
                        <a:spcBef>
                          <a:spcPts val="0"/>
                        </a:spcBef>
                        <a:spcAft>
                          <a:spcPts val="0"/>
                        </a:spcAft>
                        <a:buNone/>
                      </a:pPr>
                      <a:r>
                        <a:rPr lang="ja-JP" sz="1400">
                          <a:latin typeface="Arial"/>
                          <a:ea typeface="Arial"/>
                          <a:cs typeface="Arial"/>
                          <a:sym typeface="Arial"/>
                        </a:rPr>
                        <a:t>小林 紀昭　（ </a:t>
                      </a:r>
                      <a:r>
                        <a:rPr b="0" i="0" lang="ja-JP" sz="1400" u="none" strike="noStrike">
                          <a:solidFill>
                            <a:schemeClr val="dk1"/>
                          </a:solidFill>
                          <a:latin typeface="Arial"/>
                          <a:ea typeface="Arial"/>
                          <a:cs typeface="Arial"/>
                          <a:sym typeface="Arial"/>
                        </a:rPr>
                        <a:t>nori-kobayashi</a:t>
                      </a:r>
                      <a:r>
                        <a:rPr lang="ja-JP" sz="1400">
                          <a:latin typeface="Arial"/>
                          <a:ea typeface="Arial"/>
                          <a:cs typeface="Arial"/>
                          <a:sym typeface="Arial"/>
                        </a:rPr>
                        <a:t>@system-exe.co.jp ）　</a:t>
                      </a:r>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hMerge="1"/>
                <a:tc hMerge="1"/>
              </a:tr>
              <a:tr h="177800">
                <a:tc>
                  <a:txBody>
                    <a:bodyPr/>
                    <a:lstStyle/>
                    <a:p>
                      <a:pPr indent="0" lvl="0" marL="0" marR="0" rtl="0" algn="l">
                        <a:spcBef>
                          <a:spcPts val="0"/>
                        </a:spcBef>
                        <a:spcAft>
                          <a:spcPts val="0"/>
                        </a:spcAft>
                        <a:buNone/>
                      </a:pPr>
                      <a:r>
                        <a:rPr lang="ja-JP" sz="1400">
                          <a:latin typeface="Arial"/>
                          <a:ea typeface="Arial"/>
                          <a:cs typeface="Arial"/>
                          <a:sym typeface="Arial"/>
                        </a:rPr>
                        <a:t>所属部署</a:t>
                      </a:r>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EDEDED"/>
                    </a:solidFill>
                  </a:tcPr>
                </a:tc>
                <a:tc gridSpan="3">
                  <a:txBody>
                    <a:bodyPr/>
                    <a:lstStyle/>
                    <a:p>
                      <a:pPr indent="0" lvl="0" marL="0" marR="0" rtl="0" algn="l">
                        <a:spcBef>
                          <a:spcPts val="0"/>
                        </a:spcBef>
                        <a:spcAft>
                          <a:spcPts val="0"/>
                        </a:spcAft>
                        <a:buNone/>
                      </a:pPr>
                      <a:r>
                        <a:rPr lang="ja-JP" sz="1400">
                          <a:latin typeface="Arial"/>
                          <a:ea typeface="Arial"/>
                          <a:cs typeface="Arial"/>
                          <a:sym typeface="Arial"/>
                        </a:rPr>
                        <a:t>石油・化学ソリューション本部ソリューション２部</a:t>
                      </a:r>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hMerge="1"/>
                <a:tc hMerge="1"/>
              </a:tr>
              <a:tr h="177800">
                <a:tc>
                  <a:txBody>
                    <a:bodyPr/>
                    <a:lstStyle/>
                    <a:p>
                      <a:pPr indent="0" lvl="0" marL="0" marR="0" rtl="0" algn="l">
                        <a:spcBef>
                          <a:spcPts val="0"/>
                        </a:spcBef>
                        <a:spcAft>
                          <a:spcPts val="0"/>
                        </a:spcAft>
                        <a:buNone/>
                      </a:pPr>
                      <a:r>
                        <a:rPr lang="ja-JP" sz="1400">
                          <a:latin typeface="Arial"/>
                          <a:ea typeface="Arial"/>
                          <a:cs typeface="Arial"/>
                          <a:sym typeface="Arial"/>
                        </a:rPr>
                        <a:t>拠点</a:t>
                      </a:r>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EDEDED"/>
                    </a:solidFill>
                  </a:tcPr>
                </a:tc>
                <a:tc>
                  <a:txBody>
                    <a:bodyPr/>
                    <a:lstStyle/>
                    <a:p>
                      <a:pPr indent="0" lvl="0" marL="0" marR="0" rtl="0" algn="l">
                        <a:spcBef>
                          <a:spcPts val="0"/>
                        </a:spcBef>
                        <a:spcAft>
                          <a:spcPts val="0"/>
                        </a:spcAft>
                        <a:buNone/>
                      </a:pPr>
                      <a:r>
                        <a:rPr lang="ja-JP" sz="1400">
                          <a:latin typeface="Arial"/>
                          <a:ea typeface="Arial"/>
                          <a:cs typeface="Arial"/>
                          <a:sym typeface="Arial"/>
                        </a:rPr>
                        <a:t>千葉オフィス</a:t>
                      </a:r>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rPr lang="ja-JP" sz="1400">
                          <a:latin typeface="Arial"/>
                          <a:ea typeface="Arial"/>
                          <a:cs typeface="Arial"/>
                          <a:sym typeface="Arial"/>
                        </a:rPr>
                        <a:t>電話番号</a:t>
                      </a:r>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EDEDED"/>
                    </a:solidFill>
                  </a:tcPr>
                </a:tc>
                <a:tc>
                  <a:txBody>
                    <a:bodyPr/>
                    <a:lstStyle/>
                    <a:p>
                      <a:pPr indent="0" lvl="0" marL="0" marR="0" rtl="0" algn="l">
                        <a:spcBef>
                          <a:spcPts val="0"/>
                        </a:spcBef>
                        <a:spcAft>
                          <a:spcPts val="0"/>
                        </a:spcAft>
                        <a:buNone/>
                      </a:pPr>
                      <a:r>
                        <a:rPr lang="ja-JP" sz="1400">
                          <a:latin typeface="Arial"/>
                          <a:ea typeface="Arial"/>
                          <a:cs typeface="Arial"/>
                          <a:sym typeface="Arial"/>
                        </a:rPr>
                        <a:t>043-287-7030</a:t>
                      </a:r>
                      <a:endParaRPr sz="1400">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r>
              <a:tr h="177800">
                <a:tc>
                  <a:txBody>
                    <a:bodyPr/>
                    <a:lstStyle/>
                    <a:p>
                      <a:pPr indent="0" lvl="0" marL="0" marR="0" rtl="0" algn="l">
                        <a:spcBef>
                          <a:spcPts val="0"/>
                        </a:spcBef>
                        <a:spcAft>
                          <a:spcPts val="0"/>
                        </a:spcAft>
                        <a:buNone/>
                      </a:pPr>
                      <a:r>
                        <a:rPr lang="ja-JP" sz="1400">
                          <a:latin typeface="Arial"/>
                          <a:ea typeface="Arial"/>
                          <a:cs typeface="Arial"/>
                          <a:sym typeface="Arial"/>
                        </a:rPr>
                        <a:t>住所</a:t>
                      </a:r>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EDEDED"/>
                    </a:solidFill>
                  </a:tcPr>
                </a:tc>
                <a:tc gridSpan="3">
                  <a:txBody>
                    <a:bodyPr/>
                    <a:lstStyle/>
                    <a:p>
                      <a:pPr indent="0" lvl="0" marL="0" marR="0" rtl="0" algn="l">
                        <a:lnSpc>
                          <a:spcPct val="100000"/>
                        </a:lnSpc>
                        <a:spcBef>
                          <a:spcPts val="0"/>
                        </a:spcBef>
                        <a:spcAft>
                          <a:spcPts val="0"/>
                        </a:spcAft>
                        <a:buClr>
                          <a:schemeClr val="dk1"/>
                        </a:buClr>
                        <a:buSzPts val="1400"/>
                        <a:buFont typeface="Arial"/>
                        <a:buNone/>
                      </a:pPr>
                      <a:r>
                        <a:rPr lang="ja-JP" sz="1400" u="none" strike="noStrike">
                          <a:solidFill>
                            <a:schemeClr val="dk1"/>
                          </a:solidFill>
                          <a:latin typeface="Arial"/>
                          <a:ea typeface="Arial"/>
                          <a:cs typeface="Arial"/>
                          <a:sym typeface="Arial"/>
                        </a:rPr>
                        <a:t>〒260-0045　千葉県千葉市中央区弁天1-5-1　オーパスビルディング9階</a:t>
                      </a:r>
                      <a:endParaRPr sz="1400">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hMerge="1"/>
                <a:tc hMerge="1"/>
              </a:tr>
            </a:tbl>
          </a:graphicData>
        </a:graphic>
      </p:graphicFrame>
      <p:sp>
        <p:nvSpPr>
          <p:cNvPr id="2504" name="Google Shape;2504;p71"/>
          <p:cNvSpPr/>
          <p:nvPr/>
        </p:nvSpPr>
        <p:spPr>
          <a:xfrm>
            <a:off x="144000" y="4536000"/>
            <a:ext cx="8856000" cy="360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ja-JP" sz="1600">
                <a:solidFill>
                  <a:srgbClr val="1E4E79"/>
                </a:solidFill>
                <a:latin typeface="Arial"/>
                <a:ea typeface="Arial"/>
                <a:cs typeface="Arial"/>
                <a:sym typeface="Arial"/>
              </a:rPr>
              <a:t>営業担当（提案窓口・契約窓口）</a:t>
            </a:r>
            <a:endParaRPr b="1" sz="1600">
              <a:solidFill>
                <a:srgbClr val="1E4E79"/>
              </a:solidFill>
              <a:latin typeface="Arial"/>
              <a:ea typeface="Arial"/>
              <a:cs typeface="Arial"/>
              <a:sym typeface="Arial"/>
            </a:endParaRPr>
          </a:p>
        </p:txBody>
      </p:sp>
      <p:graphicFrame>
        <p:nvGraphicFramePr>
          <p:cNvPr id="2505" name="Google Shape;2505;p71"/>
          <p:cNvGraphicFramePr/>
          <p:nvPr/>
        </p:nvGraphicFramePr>
        <p:xfrm>
          <a:off x="144000" y="4896000"/>
          <a:ext cx="3000000" cy="3000000"/>
        </p:xfrm>
        <a:graphic>
          <a:graphicData uri="http://schemas.openxmlformats.org/drawingml/2006/table">
            <a:tbl>
              <a:tblPr>
                <a:noFill/>
                <a:tableStyleId>{FE03F3E7-6964-46DF-ADC6-E4BCA3E1CC40}</a:tableStyleId>
              </a:tblPr>
              <a:tblGrid>
                <a:gridCol w="2234325"/>
                <a:gridCol w="2213350"/>
                <a:gridCol w="2234325"/>
                <a:gridCol w="2174725"/>
              </a:tblGrid>
              <a:tr h="177800">
                <a:tc>
                  <a:txBody>
                    <a:bodyPr/>
                    <a:lstStyle/>
                    <a:p>
                      <a:pPr indent="0" lvl="0" marL="0" marR="0" rtl="0" algn="l">
                        <a:spcBef>
                          <a:spcPts val="0"/>
                        </a:spcBef>
                        <a:spcAft>
                          <a:spcPts val="0"/>
                        </a:spcAft>
                        <a:buNone/>
                      </a:pPr>
                      <a:r>
                        <a:rPr lang="ja-JP" sz="1400">
                          <a:latin typeface="Arial"/>
                          <a:ea typeface="Arial"/>
                          <a:cs typeface="Arial"/>
                          <a:sym typeface="Arial"/>
                        </a:rPr>
                        <a:t>氏名（メールアドレス）</a:t>
                      </a:r>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EDEDED"/>
                    </a:solidFill>
                  </a:tcPr>
                </a:tc>
                <a:tc gridSpan="3">
                  <a:txBody>
                    <a:bodyPr/>
                    <a:lstStyle/>
                    <a:p>
                      <a:pPr indent="0" lvl="0" marL="0" marR="0" rtl="0" algn="l">
                        <a:spcBef>
                          <a:spcPts val="0"/>
                        </a:spcBef>
                        <a:spcAft>
                          <a:spcPts val="0"/>
                        </a:spcAft>
                        <a:buNone/>
                      </a:pPr>
                      <a:r>
                        <a:rPr b="0" i="0" lang="ja-JP" sz="1400" u="none" strike="noStrike">
                          <a:solidFill>
                            <a:schemeClr val="dk1"/>
                          </a:solidFill>
                          <a:latin typeface="Arial"/>
                          <a:ea typeface="Arial"/>
                          <a:cs typeface="Arial"/>
                          <a:sym typeface="Arial"/>
                        </a:rPr>
                        <a:t>髙浦 祐朗</a:t>
                      </a:r>
                      <a:r>
                        <a:rPr lang="ja-JP" sz="1400">
                          <a:latin typeface="Arial"/>
                          <a:ea typeface="Arial"/>
                          <a:cs typeface="Arial"/>
                          <a:sym typeface="Arial"/>
                        </a:rPr>
                        <a:t>　（ </a:t>
                      </a:r>
                      <a:r>
                        <a:rPr b="0" i="0" lang="ja-JP" sz="1400" u="none" strike="noStrike">
                          <a:solidFill>
                            <a:schemeClr val="dk1"/>
                          </a:solidFill>
                          <a:latin typeface="Arial"/>
                          <a:ea typeface="Arial"/>
                          <a:cs typeface="Arial"/>
                          <a:sym typeface="Arial"/>
                        </a:rPr>
                        <a:t>m-takaura@system-exe.co.jp</a:t>
                      </a:r>
                      <a:r>
                        <a:rPr lang="ja-JP" sz="1400">
                          <a:latin typeface="Arial"/>
                          <a:ea typeface="Arial"/>
                          <a:cs typeface="Arial"/>
                          <a:sym typeface="Arial"/>
                        </a:rPr>
                        <a:t> ）　</a:t>
                      </a:r>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hMerge="1"/>
                <a:tc hMerge="1"/>
              </a:tr>
              <a:tr h="177800">
                <a:tc>
                  <a:txBody>
                    <a:bodyPr/>
                    <a:lstStyle/>
                    <a:p>
                      <a:pPr indent="0" lvl="0" marL="0" marR="0" rtl="0" algn="l">
                        <a:spcBef>
                          <a:spcPts val="0"/>
                        </a:spcBef>
                        <a:spcAft>
                          <a:spcPts val="0"/>
                        </a:spcAft>
                        <a:buNone/>
                      </a:pPr>
                      <a:r>
                        <a:rPr lang="ja-JP" sz="1400">
                          <a:latin typeface="Arial"/>
                          <a:ea typeface="Arial"/>
                          <a:cs typeface="Arial"/>
                          <a:sym typeface="Arial"/>
                        </a:rPr>
                        <a:t>所属部署</a:t>
                      </a:r>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EDEDED"/>
                    </a:solidFill>
                  </a:tcPr>
                </a:tc>
                <a:tc gridSpan="3">
                  <a:txBody>
                    <a:bodyPr/>
                    <a:lstStyle/>
                    <a:p>
                      <a:pPr indent="0" lvl="0" marL="0" marR="0" rtl="0" algn="l">
                        <a:spcBef>
                          <a:spcPts val="0"/>
                        </a:spcBef>
                        <a:spcAft>
                          <a:spcPts val="0"/>
                        </a:spcAft>
                        <a:buNone/>
                      </a:pPr>
                      <a:r>
                        <a:rPr b="0" i="0" lang="ja-JP" sz="1400" u="none" strike="noStrike">
                          <a:solidFill>
                            <a:schemeClr val="dk1"/>
                          </a:solidFill>
                          <a:latin typeface="Arial"/>
                          <a:ea typeface="Arial"/>
                          <a:cs typeface="Arial"/>
                          <a:sym typeface="Arial"/>
                        </a:rPr>
                        <a:t>営業本部アカウント営業部</a:t>
                      </a:r>
                      <a:endParaRPr sz="1400">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hMerge="1"/>
                <a:tc hMerge="1"/>
              </a:tr>
              <a:tr h="177800">
                <a:tc>
                  <a:txBody>
                    <a:bodyPr/>
                    <a:lstStyle/>
                    <a:p>
                      <a:pPr indent="0" lvl="0" marL="0" marR="0" rtl="0" algn="l">
                        <a:spcBef>
                          <a:spcPts val="0"/>
                        </a:spcBef>
                        <a:spcAft>
                          <a:spcPts val="0"/>
                        </a:spcAft>
                        <a:buNone/>
                      </a:pPr>
                      <a:r>
                        <a:rPr lang="ja-JP" sz="1400">
                          <a:latin typeface="Arial"/>
                          <a:ea typeface="Arial"/>
                          <a:cs typeface="Arial"/>
                          <a:sym typeface="Arial"/>
                        </a:rPr>
                        <a:t>拠点</a:t>
                      </a:r>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EDEDED"/>
                    </a:solidFill>
                  </a:tcPr>
                </a:tc>
                <a:tc>
                  <a:txBody>
                    <a:bodyPr/>
                    <a:lstStyle/>
                    <a:p>
                      <a:pPr indent="0" lvl="0" marL="0" marR="0" rtl="0" algn="l">
                        <a:spcBef>
                          <a:spcPts val="0"/>
                        </a:spcBef>
                        <a:spcAft>
                          <a:spcPts val="0"/>
                        </a:spcAft>
                        <a:buNone/>
                      </a:pPr>
                      <a:r>
                        <a:rPr lang="ja-JP" sz="1400">
                          <a:latin typeface="Arial"/>
                          <a:ea typeface="Arial"/>
                          <a:cs typeface="Arial"/>
                          <a:sym typeface="Arial"/>
                        </a:rPr>
                        <a:t>本社</a:t>
                      </a:r>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rPr lang="ja-JP" sz="1400">
                          <a:latin typeface="Arial"/>
                          <a:ea typeface="Arial"/>
                          <a:cs typeface="Arial"/>
                          <a:sym typeface="Arial"/>
                        </a:rPr>
                        <a:t>電話番号</a:t>
                      </a:r>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EDEDED"/>
                    </a:solidFill>
                  </a:tcPr>
                </a:tc>
                <a:tc>
                  <a:txBody>
                    <a:bodyPr/>
                    <a:lstStyle/>
                    <a:p>
                      <a:pPr indent="0" lvl="0" marL="0" marR="0" rtl="0" algn="l">
                        <a:spcBef>
                          <a:spcPts val="0"/>
                        </a:spcBef>
                        <a:spcAft>
                          <a:spcPts val="0"/>
                        </a:spcAft>
                        <a:buNone/>
                      </a:pPr>
                      <a:r>
                        <a:rPr b="0" lang="ja-JP" sz="1400">
                          <a:solidFill>
                            <a:schemeClr val="dk1"/>
                          </a:solidFill>
                          <a:latin typeface="Arial"/>
                          <a:ea typeface="Arial"/>
                          <a:cs typeface="Arial"/>
                          <a:sym typeface="Arial"/>
                        </a:rPr>
                        <a:t>03-5299-5352</a:t>
                      </a:r>
                      <a:endParaRPr sz="1400">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r>
              <a:tr h="177800">
                <a:tc>
                  <a:txBody>
                    <a:bodyPr/>
                    <a:lstStyle/>
                    <a:p>
                      <a:pPr indent="0" lvl="0" marL="0" marR="0" rtl="0" algn="l">
                        <a:spcBef>
                          <a:spcPts val="0"/>
                        </a:spcBef>
                        <a:spcAft>
                          <a:spcPts val="0"/>
                        </a:spcAft>
                        <a:buNone/>
                      </a:pPr>
                      <a:r>
                        <a:rPr lang="ja-JP" sz="1400">
                          <a:latin typeface="Arial"/>
                          <a:ea typeface="Arial"/>
                          <a:cs typeface="Arial"/>
                          <a:sym typeface="Arial"/>
                        </a:rPr>
                        <a:t>住所</a:t>
                      </a:r>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EDEDED"/>
                    </a:solidFill>
                  </a:tcPr>
                </a:tc>
                <a:tc gridSpan="3">
                  <a:txBody>
                    <a:bodyPr/>
                    <a:lstStyle/>
                    <a:p>
                      <a:pPr indent="0" lvl="0" marL="0" marR="0" rtl="0" algn="l">
                        <a:lnSpc>
                          <a:spcPct val="100000"/>
                        </a:lnSpc>
                        <a:spcBef>
                          <a:spcPts val="0"/>
                        </a:spcBef>
                        <a:spcAft>
                          <a:spcPts val="0"/>
                        </a:spcAft>
                        <a:buClr>
                          <a:schemeClr val="dk1"/>
                        </a:buClr>
                        <a:buSzPts val="1400"/>
                        <a:buFont typeface="Arial"/>
                        <a:buNone/>
                      </a:pPr>
                      <a:r>
                        <a:rPr b="0" lang="ja-JP" sz="1400">
                          <a:solidFill>
                            <a:schemeClr val="dk1"/>
                          </a:solidFill>
                          <a:latin typeface="Arial"/>
                          <a:ea typeface="Arial"/>
                          <a:cs typeface="Arial"/>
                          <a:sym typeface="Arial"/>
                        </a:rPr>
                        <a:t>〒104-0028　東京都中央区八重洲2-7-2 八重洲三井ビルディング 5階</a:t>
                      </a:r>
                      <a:endParaRPr sz="1400">
                        <a:latin typeface="Arial"/>
                        <a:ea typeface="Arial"/>
                        <a:cs typeface="Arial"/>
                        <a:sym typeface="Arial"/>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hMerge="1"/>
                <a:tc hMerge="1"/>
              </a:tr>
            </a:tbl>
          </a:graphicData>
        </a:graphic>
      </p:graphicFrame>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9" name="Shape 2509"/>
        <p:cNvGrpSpPr/>
        <p:nvPr/>
      </p:nvGrpSpPr>
      <p:grpSpPr>
        <a:xfrm>
          <a:off x="0" y="0"/>
          <a:ext cx="0" cy="0"/>
          <a:chOff x="0" y="0"/>
          <a:chExt cx="0" cy="0"/>
        </a:xfrm>
      </p:grpSpPr>
      <p:sp>
        <p:nvSpPr>
          <p:cNvPr id="2510" name="Google Shape;2510;p72"/>
          <p:cNvSpPr txBox="1"/>
          <p:nvPr>
            <p:ph type="title"/>
          </p:nvPr>
        </p:nvSpPr>
        <p:spPr>
          <a:xfrm>
            <a:off x="144000" y="36000"/>
            <a:ext cx="8856000" cy="5760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3000"/>
              <a:buFont typeface="Arial"/>
              <a:buNone/>
            </a:pPr>
            <a:r>
              <a:rPr lang="ja-JP"/>
              <a:t>提案環境に関する弊社情報</a:t>
            </a:r>
            <a:endParaRPr/>
          </a:p>
        </p:txBody>
      </p:sp>
      <p:graphicFrame>
        <p:nvGraphicFramePr>
          <p:cNvPr id="2511" name="Google Shape;2511;p72"/>
          <p:cNvGraphicFramePr/>
          <p:nvPr/>
        </p:nvGraphicFramePr>
        <p:xfrm>
          <a:off x="144463" y="4392000"/>
          <a:ext cx="3000000" cy="3000000"/>
        </p:xfrm>
        <a:graphic>
          <a:graphicData uri="http://schemas.openxmlformats.org/drawingml/2006/table">
            <a:tbl>
              <a:tblPr bandRow="1" firstRow="1">
                <a:noFill/>
                <a:tableStyleId>{FE03F3E7-6964-46DF-ADC6-E4BCA3E1CC40}</a:tableStyleId>
              </a:tblPr>
              <a:tblGrid>
                <a:gridCol w="2212575"/>
                <a:gridCol w="4430400"/>
                <a:gridCol w="2212575"/>
              </a:tblGrid>
              <a:tr h="177800">
                <a:tc gridSpan="2">
                  <a:txBody>
                    <a:bodyPr/>
                    <a:lstStyle/>
                    <a:p>
                      <a:pPr indent="0" lvl="0" marL="0" marR="0" rtl="0" algn="l">
                        <a:spcBef>
                          <a:spcPts val="0"/>
                        </a:spcBef>
                        <a:spcAft>
                          <a:spcPts val="0"/>
                        </a:spcAft>
                        <a:buNone/>
                      </a:pPr>
                      <a:r>
                        <a:rPr b="1" lang="ja-JP" sz="1400">
                          <a:solidFill>
                            <a:schemeClr val="lt1"/>
                          </a:solidFill>
                          <a:latin typeface="Arial"/>
                          <a:ea typeface="Arial"/>
                          <a:cs typeface="Arial"/>
                          <a:sym typeface="Arial"/>
                        </a:rPr>
                        <a:t>スキル項目</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c hMerge="1"/>
                <a:tc>
                  <a:txBody>
                    <a:bodyPr/>
                    <a:lstStyle/>
                    <a:p>
                      <a:pPr indent="0" lvl="0" marL="0" marR="0" rtl="0" algn="r">
                        <a:spcBef>
                          <a:spcPts val="0"/>
                        </a:spcBef>
                        <a:spcAft>
                          <a:spcPts val="0"/>
                        </a:spcAft>
                        <a:buNone/>
                      </a:pPr>
                      <a:r>
                        <a:rPr b="1" lang="ja-JP" sz="1400">
                          <a:solidFill>
                            <a:schemeClr val="lt1"/>
                          </a:solidFill>
                          <a:latin typeface="Arial"/>
                          <a:ea typeface="Arial"/>
                          <a:cs typeface="Arial"/>
                          <a:sym typeface="Arial"/>
                        </a:rPr>
                        <a:t>技術者数</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r>
              <a:tr h="177800">
                <a:tc>
                  <a:txBody>
                    <a:bodyPr/>
                    <a:lstStyle/>
                    <a:p>
                      <a:pPr indent="0" lvl="0" marL="0" marR="0" rtl="0" algn="l">
                        <a:spcBef>
                          <a:spcPts val="0"/>
                        </a:spcBef>
                        <a:spcAft>
                          <a:spcPts val="0"/>
                        </a:spcAft>
                        <a:buNone/>
                      </a:pPr>
                      <a:r>
                        <a:rPr lang="ja-JP" sz="1400">
                          <a:latin typeface="Arial"/>
                          <a:ea typeface="Arial"/>
                          <a:cs typeface="Arial"/>
                          <a:sym typeface="Arial"/>
                        </a:rPr>
                        <a:t>OS</a:t>
                      </a:r>
                      <a:endParaRPr sz="1400">
                        <a:latin typeface="Arial"/>
                        <a:ea typeface="Arial"/>
                        <a:cs typeface="Arial"/>
                        <a:sym typeface="Arial"/>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rPr lang="ja-JP" sz="1400">
                          <a:latin typeface="Arial"/>
                          <a:ea typeface="Arial"/>
                          <a:cs typeface="Arial"/>
                          <a:sym typeface="Arial"/>
                        </a:rPr>
                        <a:t>Windows Server</a:t>
                      </a:r>
                      <a:endParaRPr sz="1400">
                        <a:latin typeface="Arial"/>
                        <a:ea typeface="Arial"/>
                        <a:cs typeface="Arial"/>
                        <a:sym typeface="Arial"/>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r">
                        <a:spcBef>
                          <a:spcPts val="0"/>
                        </a:spcBef>
                        <a:spcAft>
                          <a:spcPts val="0"/>
                        </a:spcAft>
                        <a:buNone/>
                      </a:pPr>
                      <a:r>
                        <a:rPr lang="ja-JP" sz="1400">
                          <a:latin typeface="Arial"/>
                          <a:ea typeface="Arial"/>
                          <a:cs typeface="Arial"/>
                          <a:sym typeface="Arial"/>
                        </a:rPr>
                        <a:t>101人</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r>
              <a:tr h="177800">
                <a:tc>
                  <a:txBody>
                    <a:bodyPr/>
                    <a:lstStyle/>
                    <a:p>
                      <a:pPr indent="0" lvl="0" marL="0" marR="0" rtl="0" algn="l">
                        <a:spcBef>
                          <a:spcPts val="0"/>
                        </a:spcBef>
                        <a:spcAft>
                          <a:spcPts val="0"/>
                        </a:spcAft>
                        <a:buNone/>
                      </a:pPr>
                      <a:r>
                        <a:rPr lang="ja-JP" sz="1400">
                          <a:latin typeface="Arial"/>
                          <a:ea typeface="Arial"/>
                          <a:cs typeface="Arial"/>
                          <a:sym typeface="Arial"/>
                        </a:rPr>
                        <a:t>データベース</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rPr lang="ja-JP" sz="1400">
                          <a:latin typeface="Arial"/>
                          <a:ea typeface="Arial"/>
                          <a:cs typeface="Arial"/>
                          <a:sym typeface="Arial"/>
                        </a:rPr>
                        <a:t>Oracle</a:t>
                      </a:r>
                      <a:endParaRPr sz="1400">
                        <a:latin typeface="Arial"/>
                        <a:ea typeface="Arial"/>
                        <a:cs typeface="Arial"/>
                        <a:sym typeface="Arial"/>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r">
                        <a:spcBef>
                          <a:spcPts val="0"/>
                        </a:spcBef>
                        <a:spcAft>
                          <a:spcPts val="0"/>
                        </a:spcAft>
                        <a:buNone/>
                      </a:pPr>
                      <a:r>
                        <a:rPr lang="ja-JP" sz="1400">
                          <a:latin typeface="Arial"/>
                          <a:ea typeface="Arial"/>
                          <a:cs typeface="Arial"/>
                          <a:sym typeface="Arial"/>
                        </a:rPr>
                        <a:t>176人</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r>
              <a:tr h="177800">
                <a:tc>
                  <a:txBody>
                    <a:bodyPr/>
                    <a:lstStyle/>
                    <a:p>
                      <a:pPr indent="0" lvl="0" marL="0" marR="0" rtl="0" algn="l">
                        <a:spcBef>
                          <a:spcPts val="0"/>
                        </a:spcBef>
                        <a:spcAft>
                          <a:spcPts val="0"/>
                        </a:spcAft>
                        <a:buNone/>
                      </a:pPr>
                      <a:r>
                        <a:rPr lang="ja-JP" sz="1400">
                          <a:latin typeface="Arial"/>
                          <a:ea typeface="Arial"/>
                          <a:cs typeface="Arial"/>
                          <a:sym typeface="Arial"/>
                        </a:rPr>
                        <a:t>フレームワーク</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rPr lang="ja-JP" sz="1400">
                          <a:latin typeface="Arial"/>
                          <a:ea typeface="Arial"/>
                          <a:cs typeface="Arial"/>
                          <a:sym typeface="Arial"/>
                        </a:rPr>
                        <a:t>.NET Framework</a:t>
                      </a:r>
                      <a:endParaRPr sz="1400">
                        <a:latin typeface="Arial"/>
                        <a:ea typeface="Arial"/>
                        <a:cs typeface="Arial"/>
                        <a:sym typeface="Arial"/>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r">
                        <a:spcBef>
                          <a:spcPts val="0"/>
                        </a:spcBef>
                        <a:spcAft>
                          <a:spcPts val="0"/>
                        </a:spcAft>
                        <a:buNone/>
                      </a:pPr>
                      <a:r>
                        <a:rPr lang="ja-JP" sz="1400">
                          <a:latin typeface="Arial"/>
                          <a:ea typeface="Arial"/>
                          <a:cs typeface="Arial"/>
                          <a:sym typeface="Arial"/>
                        </a:rPr>
                        <a:t>55人</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r>
              <a:tr h="177800">
                <a:tc>
                  <a:txBody>
                    <a:bodyPr/>
                    <a:lstStyle/>
                    <a:p>
                      <a:pPr indent="0" lvl="0" marL="0" marR="0" rtl="0" algn="l">
                        <a:spcBef>
                          <a:spcPts val="0"/>
                        </a:spcBef>
                        <a:spcAft>
                          <a:spcPts val="0"/>
                        </a:spcAft>
                        <a:buNone/>
                      </a:pPr>
                      <a:r>
                        <a:rPr lang="ja-JP" sz="1400">
                          <a:latin typeface="Arial"/>
                          <a:ea typeface="Arial"/>
                          <a:cs typeface="Arial"/>
                          <a:sym typeface="Arial"/>
                        </a:rPr>
                        <a:t>言語</a:t>
                      </a:r>
                      <a:endParaRPr sz="1400">
                        <a:latin typeface="Arial"/>
                        <a:ea typeface="Arial"/>
                        <a:cs typeface="Arial"/>
                        <a:sym typeface="Arial"/>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rPr lang="ja-JP" sz="1400">
                          <a:latin typeface="Arial"/>
                          <a:ea typeface="Arial"/>
                          <a:cs typeface="Arial"/>
                          <a:sym typeface="Arial"/>
                        </a:rPr>
                        <a:t>Visual Basic</a:t>
                      </a:r>
                      <a:endParaRPr sz="1400">
                        <a:latin typeface="Arial"/>
                        <a:ea typeface="Arial"/>
                        <a:cs typeface="Arial"/>
                        <a:sym typeface="Arial"/>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r">
                        <a:spcBef>
                          <a:spcPts val="0"/>
                        </a:spcBef>
                        <a:spcAft>
                          <a:spcPts val="0"/>
                        </a:spcAft>
                        <a:buNone/>
                      </a:pPr>
                      <a:r>
                        <a:rPr lang="ja-JP" sz="1400">
                          <a:latin typeface="Arial"/>
                          <a:ea typeface="Arial"/>
                          <a:cs typeface="Arial"/>
                          <a:sym typeface="Arial"/>
                        </a:rPr>
                        <a:t>78人</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r>
            </a:tbl>
          </a:graphicData>
        </a:graphic>
      </p:graphicFrame>
      <p:sp>
        <p:nvSpPr>
          <p:cNvPr id="2512" name="Google Shape;2512;p72"/>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ja-JP"/>
              <a:t>Copyright© 2020 SystemEXE,Inc. all rights reserved.</a:t>
            </a:r>
            <a:endParaRPr/>
          </a:p>
        </p:txBody>
      </p:sp>
      <p:sp>
        <p:nvSpPr>
          <p:cNvPr id="2513" name="Google Shape;2513;p72"/>
          <p:cNvSpPr txBox="1"/>
          <p:nvPr>
            <p:ph idx="12" type="sldNum"/>
          </p:nvPr>
        </p:nvSpPr>
        <p:spPr>
          <a:xfrm>
            <a:off x="4212000" y="6500068"/>
            <a:ext cx="720000" cy="288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ja-JP"/>
              <a:t>‹#›</a:t>
            </a:fld>
            <a:endParaRPr/>
          </a:p>
        </p:txBody>
      </p:sp>
      <p:sp>
        <p:nvSpPr>
          <p:cNvPr id="2514" name="Google Shape;2514;p72"/>
          <p:cNvSpPr txBox="1"/>
          <p:nvPr/>
        </p:nvSpPr>
        <p:spPr>
          <a:xfrm>
            <a:off x="144000" y="3996000"/>
            <a:ext cx="2736000" cy="288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4E79"/>
              </a:buClr>
              <a:buSzPts val="1600"/>
              <a:buFont typeface="Arial"/>
              <a:buNone/>
            </a:pPr>
            <a:r>
              <a:rPr b="1" lang="ja-JP" sz="1600">
                <a:solidFill>
                  <a:srgbClr val="1E4E79"/>
                </a:solidFill>
                <a:latin typeface="Arial"/>
                <a:ea typeface="Arial"/>
                <a:cs typeface="Arial"/>
                <a:sym typeface="Arial"/>
              </a:rPr>
              <a:t>提案環境技術に関する技術者数</a:t>
            </a:r>
            <a:endParaRPr b="1" sz="1600">
              <a:solidFill>
                <a:srgbClr val="1E4E79"/>
              </a:solidFill>
              <a:latin typeface="Arial"/>
              <a:ea typeface="Arial"/>
              <a:cs typeface="Arial"/>
              <a:sym typeface="Arial"/>
            </a:endParaRPr>
          </a:p>
        </p:txBody>
      </p:sp>
      <p:sp>
        <p:nvSpPr>
          <p:cNvPr id="2515" name="Google Shape;2515;p72"/>
          <p:cNvSpPr txBox="1"/>
          <p:nvPr/>
        </p:nvSpPr>
        <p:spPr>
          <a:xfrm>
            <a:off x="144000" y="1080000"/>
            <a:ext cx="2736000" cy="288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4E79"/>
              </a:buClr>
              <a:buSzPts val="1600"/>
              <a:buFont typeface="Arial"/>
              <a:buNone/>
            </a:pPr>
            <a:r>
              <a:rPr b="1" lang="ja-JP" sz="1600">
                <a:solidFill>
                  <a:srgbClr val="1E4E79"/>
                </a:solidFill>
                <a:latin typeface="Arial"/>
                <a:ea typeface="Arial"/>
                <a:cs typeface="Arial"/>
                <a:sym typeface="Arial"/>
              </a:rPr>
              <a:t>提案環境の導入数およびユーザ数</a:t>
            </a:r>
            <a:endParaRPr b="1" sz="1600">
              <a:solidFill>
                <a:srgbClr val="1E4E79"/>
              </a:solidFill>
              <a:latin typeface="Arial"/>
              <a:ea typeface="Arial"/>
              <a:cs typeface="Arial"/>
              <a:sym typeface="Arial"/>
            </a:endParaRPr>
          </a:p>
        </p:txBody>
      </p:sp>
      <p:sp>
        <p:nvSpPr>
          <p:cNvPr id="2516" name="Google Shape;2516;p72"/>
          <p:cNvSpPr txBox="1"/>
          <p:nvPr/>
        </p:nvSpPr>
        <p:spPr>
          <a:xfrm>
            <a:off x="144000" y="1440001"/>
            <a:ext cx="8856000" cy="792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今回ご提案しております環境であるWindows Server/Oracle/VB.NETにつきましては、いづれも導入実績が多数ございます。下記は、今回開発を担当します石油・化学ソリューション本部の過去３年間における提案環境のおおよその導入数およびユーザ数（導入企業数）を提示いたします。</a:t>
            </a:r>
            <a:endParaRPr sz="1400">
              <a:solidFill>
                <a:schemeClr val="dk1"/>
              </a:solidFill>
              <a:latin typeface="Arial"/>
              <a:ea typeface="Arial"/>
              <a:cs typeface="Arial"/>
              <a:sym typeface="Arial"/>
            </a:endParaRPr>
          </a:p>
        </p:txBody>
      </p:sp>
      <p:graphicFrame>
        <p:nvGraphicFramePr>
          <p:cNvPr id="2517" name="Google Shape;2517;p72"/>
          <p:cNvGraphicFramePr/>
          <p:nvPr/>
        </p:nvGraphicFramePr>
        <p:xfrm>
          <a:off x="144463" y="2304000"/>
          <a:ext cx="3000000" cy="3000000"/>
        </p:xfrm>
        <a:graphic>
          <a:graphicData uri="http://schemas.openxmlformats.org/drawingml/2006/table">
            <a:tbl>
              <a:tblPr bandRow="1" firstRow="1">
                <a:noFill/>
                <a:tableStyleId>{FE03F3E7-6964-46DF-ADC6-E4BCA3E1CC40}</a:tableStyleId>
              </a:tblPr>
              <a:tblGrid>
                <a:gridCol w="2212250"/>
                <a:gridCol w="3102775"/>
                <a:gridCol w="1374975"/>
                <a:gridCol w="2165575"/>
              </a:tblGrid>
              <a:tr h="177800">
                <a:tc gridSpan="2">
                  <a:txBody>
                    <a:bodyPr/>
                    <a:lstStyle/>
                    <a:p>
                      <a:pPr indent="0" lvl="0" marL="0" marR="0" rtl="0" algn="l">
                        <a:spcBef>
                          <a:spcPts val="0"/>
                        </a:spcBef>
                        <a:spcAft>
                          <a:spcPts val="0"/>
                        </a:spcAft>
                        <a:buNone/>
                      </a:pPr>
                      <a:r>
                        <a:rPr b="1" lang="ja-JP" sz="1400">
                          <a:solidFill>
                            <a:schemeClr val="lt1"/>
                          </a:solidFill>
                          <a:latin typeface="Arial"/>
                          <a:ea typeface="Arial"/>
                          <a:cs typeface="Arial"/>
                          <a:sym typeface="Arial"/>
                        </a:rPr>
                        <a:t>技術</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c hMerge="1"/>
                <a:tc>
                  <a:txBody>
                    <a:bodyPr/>
                    <a:lstStyle/>
                    <a:p>
                      <a:pPr indent="0" lvl="0" marL="0" marR="0" rtl="0" algn="r">
                        <a:spcBef>
                          <a:spcPts val="0"/>
                        </a:spcBef>
                        <a:spcAft>
                          <a:spcPts val="0"/>
                        </a:spcAft>
                        <a:buNone/>
                      </a:pPr>
                      <a:r>
                        <a:rPr b="1" lang="ja-JP" sz="1400">
                          <a:solidFill>
                            <a:schemeClr val="lt1"/>
                          </a:solidFill>
                          <a:latin typeface="Arial"/>
                          <a:ea typeface="Arial"/>
                          <a:cs typeface="Arial"/>
                          <a:sym typeface="Arial"/>
                        </a:rPr>
                        <a:t>導入数</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c>
                  <a:txBody>
                    <a:bodyPr/>
                    <a:lstStyle/>
                    <a:p>
                      <a:pPr indent="0" lvl="0" marL="0" marR="0" rtl="0" algn="r">
                        <a:spcBef>
                          <a:spcPts val="0"/>
                        </a:spcBef>
                        <a:spcAft>
                          <a:spcPts val="0"/>
                        </a:spcAft>
                        <a:buNone/>
                      </a:pPr>
                      <a:r>
                        <a:rPr b="1" lang="ja-JP" sz="1400">
                          <a:solidFill>
                            <a:schemeClr val="lt1"/>
                          </a:solidFill>
                          <a:latin typeface="Arial"/>
                          <a:ea typeface="Arial"/>
                          <a:cs typeface="Arial"/>
                          <a:sym typeface="Arial"/>
                        </a:rPr>
                        <a:t>ユーザ数（導入企業数）</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r>
              <a:tr h="177800">
                <a:tc>
                  <a:txBody>
                    <a:bodyPr/>
                    <a:lstStyle/>
                    <a:p>
                      <a:pPr indent="0" lvl="0" marL="0" marR="0" rtl="0" algn="l">
                        <a:spcBef>
                          <a:spcPts val="0"/>
                        </a:spcBef>
                        <a:spcAft>
                          <a:spcPts val="0"/>
                        </a:spcAft>
                        <a:buNone/>
                      </a:pPr>
                      <a:r>
                        <a:rPr lang="ja-JP" sz="1400">
                          <a:latin typeface="Arial"/>
                          <a:ea typeface="Arial"/>
                          <a:cs typeface="Arial"/>
                          <a:sym typeface="Arial"/>
                        </a:rPr>
                        <a:t>OS</a:t>
                      </a:r>
                      <a:endParaRPr sz="1400">
                        <a:latin typeface="Arial"/>
                        <a:ea typeface="Arial"/>
                        <a:cs typeface="Arial"/>
                        <a:sym typeface="Arial"/>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rPr lang="ja-JP" sz="1400">
                          <a:latin typeface="Arial"/>
                          <a:ea typeface="Arial"/>
                          <a:cs typeface="Arial"/>
                          <a:sym typeface="Arial"/>
                        </a:rPr>
                        <a:t>Windows Server</a:t>
                      </a:r>
                      <a:endParaRPr sz="1400">
                        <a:latin typeface="Arial"/>
                        <a:ea typeface="Arial"/>
                        <a:cs typeface="Arial"/>
                        <a:sym typeface="Arial"/>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r">
                        <a:spcBef>
                          <a:spcPts val="0"/>
                        </a:spcBef>
                        <a:spcAft>
                          <a:spcPts val="0"/>
                        </a:spcAft>
                        <a:buNone/>
                      </a:pPr>
                      <a:r>
                        <a:rPr lang="ja-JP" sz="1400">
                          <a:latin typeface="Arial"/>
                          <a:ea typeface="Arial"/>
                          <a:cs typeface="Arial"/>
                          <a:sym typeface="Arial"/>
                        </a:rPr>
                        <a:t>25</a:t>
                      </a:r>
                      <a:endParaRPr sz="1400">
                        <a:latin typeface="Arial"/>
                        <a:ea typeface="Arial"/>
                        <a:cs typeface="Arial"/>
                        <a:sym typeface="Arial"/>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r">
                        <a:spcBef>
                          <a:spcPts val="0"/>
                        </a:spcBef>
                        <a:spcAft>
                          <a:spcPts val="0"/>
                        </a:spcAft>
                        <a:buNone/>
                      </a:pPr>
                      <a:r>
                        <a:rPr lang="ja-JP" sz="1400">
                          <a:latin typeface="Arial"/>
                          <a:ea typeface="Arial"/>
                          <a:cs typeface="Arial"/>
                          <a:sym typeface="Arial"/>
                        </a:rPr>
                        <a:t>13</a:t>
                      </a:r>
                      <a:endParaRPr sz="1400">
                        <a:latin typeface="Arial"/>
                        <a:ea typeface="Arial"/>
                        <a:cs typeface="Arial"/>
                        <a:sym typeface="Arial"/>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r>
              <a:tr h="177800">
                <a:tc>
                  <a:txBody>
                    <a:bodyPr/>
                    <a:lstStyle/>
                    <a:p>
                      <a:pPr indent="0" lvl="0" marL="0" marR="0" rtl="0" algn="l">
                        <a:spcBef>
                          <a:spcPts val="0"/>
                        </a:spcBef>
                        <a:spcAft>
                          <a:spcPts val="0"/>
                        </a:spcAft>
                        <a:buNone/>
                      </a:pPr>
                      <a:r>
                        <a:rPr lang="ja-JP" sz="1400">
                          <a:latin typeface="Arial"/>
                          <a:ea typeface="Arial"/>
                          <a:cs typeface="Arial"/>
                          <a:sym typeface="Arial"/>
                        </a:rPr>
                        <a:t>データベース</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rPr lang="ja-JP" sz="1400">
                          <a:latin typeface="Arial"/>
                          <a:ea typeface="Arial"/>
                          <a:cs typeface="Arial"/>
                          <a:sym typeface="Arial"/>
                        </a:rPr>
                        <a:t>Oracle</a:t>
                      </a:r>
                      <a:endParaRPr sz="1400">
                        <a:latin typeface="Arial"/>
                        <a:ea typeface="Arial"/>
                        <a:cs typeface="Arial"/>
                        <a:sym typeface="Arial"/>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r">
                        <a:spcBef>
                          <a:spcPts val="0"/>
                        </a:spcBef>
                        <a:spcAft>
                          <a:spcPts val="0"/>
                        </a:spcAft>
                        <a:buNone/>
                      </a:pPr>
                      <a:r>
                        <a:rPr lang="ja-JP" sz="1400">
                          <a:latin typeface="Arial"/>
                          <a:ea typeface="Arial"/>
                          <a:cs typeface="Arial"/>
                          <a:sym typeface="Arial"/>
                        </a:rPr>
                        <a:t>28</a:t>
                      </a:r>
                      <a:endParaRPr sz="1400">
                        <a:latin typeface="Arial"/>
                        <a:ea typeface="Arial"/>
                        <a:cs typeface="Arial"/>
                        <a:sym typeface="Arial"/>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r">
                        <a:spcBef>
                          <a:spcPts val="0"/>
                        </a:spcBef>
                        <a:spcAft>
                          <a:spcPts val="0"/>
                        </a:spcAft>
                        <a:buNone/>
                      </a:pPr>
                      <a:r>
                        <a:rPr lang="ja-JP" sz="1400">
                          <a:latin typeface="Arial"/>
                          <a:ea typeface="Arial"/>
                          <a:cs typeface="Arial"/>
                          <a:sym typeface="Arial"/>
                        </a:rPr>
                        <a:t>4</a:t>
                      </a:r>
                      <a:endParaRPr sz="1400">
                        <a:latin typeface="Arial"/>
                        <a:ea typeface="Arial"/>
                        <a:cs typeface="Arial"/>
                        <a:sym typeface="Arial"/>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r>
              <a:tr h="177800">
                <a:tc>
                  <a:txBody>
                    <a:bodyPr/>
                    <a:lstStyle/>
                    <a:p>
                      <a:pPr indent="0" lvl="0" marL="0" marR="0" rtl="0" algn="l">
                        <a:spcBef>
                          <a:spcPts val="0"/>
                        </a:spcBef>
                        <a:spcAft>
                          <a:spcPts val="0"/>
                        </a:spcAft>
                        <a:buNone/>
                      </a:pPr>
                      <a:r>
                        <a:rPr lang="ja-JP" sz="1400">
                          <a:latin typeface="Arial"/>
                          <a:ea typeface="Arial"/>
                          <a:cs typeface="Arial"/>
                          <a:sym typeface="Arial"/>
                        </a:rPr>
                        <a:t>開発言語</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rPr lang="ja-JP" sz="1400">
                          <a:latin typeface="Arial"/>
                          <a:ea typeface="Arial"/>
                          <a:cs typeface="Arial"/>
                          <a:sym typeface="Arial"/>
                        </a:rPr>
                        <a:t>VB.NET</a:t>
                      </a:r>
                      <a:endParaRPr sz="1400">
                        <a:latin typeface="Arial"/>
                        <a:ea typeface="Arial"/>
                        <a:cs typeface="Arial"/>
                        <a:sym typeface="Arial"/>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r">
                        <a:spcBef>
                          <a:spcPts val="0"/>
                        </a:spcBef>
                        <a:spcAft>
                          <a:spcPts val="0"/>
                        </a:spcAft>
                        <a:buNone/>
                      </a:pPr>
                      <a:r>
                        <a:rPr lang="ja-JP" sz="1400">
                          <a:latin typeface="Arial"/>
                          <a:ea typeface="Arial"/>
                          <a:cs typeface="Arial"/>
                          <a:sym typeface="Arial"/>
                        </a:rPr>
                        <a:t>20</a:t>
                      </a:r>
                      <a:endParaRPr sz="1400">
                        <a:latin typeface="Arial"/>
                        <a:ea typeface="Arial"/>
                        <a:cs typeface="Arial"/>
                        <a:sym typeface="Arial"/>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r">
                        <a:spcBef>
                          <a:spcPts val="0"/>
                        </a:spcBef>
                        <a:spcAft>
                          <a:spcPts val="0"/>
                        </a:spcAft>
                        <a:buNone/>
                      </a:pPr>
                      <a:r>
                        <a:rPr lang="ja-JP" sz="1400">
                          <a:latin typeface="Arial"/>
                          <a:ea typeface="Arial"/>
                          <a:cs typeface="Arial"/>
                          <a:sym typeface="Arial"/>
                        </a:rPr>
                        <a:t>11</a:t>
                      </a:r>
                      <a:endParaRPr sz="1400">
                        <a:latin typeface="Arial"/>
                        <a:ea typeface="Arial"/>
                        <a:cs typeface="Arial"/>
                        <a:sym typeface="Arial"/>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r>
            </a:tbl>
          </a:graphicData>
        </a:graphic>
      </p:graphicFrame>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1" name="Shape 2521"/>
        <p:cNvGrpSpPr/>
        <p:nvPr/>
      </p:nvGrpSpPr>
      <p:grpSpPr>
        <a:xfrm>
          <a:off x="0" y="0"/>
          <a:ext cx="0" cy="0"/>
          <a:chOff x="0" y="0"/>
          <a:chExt cx="0" cy="0"/>
        </a:xfrm>
      </p:grpSpPr>
      <p:sp>
        <p:nvSpPr>
          <p:cNvPr id="2522" name="Google Shape;2522;p73"/>
          <p:cNvSpPr txBox="1"/>
          <p:nvPr>
            <p:ph type="title"/>
          </p:nvPr>
        </p:nvSpPr>
        <p:spPr>
          <a:xfrm>
            <a:off x="144000" y="36000"/>
            <a:ext cx="8856000" cy="5760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3000"/>
              <a:buFont typeface="Arial"/>
              <a:buNone/>
            </a:pPr>
            <a:r>
              <a:rPr lang="ja-JP"/>
              <a:t>類似案件の実績 - 1　（全社実績）</a:t>
            </a:r>
            <a:endParaRPr/>
          </a:p>
        </p:txBody>
      </p:sp>
      <p:sp>
        <p:nvSpPr>
          <p:cNvPr id="2523" name="Google Shape;2523;p73"/>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ja-JP"/>
              <a:t>Copyright© 2020 SystemEXE,Inc. all rights reserved.</a:t>
            </a:r>
            <a:endParaRPr/>
          </a:p>
        </p:txBody>
      </p:sp>
      <p:sp>
        <p:nvSpPr>
          <p:cNvPr id="2524" name="Google Shape;2524;p73"/>
          <p:cNvSpPr txBox="1"/>
          <p:nvPr>
            <p:ph idx="12" type="sldNum"/>
          </p:nvPr>
        </p:nvSpPr>
        <p:spPr>
          <a:xfrm>
            <a:off x="4212000" y="6500068"/>
            <a:ext cx="720000" cy="288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ja-JP"/>
              <a:t>‹#›</a:t>
            </a:fld>
            <a:endParaRPr/>
          </a:p>
        </p:txBody>
      </p:sp>
      <p:graphicFrame>
        <p:nvGraphicFramePr>
          <p:cNvPr id="2525" name="Google Shape;2525;p73"/>
          <p:cNvGraphicFramePr/>
          <p:nvPr/>
        </p:nvGraphicFramePr>
        <p:xfrm>
          <a:off x="144000" y="864003"/>
          <a:ext cx="3000000" cy="3000000"/>
        </p:xfrm>
        <a:graphic>
          <a:graphicData uri="http://schemas.openxmlformats.org/drawingml/2006/table">
            <a:tbl>
              <a:tblPr>
                <a:noFill/>
                <a:tableStyleId>{323E3909-D12D-49F2-A0F7-1776A2868E15}</a:tableStyleId>
              </a:tblPr>
              <a:tblGrid>
                <a:gridCol w="383900"/>
                <a:gridCol w="556175"/>
                <a:gridCol w="5354425"/>
                <a:gridCol w="1489425"/>
                <a:gridCol w="1072050"/>
              </a:tblGrid>
              <a:tr h="218975">
                <a:tc>
                  <a:txBody>
                    <a:bodyPr/>
                    <a:lstStyle/>
                    <a:p>
                      <a:pPr indent="0" lvl="0" marL="0" marR="0" rtl="0" algn="ctr">
                        <a:lnSpc>
                          <a:spcPct val="100000"/>
                        </a:lnSpc>
                        <a:spcBef>
                          <a:spcPts val="0"/>
                        </a:spcBef>
                        <a:spcAft>
                          <a:spcPts val="0"/>
                        </a:spcAft>
                        <a:buClr>
                          <a:schemeClr val="lt1"/>
                        </a:buClr>
                        <a:buSzPts val="1400"/>
                        <a:buFont typeface="Arial"/>
                        <a:buNone/>
                      </a:pPr>
                      <a:r>
                        <a:rPr b="1" i="0" lang="ja-JP" sz="1400" u="none" cap="none" strike="noStrike">
                          <a:solidFill>
                            <a:schemeClr val="lt1"/>
                          </a:solidFill>
                          <a:latin typeface="Arial"/>
                          <a:ea typeface="Arial"/>
                          <a:cs typeface="Arial"/>
                          <a:sym typeface="Arial"/>
                        </a:rPr>
                        <a:t>No</a:t>
                      </a:r>
                      <a:endParaRPr b="1" i="0" sz="1400" u="none" cap="none" strike="noStrike">
                        <a:solidFill>
                          <a:schemeClr val="lt1"/>
                        </a:solidFill>
                        <a:latin typeface="Arial"/>
                        <a:ea typeface="Arial"/>
                        <a:cs typeface="Arial"/>
                        <a:sym typeface="Arial"/>
                      </a:endParaRPr>
                    </a:p>
                  </a:txBody>
                  <a:tcPr marT="36000" marB="36000" marR="36000" marL="36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c>
                  <a:txBody>
                    <a:bodyPr/>
                    <a:lstStyle/>
                    <a:p>
                      <a:pPr indent="0" lvl="0" marL="0" marR="0" rtl="0" algn="ctr">
                        <a:lnSpc>
                          <a:spcPct val="100000"/>
                        </a:lnSpc>
                        <a:spcBef>
                          <a:spcPts val="0"/>
                        </a:spcBef>
                        <a:spcAft>
                          <a:spcPts val="0"/>
                        </a:spcAft>
                        <a:buClr>
                          <a:schemeClr val="lt1"/>
                        </a:buClr>
                        <a:buSzPts val="1400"/>
                        <a:buFont typeface="Arial"/>
                        <a:buNone/>
                      </a:pPr>
                      <a:r>
                        <a:rPr b="1" lang="ja-JP" sz="1400" u="none" cap="none" strike="noStrike">
                          <a:solidFill>
                            <a:schemeClr val="lt1"/>
                          </a:solidFill>
                          <a:latin typeface="Arial"/>
                          <a:ea typeface="Arial"/>
                          <a:cs typeface="Arial"/>
                          <a:sym typeface="Arial"/>
                        </a:rPr>
                        <a:t>業種</a:t>
                      </a:r>
                      <a:endParaRPr b="1" i="0" sz="1400" u="none" cap="none" strike="noStrike">
                        <a:solidFill>
                          <a:schemeClr val="lt1"/>
                        </a:solidFill>
                        <a:latin typeface="Arial"/>
                        <a:ea typeface="Arial"/>
                        <a:cs typeface="Arial"/>
                        <a:sym typeface="Arial"/>
                      </a:endParaRPr>
                    </a:p>
                  </a:txBody>
                  <a:tcPr marT="36000" marB="36000" marR="36000" marL="36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c>
                  <a:txBody>
                    <a:bodyPr/>
                    <a:lstStyle/>
                    <a:p>
                      <a:pPr indent="0" lvl="0" marL="0" marR="0" rtl="0" algn="ctr">
                        <a:lnSpc>
                          <a:spcPct val="100000"/>
                        </a:lnSpc>
                        <a:spcBef>
                          <a:spcPts val="0"/>
                        </a:spcBef>
                        <a:spcAft>
                          <a:spcPts val="0"/>
                        </a:spcAft>
                        <a:buClr>
                          <a:schemeClr val="lt1"/>
                        </a:buClr>
                        <a:buSzPts val="1400"/>
                        <a:buFont typeface="Arial"/>
                        <a:buNone/>
                      </a:pPr>
                      <a:r>
                        <a:rPr b="1" lang="ja-JP" sz="1400" u="none" cap="none" strike="noStrike">
                          <a:solidFill>
                            <a:schemeClr val="lt1"/>
                          </a:solidFill>
                          <a:latin typeface="Arial"/>
                          <a:ea typeface="Arial"/>
                          <a:cs typeface="Arial"/>
                          <a:sym typeface="Arial"/>
                        </a:rPr>
                        <a:t>プロジェクト概要</a:t>
                      </a:r>
                      <a:endParaRPr b="1" i="0" sz="1400" u="none" cap="none" strike="noStrike">
                        <a:solidFill>
                          <a:schemeClr val="lt1"/>
                        </a:solidFill>
                        <a:latin typeface="Arial"/>
                        <a:ea typeface="Arial"/>
                        <a:cs typeface="Arial"/>
                        <a:sym typeface="Arial"/>
                      </a:endParaRPr>
                    </a:p>
                  </a:txBody>
                  <a:tcPr marT="36000" marB="36000" marR="36000" marL="36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c>
                  <a:txBody>
                    <a:bodyPr/>
                    <a:lstStyle/>
                    <a:p>
                      <a:pPr indent="0" lvl="0" marL="0" marR="0" rtl="0" algn="ctr">
                        <a:lnSpc>
                          <a:spcPct val="100000"/>
                        </a:lnSpc>
                        <a:spcBef>
                          <a:spcPts val="0"/>
                        </a:spcBef>
                        <a:spcAft>
                          <a:spcPts val="0"/>
                        </a:spcAft>
                        <a:buClr>
                          <a:schemeClr val="lt1"/>
                        </a:buClr>
                        <a:buSzPts val="1400"/>
                        <a:buFont typeface="Arial"/>
                        <a:buNone/>
                      </a:pPr>
                      <a:r>
                        <a:rPr b="1" lang="ja-JP" sz="1400" u="none" cap="none" strike="noStrike">
                          <a:solidFill>
                            <a:schemeClr val="lt1"/>
                          </a:solidFill>
                          <a:latin typeface="Arial"/>
                          <a:ea typeface="Arial"/>
                          <a:cs typeface="Arial"/>
                          <a:sym typeface="Arial"/>
                        </a:rPr>
                        <a:t>環境</a:t>
                      </a:r>
                      <a:endParaRPr b="1" i="0" sz="1400" u="none" cap="none" strike="noStrike">
                        <a:solidFill>
                          <a:schemeClr val="lt1"/>
                        </a:solidFill>
                        <a:latin typeface="Arial"/>
                        <a:ea typeface="Arial"/>
                        <a:cs typeface="Arial"/>
                        <a:sym typeface="Arial"/>
                      </a:endParaRPr>
                    </a:p>
                  </a:txBody>
                  <a:tcPr marT="36000" marB="36000" marR="36000" marL="36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c>
                  <a:txBody>
                    <a:bodyPr/>
                    <a:lstStyle/>
                    <a:p>
                      <a:pPr indent="0" lvl="0" marL="0" marR="0" rtl="0" algn="ctr">
                        <a:lnSpc>
                          <a:spcPct val="100000"/>
                        </a:lnSpc>
                        <a:spcBef>
                          <a:spcPts val="0"/>
                        </a:spcBef>
                        <a:spcAft>
                          <a:spcPts val="0"/>
                        </a:spcAft>
                        <a:buClr>
                          <a:schemeClr val="lt1"/>
                        </a:buClr>
                        <a:buSzPts val="1400"/>
                        <a:buFont typeface="Arial"/>
                        <a:buNone/>
                      </a:pPr>
                      <a:r>
                        <a:rPr b="1" lang="ja-JP" sz="1400" u="none" cap="none" strike="noStrike">
                          <a:solidFill>
                            <a:schemeClr val="lt1"/>
                          </a:solidFill>
                          <a:latin typeface="Arial"/>
                          <a:ea typeface="Arial"/>
                          <a:cs typeface="Arial"/>
                          <a:sym typeface="Arial"/>
                        </a:rPr>
                        <a:t>開発規模</a:t>
                      </a:r>
                      <a:endParaRPr b="1" sz="1400" u="none" cap="none" strike="noStrike">
                        <a:solidFill>
                          <a:schemeClr val="lt1"/>
                        </a:solidFill>
                        <a:latin typeface="Arial"/>
                        <a:ea typeface="Arial"/>
                        <a:cs typeface="Arial"/>
                        <a:sym typeface="Arial"/>
                      </a:endParaRPr>
                    </a:p>
                  </a:txBody>
                  <a:tcPr marT="36000" marB="36000" marR="36000" marL="36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r>
              <a:tr h="873900">
                <a:tc>
                  <a:txBody>
                    <a:bodyPr/>
                    <a:lstStyle/>
                    <a:p>
                      <a:pPr indent="0" lvl="0" marL="0" marR="0" rtl="0" algn="ctr">
                        <a:lnSpc>
                          <a:spcPct val="100000"/>
                        </a:lnSpc>
                        <a:spcBef>
                          <a:spcPts val="0"/>
                        </a:spcBef>
                        <a:spcAft>
                          <a:spcPts val="0"/>
                        </a:spcAft>
                        <a:buClr>
                          <a:schemeClr val="dk1"/>
                        </a:buClr>
                        <a:buSzPts val="1400"/>
                        <a:buFont typeface="Arial"/>
                        <a:buNone/>
                      </a:pPr>
                      <a:r>
                        <a:rPr b="0" i="0" lang="ja-JP" sz="1400" u="none" cap="none" strike="noStrike">
                          <a:solidFill>
                            <a:schemeClr val="dk1"/>
                          </a:solidFill>
                          <a:latin typeface="Arial"/>
                          <a:ea typeface="Arial"/>
                          <a:cs typeface="Arial"/>
                          <a:sym typeface="Arial"/>
                        </a:rPr>
                        <a:t>1</a:t>
                      </a:r>
                      <a:endParaRPr b="0" i="0" sz="1400" u="none" cap="none" strike="noStrike">
                        <a:solidFill>
                          <a:schemeClr val="dk1"/>
                        </a:solidFill>
                        <a:latin typeface="Arial"/>
                        <a:ea typeface="Arial"/>
                        <a:cs typeface="Arial"/>
                        <a:sym typeface="Arial"/>
                      </a:endParaRPr>
                    </a:p>
                  </a:txBody>
                  <a:tcPr marT="36000" marB="36000" marR="36000" marL="3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400"/>
                        <a:buFont typeface="Arial"/>
                        <a:buNone/>
                      </a:pPr>
                      <a:r>
                        <a:rPr b="0" i="0" lang="ja-JP" sz="1400" u="none" cap="none" strike="noStrike">
                          <a:solidFill>
                            <a:schemeClr val="dk1"/>
                          </a:solidFill>
                          <a:latin typeface="Arial"/>
                          <a:ea typeface="Arial"/>
                          <a:cs typeface="Arial"/>
                          <a:sym typeface="Arial"/>
                        </a:rPr>
                        <a:t>不動産</a:t>
                      </a:r>
                      <a:endParaRPr/>
                    </a:p>
                  </a:txBody>
                  <a:tcPr marT="36000" marB="36000" marR="36000" marL="3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400"/>
                        <a:buFont typeface="Arial"/>
                        <a:buNone/>
                      </a:pPr>
                      <a:r>
                        <a:rPr lang="ja-JP" sz="1400" u="sng" cap="none" strike="noStrike">
                          <a:latin typeface="Arial"/>
                          <a:ea typeface="Arial"/>
                          <a:cs typeface="Arial"/>
                          <a:sym typeface="Arial"/>
                        </a:rPr>
                        <a:t>商業施設運営管理システム開発</a:t>
                      </a:r>
                      <a:endParaRPr/>
                    </a:p>
                    <a:p>
                      <a:pPr indent="0" lvl="0" marL="0" marR="0" rtl="0" algn="l">
                        <a:lnSpc>
                          <a:spcPct val="100000"/>
                        </a:lnSpc>
                        <a:spcBef>
                          <a:spcPts val="0"/>
                        </a:spcBef>
                        <a:spcAft>
                          <a:spcPts val="0"/>
                        </a:spcAft>
                        <a:buClr>
                          <a:schemeClr val="dk1"/>
                        </a:buClr>
                        <a:buSzPts val="1400"/>
                        <a:buFont typeface="Arial"/>
                        <a:buNone/>
                      </a:pPr>
                      <a:r>
                        <a:rPr lang="ja-JP" sz="1400" u="none" cap="none" strike="noStrike">
                          <a:latin typeface="Arial"/>
                          <a:ea typeface="Arial"/>
                          <a:cs typeface="Arial"/>
                          <a:sym typeface="Arial"/>
                        </a:rPr>
                        <a:t>テナントとの契約、修繕・原状復旧工事、警備・植栽・備品等の施設管理、販促、会計・オーナー請求、予実績管理など、商業施設運営に関わる一連の業務をシステム化。アプリ、インフラ領域の全てを担当。</a:t>
                      </a:r>
                      <a:endParaRPr b="0" i="0" sz="1400" u="none" cap="none" strike="noStrike">
                        <a:solidFill>
                          <a:schemeClr val="dk1"/>
                        </a:solidFill>
                        <a:latin typeface="Arial"/>
                        <a:ea typeface="Arial"/>
                        <a:cs typeface="Arial"/>
                        <a:sym typeface="Arial"/>
                      </a:endParaRPr>
                    </a:p>
                  </a:txBody>
                  <a:tcPr marT="36000" marB="36000" marR="36000" marL="3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400"/>
                        <a:buFont typeface="Arial"/>
                        <a:buNone/>
                      </a:pPr>
                      <a:r>
                        <a:rPr b="0" i="0" lang="ja-JP" sz="1400" u="none" cap="none" strike="noStrike">
                          <a:solidFill>
                            <a:schemeClr val="dk1"/>
                          </a:solidFill>
                          <a:latin typeface="Arial"/>
                          <a:ea typeface="Arial"/>
                          <a:cs typeface="Arial"/>
                          <a:sym typeface="Arial"/>
                        </a:rPr>
                        <a:t>OS: Windows</a:t>
                      </a:r>
                      <a:endParaRPr/>
                    </a:p>
                    <a:p>
                      <a:pPr indent="0" lvl="0" marL="0" marR="0" rtl="0" algn="l">
                        <a:lnSpc>
                          <a:spcPct val="100000"/>
                        </a:lnSpc>
                        <a:spcBef>
                          <a:spcPts val="0"/>
                        </a:spcBef>
                        <a:spcAft>
                          <a:spcPts val="0"/>
                        </a:spcAft>
                        <a:buClr>
                          <a:schemeClr val="dk1"/>
                        </a:buClr>
                        <a:buSzPts val="1400"/>
                        <a:buFont typeface="Arial"/>
                        <a:buNone/>
                      </a:pPr>
                      <a:r>
                        <a:rPr b="0" i="0" lang="ja-JP" sz="1400" u="none" cap="none" strike="noStrike">
                          <a:solidFill>
                            <a:schemeClr val="dk1"/>
                          </a:solidFill>
                          <a:latin typeface="Arial"/>
                          <a:ea typeface="Arial"/>
                          <a:cs typeface="Arial"/>
                          <a:sym typeface="Arial"/>
                        </a:rPr>
                        <a:t>DB: Oracle</a:t>
                      </a:r>
                      <a:endParaRPr/>
                    </a:p>
                    <a:p>
                      <a:pPr indent="0" lvl="0" marL="0" marR="0" rtl="0" algn="l">
                        <a:lnSpc>
                          <a:spcPct val="100000"/>
                        </a:lnSpc>
                        <a:spcBef>
                          <a:spcPts val="0"/>
                        </a:spcBef>
                        <a:spcAft>
                          <a:spcPts val="0"/>
                        </a:spcAft>
                        <a:buClr>
                          <a:schemeClr val="dk1"/>
                        </a:buClr>
                        <a:buSzPts val="1400"/>
                        <a:buFont typeface="Arial"/>
                        <a:buNone/>
                      </a:pPr>
                      <a:r>
                        <a:rPr b="0" i="0" lang="ja-JP" sz="1400" u="none" cap="none" strike="noStrike">
                          <a:solidFill>
                            <a:schemeClr val="dk1"/>
                          </a:solidFill>
                          <a:latin typeface="Arial"/>
                          <a:ea typeface="Arial"/>
                          <a:cs typeface="Arial"/>
                          <a:sym typeface="Arial"/>
                        </a:rPr>
                        <a:t>言語: C#,PL/SQL</a:t>
                      </a:r>
                      <a:endParaRPr b="0" i="0" sz="1400" u="none" cap="none" strike="noStrike">
                        <a:solidFill>
                          <a:schemeClr val="dk1"/>
                        </a:solidFill>
                        <a:latin typeface="Arial"/>
                        <a:ea typeface="Arial"/>
                        <a:cs typeface="Arial"/>
                        <a:sym typeface="Arial"/>
                      </a:endParaRPr>
                    </a:p>
                  </a:txBody>
                  <a:tcPr marT="36000" marB="36000" marR="36000" marL="3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400"/>
                        <a:buFont typeface="Arial"/>
                        <a:buNone/>
                      </a:pPr>
                      <a:r>
                        <a:rPr b="0" i="0" lang="ja-JP" sz="1400" u="none" cap="none" strike="noStrike">
                          <a:solidFill>
                            <a:schemeClr val="dk1"/>
                          </a:solidFill>
                          <a:latin typeface="Arial"/>
                          <a:ea typeface="Arial"/>
                          <a:cs typeface="Arial"/>
                          <a:sym typeface="Arial"/>
                        </a:rPr>
                        <a:t>2,800人月</a:t>
                      </a:r>
                      <a:endParaRPr/>
                    </a:p>
                  </a:txBody>
                  <a:tcPr marT="36000" marB="36000" marR="72000" marL="72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r>
              <a:tr h="546450">
                <a:tc>
                  <a:txBody>
                    <a:bodyPr/>
                    <a:lstStyle/>
                    <a:p>
                      <a:pPr indent="0" lvl="0" marL="0" marR="0" rtl="0" algn="ctr">
                        <a:lnSpc>
                          <a:spcPct val="100000"/>
                        </a:lnSpc>
                        <a:spcBef>
                          <a:spcPts val="0"/>
                        </a:spcBef>
                        <a:spcAft>
                          <a:spcPts val="0"/>
                        </a:spcAft>
                        <a:buClr>
                          <a:schemeClr val="dk1"/>
                        </a:buClr>
                        <a:buSzPts val="1400"/>
                        <a:buFont typeface="Arial"/>
                        <a:buNone/>
                      </a:pPr>
                      <a:r>
                        <a:rPr b="0" i="0" lang="ja-JP" sz="1400" u="none" cap="none" strike="noStrike">
                          <a:solidFill>
                            <a:schemeClr val="dk1"/>
                          </a:solidFill>
                          <a:latin typeface="Arial"/>
                          <a:ea typeface="Arial"/>
                          <a:cs typeface="Arial"/>
                          <a:sym typeface="Arial"/>
                        </a:rPr>
                        <a:t>2</a:t>
                      </a:r>
                      <a:endParaRPr b="0" i="0" sz="1400" u="none" cap="none" strike="noStrike">
                        <a:solidFill>
                          <a:schemeClr val="dk1"/>
                        </a:solidFill>
                        <a:latin typeface="Arial"/>
                        <a:ea typeface="Arial"/>
                        <a:cs typeface="Arial"/>
                        <a:sym typeface="Arial"/>
                      </a:endParaRPr>
                    </a:p>
                  </a:txBody>
                  <a:tcPr marT="36000" marB="36000" marR="36000" marL="3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400"/>
                        <a:buFont typeface="Arial"/>
                        <a:buNone/>
                      </a:pPr>
                      <a:r>
                        <a:rPr b="0" i="0" lang="ja-JP" sz="1400" u="none" cap="none" strike="noStrike">
                          <a:solidFill>
                            <a:schemeClr val="dk1"/>
                          </a:solidFill>
                          <a:latin typeface="Arial"/>
                          <a:ea typeface="Arial"/>
                          <a:cs typeface="Arial"/>
                          <a:sym typeface="Arial"/>
                        </a:rPr>
                        <a:t>建設</a:t>
                      </a:r>
                      <a:endParaRPr/>
                    </a:p>
                  </a:txBody>
                  <a:tcPr marT="36000" marB="36000" marR="36000" marL="3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400"/>
                        <a:buFont typeface="Arial"/>
                        <a:buNone/>
                      </a:pPr>
                      <a:r>
                        <a:rPr lang="ja-JP" sz="1400" u="sng" cap="none" strike="noStrike">
                          <a:latin typeface="Arial"/>
                          <a:ea typeface="Arial"/>
                          <a:cs typeface="Arial"/>
                          <a:sym typeface="Arial"/>
                        </a:rPr>
                        <a:t>経営診断システム開発</a:t>
                      </a:r>
                      <a:endParaRPr sz="1400" u="sng" cap="none" strike="noStrike">
                        <a:latin typeface="Arial"/>
                        <a:ea typeface="Arial"/>
                        <a:cs typeface="Arial"/>
                        <a:sym typeface="Arial"/>
                      </a:endParaRPr>
                    </a:p>
                    <a:p>
                      <a:pPr indent="0" lvl="0" marL="0" marR="0" rtl="0" algn="l">
                        <a:lnSpc>
                          <a:spcPct val="100000"/>
                        </a:lnSpc>
                        <a:spcBef>
                          <a:spcPts val="0"/>
                        </a:spcBef>
                        <a:spcAft>
                          <a:spcPts val="0"/>
                        </a:spcAft>
                        <a:buClr>
                          <a:schemeClr val="dk1"/>
                        </a:buClr>
                        <a:buSzPts val="1400"/>
                        <a:buFont typeface="Arial"/>
                        <a:buNone/>
                      </a:pPr>
                      <a:r>
                        <a:rPr lang="ja-JP" sz="1400" u="none" cap="none" strike="noStrike">
                          <a:latin typeface="Arial"/>
                          <a:ea typeface="Arial"/>
                          <a:cs typeface="Arial"/>
                          <a:sym typeface="Arial"/>
                        </a:rPr>
                        <a:t>建設業登録時の審査対応として、経営状況分析システムを建設系財団法人様へ導入。現在は自社リモート環境で保守対応を継続中。</a:t>
                      </a:r>
                      <a:endParaRPr b="0" i="0" sz="1400" u="none" cap="none" strike="noStrike">
                        <a:solidFill>
                          <a:schemeClr val="dk1"/>
                        </a:solidFill>
                        <a:latin typeface="Arial"/>
                        <a:ea typeface="Arial"/>
                        <a:cs typeface="Arial"/>
                        <a:sym typeface="Arial"/>
                      </a:endParaRPr>
                    </a:p>
                  </a:txBody>
                  <a:tcPr marT="36000" marB="36000" marR="36000" marL="3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400"/>
                        <a:buFont typeface="Arial"/>
                        <a:buNone/>
                      </a:pPr>
                      <a:r>
                        <a:rPr b="0" i="0" lang="ja-JP" sz="1400" u="none" cap="none" strike="noStrike">
                          <a:solidFill>
                            <a:schemeClr val="dk1"/>
                          </a:solidFill>
                          <a:latin typeface="Arial"/>
                          <a:ea typeface="Arial"/>
                          <a:cs typeface="Arial"/>
                          <a:sym typeface="Arial"/>
                        </a:rPr>
                        <a:t>OS: Windows</a:t>
                      </a:r>
                      <a:endParaRPr/>
                    </a:p>
                    <a:p>
                      <a:pPr indent="0" lvl="0" marL="0" marR="0" rtl="0" algn="l">
                        <a:lnSpc>
                          <a:spcPct val="100000"/>
                        </a:lnSpc>
                        <a:spcBef>
                          <a:spcPts val="0"/>
                        </a:spcBef>
                        <a:spcAft>
                          <a:spcPts val="0"/>
                        </a:spcAft>
                        <a:buClr>
                          <a:schemeClr val="dk1"/>
                        </a:buClr>
                        <a:buSzPts val="1400"/>
                        <a:buFont typeface="Arial"/>
                        <a:buNone/>
                      </a:pPr>
                      <a:r>
                        <a:rPr b="0" i="0" lang="ja-JP" sz="1400" u="none" cap="none" strike="noStrike">
                          <a:solidFill>
                            <a:schemeClr val="dk1"/>
                          </a:solidFill>
                          <a:latin typeface="Arial"/>
                          <a:ea typeface="Arial"/>
                          <a:cs typeface="Arial"/>
                          <a:sym typeface="Arial"/>
                        </a:rPr>
                        <a:t>DB: Oracle</a:t>
                      </a:r>
                      <a:endParaRPr/>
                    </a:p>
                    <a:p>
                      <a:pPr indent="0" lvl="0" marL="0" marR="0" rtl="0" algn="l">
                        <a:lnSpc>
                          <a:spcPct val="100000"/>
                        </a:lnSpc>
                        <a:spcBef>
                          <a:spcPts val="0"/>
                        </a:spcBef>
                        <a:spcAft>
                          <a:spcPts val="0"/>
                        </a:spcAft>
                        <a:buClr>
                          <a:schemeClr val="dk1"/>
                        </a:buClr>
                        <a:buSzPts val="1400"/>
                        <a:buFont typeface="Arial"/>
                        <a:buNone/>
                      </a:pPr>
                      <a:r>
                        <a:rPr b="0" i="0" lang="ja-JP" sz="1400" u="none" cap="none" strike="noStrike">
                          <a:solidFill>
                            <a:schemeClr val="dk1"/>
                          </a:solidFill>
                          <a:latin typeface="Arial"/>
                          <a:ea typeface="Arial"/>
                          <a:cs typeface="Arial"/>
                          <a:sym typeface="Arial"/>
                        </a:rPr>
                        <a:t>言語: VB.NET</a:t>
                      </a:r>
                      <a:endParaRPr b="0" i="0" sz="1400" u="none" cap="none" strike="noStrike">
                        <a:solidFill>
                          <a:schemeClr val="dk1"/>
                        </a:solidFill>
                        <a:latin typeface="Arial"/>
                        <a:ea typeface="Arial"/>
                        <a:cs typeface="Arial"/>
                        <a:sym typeface="Arial"/>
                      </a:endParaRPr>
                    </a:p>
                  </a:txBody>
                  <a:tcPr marT="36000" marB="36000" marR="36000" marL="3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400"/>
                        <a:buFont typeface="Arial"/>
                        <a:buNone/>
                      </a:pPr>
                      <a:r>
                        <a:rPr b="0" i="0" lang="ja-JP" sz="1400" u="none" cap="none" strike="noStrike">
                          <a:solidFill>
                            <a:schemeClr val="dk1"/>
                          </a:solidFill>
                          <a:latin typeface="Arial"/>
                          <a:ea typeface="Arial"/>
                          <a:cs typeface="Arial"/>
                          <a:sym typeface="Arial"/>
                        </a:rPr>
                        <a:t>400人月</a:t>
                      </a:r>
                      <a:endParaRPr/>
                    </a:p>
                  </a:txBody>
                  <a:tcPr marT="36000" marB="36000" marR="72000" marL="72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r>
              <a:tr h="579175">
                <a:tc>
                  <a:txBody>
                    <a:bodyPr/>
                    <a:lstStyle/>
                    <a:p>
                      <a:pPr indent="0" lvl="0" marL="0" marR="0" rtl="0" algn="ctr">
                        <a:lnSpc>
                          <a:spcPct val="100000"/>
                        </a:lnSpc>
                        <a:spcBef>
                          <a:spcPts val="0"/>
                        </a:spcBef>
                        <a:spcAft>
                          <a:spcPts val="0"/>
                        </a:spcAft>
                        <a:buClr>
                          <a:srgbClr val="000000"/>
                        </a:buClr>
                        <a:buSzPts val="1400"/>
                        <a:buFont typeface="Arial"/>
                        <a:buNone/>
                      </a:pPr>
                      <a:r>
                        <a:rPr b="0" i="0" lang="ja-JP" sz="1400" u="none" cap="none" strike="noStrike">
                          <a:solidFill>
                            <a:srgbClr val="000000"/>
                          </a:solidFill>
                          <a:latin typeface="Arial"/>
                          <a:ea typeface="Arial"/>
                          <a:cs typeface="Arial"/>
                          <a:sym typeface="Arial"/>
                        </a:rPr>
                        <a:t>3</a:t>
                      </a:r>
                      <a:endParaRPr b="0" i="0" sz="1400" u="none" cap="none" strike="noStrike">
                        <a:solidFill>
                          <a:srgbClr val="000000"/>
                        </a:solidFill>
                        <a:latin typeface="Arial"/>
                        <a:ea typeface="Arial"/>
                        <a:cs typeface="Arial"/>
                        <a:sym typeface="Arial"/>
                      </a:endParaRPr>
                    </a:p>
                  </a:txBody>
                  <a:tcPr marT="36000" marB="36000" marR="36000" marL="3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980"/>
                        <a:buFont typeface="Noto Sans Symbols"/>
                        <a:buNone/>
                      </a:pPr>
                      <a:r>
                        <a:rPr b="0" i="0" lang="ja-JP" sz="1400" u="none" cap="none" strike="noStrike">
                          <a:solidFill>
                            <a:srgbClr val="000000"/>
                          </a:solidFill>
                          <a:latin typeface="Arial"/>
                          <a:ea typeface="Arial"/>
                          <a:cs typeface="Arial"/>
                          <a:sym typeface="Arial"/>
                        </a:rPr>
                        <a:t>船舶</a:t>
                      </a:r>
                      <a:endParaRPr/>
                    </a:p>
                  </a:txBody>
                  <a:tcPr marT="36000" marB="36000" marR="36000" marL="3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ja-JP" sz="1400" u="sng" strike="noStrike">
                          <a:latin typeface="Arial"/>
                          <a:ea typeface="Arial"/>
                          <a:cs typeface="Arial"/>
                          <a:sym typeface="Arial"/>
                        </a:rPr>
                        <a:t>船舶検査情報管理システム開発</a:t>
                      </a:r>
                      <a:endParaRPr sz="1400" u="none" strike="noStrike">
                        <a:latin typeface="Arial"/>
                        <a:ea typeface="Arial"/>
                        <a:cs typeface="Arial"/>
                        <a:sym typeface="Arial"/>
                      </a:endParaRPr>
                    </a:p>
                    <a:p>
                      <a:pPr indent="0" lvl="0" marL="0" marR="0" rtl="0" algn="l">
                        <a:spcBef>
                          <a:spcPts val="0"/>
                        </a:spcBef>
                        <a:spcAft>
                          <a:spcPts val="0"/>
                        </a:spcAft>
                        <a:buNone/>
                      </a:pPr>
                      <a:r>
                        <a:rPr lang="ja-JP" sz="1400" u="none" strike="noStrike">
                          <a:latin typeface="Arial"/>
                          <a:ea typeface="Arial"/>
                          <a:cs typeface="Arial"/>
                          <a:sym typeface="Arial"/>
                        </a:rPr>
                        <a:t>船舶の検査情報を管理し証書を出力するシステム。現在も保守対応継続中。</a:t>
                      </a:r>
                      <a:endParaRPr sz="1400">
                        <a:latin typeface="Arial"/>
                        <a:ea typeface="Arial"/>
                        <a:cs typeface="Arial"/>
                        <a:sym typeface="Arial"/>
                      </a:endParaRPr>
                    </a:p>
                  </a:txBody>
                  <a:tcPr marT="36000" marB="36000" marR="36000" marL="3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980"/>
                        <a:buFont typeface="Noto Sans Symbols"/>
                        <a:buNone/>
                      </a:pPr>
                      <a:r>
                        <a:rPr b="0" i="0" lang="ja-JP" sz="1400" u="none" cap="none" strike="noStrike">
                          <a:solidFill>
                            <a:srgbClr val="000000"/>
                          </a:solidFill>
                          <a:latin typeface="Arial"/>
                          <a:ea typeface="Arial"/>
                          <a:cs typeface="Arial"/>
                          <a:sym typeface="Arial"/>
                        </a:rPr>
                        <a:t>OS: Solaris</a:t>
                      </a:r>
                      <a:endParaRPr/>
                    </a:p>
                    <a:p>
                      <a:pPr indent="0" lvl="0" marL="0" marR="0" rtl="0" algn="l">
                        <a:lnSpc>
                          <a:spcPct val="100000"/>
                        </a:lnSpc>
                        <a:spcBef>
                          <a:spcPts val="140"/>
                        </a:spcBef>
                        <a:spcAft>
                          <a:spcPts val="0"/>
                        </a:spcAft>
                        <a:buClr>
                          <a:srgbClr val="000000"/>
                        </a:buClr>
                        <a:buSzPts val="980"/>
                        <a:buFont typeface="Noto Sans Symbols"/>
                        <a:buNone/>
                      </a:pPr>
                      <a:r>
                        <a:rPr b="0" i="0" lang="ja-JP" sz="1400" u="none" cap="none" strike="noStrike">
                          <a:solidFill>
                            <a:srgbClr val="000000"/>
                          </a:solidFill>
                          <a:latin typeface="Arial"/>
                          <a:ea typeface="Arial"/>
                          <a:cs typeface="Arial"/>
                          <a:sym typeface="Arial"/>
                        </a:rPr>
                        <a:t>DB: Oracle</a:t>
                      </a:r>
                      <a:endParaRPr/>
                    </a:p>
                    <a:p>
                      <a:pPr indent="0" lvl="0" marL="0" marR="0" rtl="0" algn="l">
                        <a:lnSpc>
                          <a:spcPct val="100000"/>
                        </a:lnSpc>
                        <a:spcBef>
                          <a:spcPts val="140"/>
                        </a:spcBef>
                        <a:spcAft>
                          <a:spcPts val="0"/>
                        </a:spcAft>
                        <a:buClr>
                          <a:srgbClr val="000000"/>
                        </a:buClr>
                        <a:buSzPts val="980"/>
                        <a:buFont typeface="Noto Sans Symbols"/>
                        <a:buNone/>
                      </a:pPr>
                      <a:r>
                        <a:rPr b="0" i="0" lang="ja-JP" sz="1400" u="none" cap="none" strike="noStrike">
                          <a:solidFill>
                            <a:srgbClr val="000000"/>
                          </a:solidFill>
                          <a:latin typeface="Arial"/>
                          <a:ea typeface="Arial"/>
                          <a:cs typeface="Arial"/>
                          <a:sym typeface="Arial"/>
                        </a:rPr>
                        <a:t>言語: C#.NET</a:t>
                      </a:r>
                      <a:endParaRPr/>
                    </a:p>
                  </a:txBody>
                  <a:tcPr marT="36000" marB="36000" marR="36000" marL="3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rgbClr val="000000"/>
                        </a:buClr>
                        <a:buSzPts val="1400"/>
                        <a:buFont typeface="Arial"/>
                        <a:buNone/>
                      </a:pPr>
                      <a:r>
                        <a:rPr b="0" i="0" lang="ja-JP" sz="1400" u="none" cap="none" strike="noStrike">
                          <a:solidFill>
                            <a:srgbClr val="000000"/>
                          </a:solidFill>
                          <a:latin typeface="Arial"/>
                          <a:ea typeface="Arial"/>
                          <a:cs typeface="Arial"/>
                          <a:sym typeface="Arial"/>
                        </a:rPr>
                        <a:t>250人月</a:t>
                      </a:r>
                      <a:endParaRPr/>
                    </a:p>
                  </a:txBody>
                  <a:tcPr marT="36000" marB="36000" marR="36000" marL="3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r>
              <a:tr h="710175">
                <a:tc>
                  <a:txBody>
                    <a:bodyPr/>
                    <a:lstStyle/>
                    <a:p>
                      <a:pPr indent="0" lvl="0" marL="0" marR="0" rtl="0" algn="ctr">
                        <a:lnSpc>
                          <a:spcPct val="100000"/>
                        </a:lnSpc>
                        <a:spcBef>
                          <a:spcPts val="0"/>
                        </a:spcBef>
                        <a:spcAft>
                          <a:spcPts val="0"/>
                        </a:spcAft>
                        <a:buClr>
                          <a:srgbClr val="000000"/>
                        </a:buClr>
                        <a:buSzPts val="1400"/>
                        <a:buFont typeface="Arial"/>
                        <a:buNone/>
                      </a:pPr>
                      <a:r>
                        <a:rPr b="0" i="0" lang="ja-JP" sz="1400" u="none" cap="none" strike="noStrike">
                          <a:solidFill>
                            <a:srgbClr val="000000"/>
                          </a:solidFill>
                          <a:latin typeface="Arial"/>
                          <a:ea typeface="Arial"/>
                          <a:cs typeface="Arial"/>
                          <a:sym typeface="Arial"/>
                        </a:rPr>
                        <a:t>4</a:t>
                      </a:r>
                      <a:endParaRPr b="0" i="0" sz="1400" u="none" cap="none" strike="noStrike">
                        <a:solidFill>
                          <a:srgbClr val="000000"/>
                        </a:solidFill>
                        <a:latin typeface="Arial"/>
                        <a:ea typeface="Arial"/>
                        <a:cs typeface="Arial"/>
                        <a:sym typeface="Arial"/>
                      </a:endParaRPr>
                    </a:p>
                  </a:txBody>
                  <a:tcPr marT="36000" marB="36000" marR="36000" marL="3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0" i="0" lang="ja-JP" sz="1400" u="none" cap="none" strike="noStrike">
                          <a:solidFill>
                            <a:srgbClr val="000000"/>
                          </a:solidFill>
                          <a:latin typeface="Arial"/>
                          <a:ea typeface="Arial"/>
                          <a:cs typeface="Arial"/>
                          <a:sym typeface="Arial"/>
                        </a:rPr>
                        <a:t>船舶</a:t>
                      </a:r>
                      <a:endParaRPr/>
                    </a:p>
                  </a:txBody>
                  <a:tcPr marT="36000" marB="36000" marR="36000" marL="3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400"/>
                        <a:buFont typeface="Arial"/>
                        <a:buNone/>
                      </a:pPr>
                      <a:r>
                        <a:rPr lang="ja-JP" sz="1400" u="sng" cap="none" strike="noStrike">
                          <a:latin typeface="Arial"/>
                          <a:ea typeface="Arial"/>
                          <a:cs typeface="Arial"/>
                          <a:sym typeface="Arial"/>
                        </a:rPr>
                        <a:t>温室効果ガス計算システム開発</a:t>
                      </a:r>
                      <a:endParaRPr sz="1400" u="none" cap="none" strike="noStrike">
                        <a:latin typeface="Arial"/>
                        <a:ea typeface="Arial"/>
                        <a:cs typeface="Arial"/>
                        <a:sym typeface="Arial"/>
                      </a:endParaRPr>
                    </a:p>
                    <a:p>
                      <a:pPr indent="0" lvl="0" marL="0" marR="0" rtl="0" algn="l">
                        <a:lnSpc>
                          <a:spcPct val="100000"/>
                        </a:lnSpc>
                        <a:spcBef>
                          <a:spcPts val="0"/>
                        </a:spcBef>
                        <a:spcAft>
                          <a:spcPts val="0"/>
                        </a:spcAft>
                        <a:buClr>
                          <a:schemeClr val="dk1"/>
                        </a:buClr>
                        <a:buSzPts val="1400"/>
                        <a:buFont typeface="Arial"/>
                        <a:buNone/>
                      </a:pPr>
                      <a:r>
                        <a:rPr lang="ja-JP" sz="1400" u="none" cap="none" strike="noStrike">
                          <a:latin typeface="Arial"/>
                          <a:ea typeface="Arial"/>
                          <a:cs typeface="Arial"/>
                          <a:sym typeface="Arial"/>
                        </a:rPr>
                        <a:t>船舶での燃料消費量を基にCO2排出量を計算、任意の期間でその結果をグラフィカルに閲覧できるシステムを構築。また、AdobeFlexを利用しWeb上でグラフ表示するリッチなI/Fを提供。</a:t>
                      </a:r>
                      <a:endParaRPr b="0" i="0" sz="1400" u="none" cap="none" strike="noStrike">
                        <a:solidFill>
                          <a:schemeClr val="dk1"/>
                        </a:solidFill>
                        <a:latin typeface="Arial"/>
                        <a:ea typeface="Arial"/>
                        <a:cs typeface="Arial"/>
                        <a:sym typeface="Arial"/>
                      </a:endParaRPr>
                    </a:p>
                  </a:txBody>
                  <a:tcPr marT="36000" marB="36000" marR="36000" marL="3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980"/>
                        <a:buFont typeface="Noto Sans Symbols"/>
                        <a:buNone/>
                      </a:pPr>
                      <a:r>
                        <a:rPr b="0" i="0" lang="ja-JP" sz="1400" u="none" cap="none" strike="noStrike">
                          <a:solidFill>
                            <a:srgbClr val="000000"/>
                          </a:solidFill>
                          <a:latin typeface="Arial"/>
                          <a:ea typeface="Arial"/>
                          <a:cs typeface="Arial"/>
                          <a:sym typeface="Arial"/>
                        </a:rPr>
                        <a:t>OS: Windows</a:t>
                      </a:r>
                      <a:endParaRPr/>
                    </a:p>
                    <a:p>
                      <a:pPr indent="0" lvl="0" marL="0" marR="0" rtl="0" algn="l">
                        <a:lnSpc>
                          <a:spcPct val="100000"/>
                        </a:lnSpc>
                        <a:spcBef>
                          <a:spcPts val="140"/>
                        </a:spcBef>
                        <a:spcAft>
                          <a:spcPts val="0"/>
                        </a:spcAft>
                        <a:buClr>
                          <a:srgbClr val="000000"/>
                        </a:buClr>
                        <a:buSzPts val="980"/>
                        <a:buFont typeface="Noto Sans Symbols"/>
                        <a:buNone/>
                      </a:pPr>
                      <a:r>
                        <a:rPr b="0" i="0" lang="ja-JP" sz="1400" u="none" cap="none" strike="noStrike">
                          <a:solidFill>
                            <a:srgbClr val="000000"/>
                          </a:solidFill>
                          <a:latin typeface="Arial"/>
                          <a:ea typeface="Arial"/>
                          <a:cs typeface="Arial"/>
                          <a:sym typeface="Arial"/>
                        </a:rPr>
                        <a:t>DB: Oracle</a:t>
                      </a:r>
                      <a:endParaRPr/>
                    </a:p>
                    <a:p>
                      <a:pPr indent="0" lvl="0" marL="0" marR="0" rtl="0" algn="l">
                        <a:lnSpc>
                          <a:spcPct val="100000"/>
                        </a:lnSpc>
                        <a:spcBef>
                          <a:spcPts val="140"/>
                        </a:spcBef>
                        <a:spcAft>
                          <a:spcPts val="0"/>
                        </a:spcAft>
                        <a:buClr>
                          <a:srgbClr val="000000"/>
                        </a:buClr>
                        <a:buSzPts val="980"/>
                        <a:buFont typeface="Noto Sans Symbols"/>
                        <a:buNone/>
                      </a:pPr>
                      <a:r>
                        <a:rPr b="0" i="0" lang="ja-JP" sz="1400" u="none" cap="none" strike="noStrike">
                          <a:solidFill>
                            <a:srgbClr val="000000"/>
                          </a:solidFill>
                          <a:latin typeface="Arial"/>
                          <a:ea typeface="Arial"/>
                          <a:cs typeface="Arial"/>
                          <a:sym typeface="Arial"/>
                        </a:rPr>
                        <a:t>言語: C#.NET</a:t>
                      </a:r>
                      <a:endParaRPr/>
                    </a:p>
                  </a:txBody>
                  <a:tcPr marT="36000" marB="36000" marR="36000" marL="3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rgbClr val="000000"/>
                        </a:buClr>
                        <a:buSzPts val="1400"/>
                        <a:buFont typeface="Arial"/>
                        <a:buNone/>
                      </a:pPr>
                      <a:r>
                        <a:rPr b="0" i="0" lang="ja-JP" sz="1400" u="none" cap="none" strike="noStrike">
                          <a:solidFill>
                            <a:srgbClr val="000000"/>
                          </a:solidFill>
                          <a:latin typeface="Arial"/>
                          <a:ea typeface="Arial"/>
                          <a:cs typeface="Arial"/>
                          <a:sym typeface="Arial"/>
                        </a:rPr>
                        <a:t>150人月</a:t>
                      </a:r>
                      <a:endParaRPr/>
                    </a:p>
                  </a:txBody>
                  <a:tcPr marT="36000" marB="36000" marR="36000" marL="3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r>
              <a:tr h="873900">
                <a:tc>
                  <a:txBody>
                    <a:bodyPr/>
                    <a:lstStyle/>
                    <a:p>
                      <a:pPr indent="0" lvl="0" marL="0" marR="0" rtl="0" algn="ctr">
                        <a:lnSpc>
                          <a:spcPct val="100000"/>
                        </a:lnSpc>
                        <a:spcBef>
                          <a:spcPts val="0"/>
                        </a:spcBef>
                        <a:spcAft>
                          <a:spcPts val="0"/>
                        </a:spcAft>
                        <a:buClr>
                          <a:srgbClr val="000000"/>
                        </a:buClr>
                        <a:buSzPts val="1400"/>
                        <a:buFont typeface="Arial"/>
                        <a:buNone/>
                      </a:pPr>
                      <a:r>
                        <a:rPr b="0" i="0" lang="ja-JP" sz="1400" u="none" cap="none" strike="noStrike">
                          <a:solidFill>
                            <a:srgbClr val="000000"/>
                          </a:solidFill>
                          <a:latin typeface="Arial"/>
                          <a:ea typeface="Arial"/>
                          <a:cs typeface="Arial"/>
                          <a:sym typeface="Arial"/>
                        </a:rPr>
                        <a:t>5</a:t>
                      </a:r>
                      <a:endParaRPr b="0" i="0" sz="1400" u="none" cap="none" strike="noStrike">
                        <a:solidFill>
                          <a:srgbClr val="000000"/>
                        </a:solidFill>
                        <a:latin typeface="Arial"/>
                        <a:ea typeface="Arial"/>
                        <a:cs typeface="Arial"/>
                        <a:sym typeface="Arial"/>
                      </a:endParaRPr>
                    </a:p>
                  </a:txBody>
                  <a:tcPr marT="36000" marB="36000" marR="36000" marL="3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0" i="0" lang="ja-JP" sz="1400" u="none" cap="none" strike="noStrike">
                          <a:solidFill>
                            <a:srgbClr val="000000"/>
                          </a:solidFill>
                          <a:latin typeface="Arial"/>
                          <a:ea typeface="Arial"/>
                          <a:cs typeface="Arial"/>
                          <a:sym typeface="Arial"/>
                        </a:rPr>
                        <a:t>アパレル</a:t>
                      </a:r>
                      <a:endParaRPr/>
                    </a:p>
                  </a:txBody>
                  <a:tcPr marT="36000" marB="36000" marR="36000" marL="3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400"/>
                        <a:buFont typeface="Arial"/>
                        <a:buNone/>
                      </a:pPr>
                      <a:r>
                        <a:rPr lang="ja-JP" sz="1400" u="sng" cap="none" strike="noStrike">
                          <a:latin typeface="Arial"/>
                          <a:ea typeface="Arial"/>
                          <a:cs typeface="Arial"/>
                          <a:sym typeface="Arial"/>
                        </a:rPr>
                        <a:t>物流パッケージ開発</a:t>
                      </a:r>
                      <a:endParaRPr sz="1400" u="sng" cap="none" strike="noStrike">
                        <a:latin typeface="Arial"/>
                        <a:ea typeface="Arial"/>
                        <a:cs typeface="Arial"/>
                        <a:sym typeface="Arial"/>
                      </a:endParaRPr>
                    </a:p>
                    <a:p>
                      <a:pPr indent="0" lvl="0" marL="0" marR="0" rtl="0" algn="l">
                        <a:lnSpc>
                          <a:spcPct val="100000"/>
                        </a:lnSpc>
                        <a:spcBef>
                          <a:spcPts val="0"/>
                        </a:spcBef>
                        <a:spcAft>
                          <a:spcPts val="0"/>
                        </a:spcAft>
                        <a:buClr>
                          <a:schemeClr val="dk1"/>
                        </a:buClr>
                        <a:buSzPts val="1400"/>
                        <a:buFont typeface="Arial"/>
                        <a:buNone/>
                      </a:pPr>
                      <a:r>
                        <a:rPr lang="ja-JP" sz="1400" u="none" cap="none" strike="noStrike">
                          <a:latin typeface="Arial"/>
                          <a:ea typeface="Arial"/>
                          <a:cs typeface="Arial"/>
                          <a:sym typeface="Arial"/>
                        </a:rPr>
                        <a:t>自社倉庫での利用、他物流会社への販売を目的にアパレル業界向けの物流パッケージを新規に作成。倉庫での主要業務をフルスクラッチにて開発し現在でも同社の主力製品として販売されている。</a:t>
                      </a:r>
                      <a:endParaRPr b="0" i="0" sz="1400" u="none" cap="none" strike="noStrike">
                        <a:solidFill>
                          <a:schemeClr val="dk1"/>
                        </a:solidFill>
                        <a:latin typeface="Arial"/>
                        <a:ea typeface="Arial"/>
                        <a:cs typeface="Arial"/>
                        <a:sym typeface="Arial"/>
                      </a:endParaRPr>
                    </a:p>
                  </a:txBody>
                  <a:tcPr marT="36000" marB="36000" marR="36000" marL="3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400"/>
                        <a:buFont typeface="Arial"/>
                        <a:buNone/>
                      </a:pPr>
                      <a:r>
                        <a:rPr b="0" i="0" lang="ja-JP" sz="1400" u="none" cap="none" strike="noStrike">
                          <a:solidFill>
                            <a:schemeClr val="dk1"/>
                          </a:solidFill>
                          <a:latin typeface="Arial"/>
                          <a:ea typeface="Arial"/>
                          <a:cs typeface="Arial"/>
                          <a:sym typeface="Arial"/>
                        </a:rPr>
                        <a:t>OS: Windows</a:t>
                      </a:r>
                      <a:endParaRPr/>
                    </a:p>
                    <a:p>
                      <a:pPr indent="0" lvl="0" marL="0" marR="0" rtl="0" algn="l">
                        <a:lnSpc>
                          <a:spcPct val="100000"/>
                        </a:lnSpc>
                        <a:spcBef>
                          <a:spcPts val="0"/>
                        </a:spcBef>
                        <a:spcAft>
                          <a:spcPts val="0"/>
                        </a:spcAft>
                        <a:buClr>
                          <a:schemeClr val="dk1"/>
                        </a:buClr>
                        <a:buSzPts val="1400"/>
                        <a:buFont typeface="Arial"/>
                        <a:buNone/>
                      </a:pPr>
                      <a:r>
                        <a:rPr b="0" i="0" lang="ja-JP" sz="1400" u="none" cap="none" strike="noStrike">
                          <a:solidFill>
                            <a:schemeClr val="dk1"/>
                          </a:solidFill>
                          <a:latin typeface="Arial"/>
                          <a:ea typeface="Arial"/>
                          <a:cs typeface="Arial"/>
                          <a:sym typeface="Arial"/>
                        </a:rPr>
                        <a:t>DB: Oracle</a:t>
                      </a:r>
                      <a:endParaRPr/>
                    </a:p>
                    <a:p>
                      <a:pPr indent="0" lvl="0" marL="0" marR="0" rtl="0" algn="l">
                        <a:lnSpc>
                          <a:spcPct val="100000"/>
                        </a:lnSpc>
                        <a:spcBef>
                          <a:spcPts val="0"/>
                        </a:spcBef>
                        <a:spcAft>
                          <a:spcPts val="0"/>
                        </a:spcAft>
                        <a:buClr>
                          <a:schemeClr val="dk1"/>
                        </a:buClr>
                        <a:buSzPts val="1400"/>
                        <a:buFont typeface="Arial"/>
                        <a:buNone/>
                      </a:pPr>
                      <a:r>
                        <a:rPr b="0" i="0" lang="ja-JP" sz="1400" u="none" cap="none" strike="noStrike">
                          <a:solidFill>
                            <a:schemeClr val="dk1"/>
                          </a:solidFill>
                          <a:latin typeface="Arial"/>
                          <a:ea typeface="Arial"/>
                          <a:cs typeface="Arial"/>
                          <a:sym typeface="Arial"/>
                        </a:rPr>
                        <a:t>言語: VB.NET</a:t>
                      </a:r>
                      <a:endParaRPr b="0" i="0" sz="1400" u="none" cap="none" strike="noStrike">
                        <a:solidFill>
                          <a:schemeClr val="dk1"/>
                        </a:solidFill>
                        <a:latin typeface="Arial"/>
                        <a:ea typeface="Arial"/>
                        <a:cs typeface="Arial"/>
                        <a:sym typeface="Arial"/>
                      </a:endParaRPr>
                    </a:p>
                  </a:txBody>
                  <a:tcPr marT="36000" marB="36000" marR="36000" marL="3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rgbClr val="000000"/>
                        </a:buClr>
                        <a:buSzPts val="1400"/>
                        <a:buFont typeface="Arial"/>
                        <a:buNone/>
                      </a:pPr>
                      <a:r>
                        <a:rPr b="0" i="0" lang="ja-JP" sz="1400" u="none" cap="none" strike="noStrike">
                          <a:solidFill>
                            <a:srgbClr val="000000"/>
                          </a:solidFill>
                          <a:latin typeface="Arial"/>
                          <a:ea typeface="Arial"/>
                          <a:cs typeface="Arial"/>
                          <a:sym typeface="Arial"/>
                        </a:rPr>
                        <a:t>100人月</a:t>
                      </a:r>
                      <a:endParaRPr/>
                    </a:p>
                  </a:txBody>
                  <a:tcPr marT="36000" marB="36000" marR="36000" marL="3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r>
              <a:tr h="546450">
                <a:tc>
                  <a:txBody>
                    <a:bodyPr/>
                    <a:lstStyle/>
                    <a:p>
                      <a:pPr indent="0" lvl="0" marL="0" marR="0" rtl="0" algn="ctr">
                        <a:lnSpc>
                          <a:spcPct val="100000"/>
                        </a:lnSpc>
                        <a:spcBef>
                          <a:spcPts val="0"/>
                        </a:spcBef>
                        <a:spcAft>
                          <a:spcPts val="0"/>
                        </a:spcAft>
                        <a:buClr>
                          <a:srgbClr val="000000"/>
                        </a:buClr>
                        <a:buSzPts val="1400"/>
                        <a:buFont typeface="Arial"/>
                        <a:buNone/>
                      </a:pPr>
                      <a:r>
                        <a:rPr b="0" i="0" lang="ja-JP" sz="1400" u="none" cap="none" strike="noStrike">
                          <a:solidFill>
                            <a:srgbClr val="000000"/>
                          </a:solidFill>
                          <a:latin typeface="Arial"/>
                          <a:ea typeface="Arial"/>
                          <a:cs typeface="Arial"/>
                          <a:sym typeface="Arial"/>
                        </a:rPr>
                        <a:t>6</a:t>
                      </a:r>
                      <a:endParaRPr b="0" i="0" sz="1400" u="none" cap="none" strike="noStrike">
                        <a:solidFill>
                          <a:srgbClr val="000000"/>
                        </a:solidFill>
                        <a:latin typeface="Arial"/>
                        <a:ea typeface="Arial"/>
                        <a:cs typeface="Arial"/>
                        <a:sym typeface="Arial"/>
                      </a:endParaRPr>
                    </a:p>
                  </a:txBody>
                  <a:tcPr marT="36000" marB="36000" marR="36000" marL="3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0" i="0" lang="ja-JP" sz="1400" u="none" cap="none" strike="noStrike">
                          <a:solidFill>
                            <a:srgbClr val="000000"/>
                          </a:solidFill>
                          <a:latin typeface="Arial"/>
                          <a:ea typeface="Arial"/>
                          <a:cs typeface="Arial"/>
                          <a:sym typeface="Arial"/>
                        </a:rPr>
                        <a:t>保険</a:t>
                      </a:r>
                      <a:endParaRPr/>
                    </a:p>
                  </a:txBody>
                  <a:tcPr marT="36000" marB="36000" marR="36000" marL="3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400"/>
                        <a:buFont typeface="Arial"/>
                        <a:buNone/>
                      </a:pPr>
                      <a:r>
                        <a:rPr lang="ja-JP" sz="1400" u="sng" cap="none" strike="noStrike">
                          <a:latin typeface="Arial"/>
                          <a:ea typeface="Arial"/>
                          <a:cs typeface="Arial"/>
                          <a:sym typeface="Arial"/>
                        </a:rPr>
                        <a:t>少額短期保険ソリューション開発</a:t>
                      </a:r>
                      <a:endParaRPr sz="1400" u="none" cap="none" strike="noStrike">
                        <a:latin typeface="Arial"/>
                        <a:ea typeface="Arial"/>
                        <a:cs typeface="Arial"/>
                        <a:sym typeface="Arial"/>
                      </a:endParaRPr>
                    </a:p>
                    <a:p>
                      <a:pPr indent="0" lvl="0" marL="0" marR="0" rtl="0" algn="l">
                        <a:lnSpc>
                          <a:spcPct val="100000"/>
                        </a:lnSpc>
                        <a:spcBef>
                          <a:spcPts val="0"/>
                        </a:spcBef>
                        <a:spcAft>
                          <a:spcPts val="0"/>
                        </a:spcAft>
                        <a:buClr>
                          <a:schemeClr val="dk1"/>
                        </a:buClr>
                        <a:buSzPts val="1400"/>
                        <a:buFont typeface="Arial"/>
                        <a:buNone/>
                      </a:pPr>
                      <a:r>
                        <a:rPr lang="ja-JP" sz="1400" u="none" cap="none" strike="noStrike">
                          <a:latin typeface="Arial"/>
                          <a:ea typeface="Arial"/>
                          <a:cs typeface="Arial"/>
                          <a:sym typeface="Arial"/>
                        </a:rPr>
                        <a:t>少額短期保険事業者に向けての自社パッケージ提供に伴う開発を保険会社様5社に向けて実施。</a:t>
                      </a:r>
                      <a:endParaRPr b="0" i="0" sz="1400" u="none" cap="none" strike="noStrike">
                        <a:solidFill>
                          <a:schemeClr val="dk1"/>
                        </a:solidFill>
                        <a:latin typeface="Arial"/>
                        <a:ea typeface="Arial"/>
                        <a:cs typeface="Arial"/>
                        <a:sym typeface="Arial"/>
                      </a:endParaRPr>
                    </a:p>
                  </a:txBody>
                  <a:tcPr marT="36000" marB="36000" marR="36000" marL="3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0" lang="ja-JP" sz="1400" u="none" cap="none" strike="noStrike">
                          <a:solidFill>
                            <a:srgbClr val="000000"/>
                          </a:solidFill>
                          <a:latin typeface="Arial"/>
                          <a:ea typeface="Arial"/>
                          <a:cs typeface="Arial"/>
                          <a:sym typeface="Arial"/>
                        </a:rPr>
                        <a:t>OS: Windows</a:t>
                      </a:r>
                      <a:endParaRPr/>
                    </a:p>
                    <a:p>
                      <a:pPr indent="0" lvl="0" marL="0" marR="0" rtl="0" algn="l">
                        <a:lnSpc>
                          <a:spcPct val="100000"/>
                        </a:lnSpc>
                        <a:spcBef>
                          <a:spcPts val="0"/>
                        </a:spcBef>
                        <a:spcAft>
                          <a:spcPts val="0"/>
                        </a:spcAft>
                        <a:buClr>
                          <a:srgbClr val="000000"/>
                        </a:buClr>
                        <a:buSzPts val="1400"/>
                        <a:buFont typeface="Arial"/>
                        <a:buNone/>
                      </a:pPr>
                      <a:r>
                        <a:rPr b="0" lang="ja-JP" sz="1400" u="none" cap="none" strike="noStrike">
                          <a:solidFill>
                            <a:srgbClr val="000000"/>
                          </a:solidFill>
                          <a:latin typeface="Arial"/>
                          <a:ea typeface="Arial"/>
                          <a:cs typeface="Arial"/>
                          <a:sym typeface="Arial"/>
                        </a:rPr>
                        <a:t>DB: SQLServer</a:t>
                      </a:r>
                      <a:endParaRPr b="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lang="ja-JP" sz="1400" u="none" cap="none" strike="noStrike">
                          <a:solidFill>
                            <a:srgbClr val="000000"/>
                          </a:solidFill>
                          <a:latin typeface="Arial"/>
                          <a:ea typeface="Arial"/>
                          <a:cs typeface="Arial"/>
                          <a:sym typeface="Arial"/>
                        </a:rPr>
                        <a:t>言語: C#.NET</a:t>
                      </a:r>
                      <a:endParaRPr/>
                    </a:p>
                  </a:txBody>
                  <a:tcPr marT="36000" marB="36000" marR="36000" marL="3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rgbClr val="000000"/>
                        </a:buClr>
                        <a:buSzPts val="1400"/>
                        <a:buFont typeface="Arial"/>
                        <a:buNone/>
                      </a:pPr>
                      <a:r>
                        <a:rPr b="0" i="0" lang="ja-JP" sz="1400" u="none" cap="none" strike="noStrike">
                          <a:solidFill>
                            <a:srgbClr val="000000"/>
                          </a:solidFill>
                          <a:latin typeface="Arial"/>
                          <a:ea typeface="Arial"/>
                          <a:cs typeface="Arial"/>
                          <a:sym typeface="Arial"/>
                        </a:rPr>
                        <a:t>100人月</a:t>
                      </a:r>
                      <a:endParaRPr/>
                    </a:p>
                  </a:txBody>
                  <a:tcPr marT="36000" marB="36000" marR="36000" marL="3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9" name="Shape 2529"/>
        <p:cNvGrpSpPr/>
        <p:nvPr/>
      </p:nvGrpSpPr>
      <p:grpSpPr>
        <a:xfrm>
          <a:off x="0" y="0"/>
          <a:ext cx="0" cy="0"/>
          <a:chOff x="0" y="0"/>
          <a:chExt cx="0" cy="0"/>
        </a:xfrm>
      </p:grpSpPr>
      <p:sp>
        <p:nvSpPr>
          <p:cNvPr id="2530" name="Google Shape;2530;p74"/>
          <p:cNvSpPr txBox="1"/>
          <p:nvPr>
            <p:ph type="title"/>
          </p:nvPr>
        </p:nvSpPr>
        <p:spPr>
          <a:xfrm>
            <a:off x="144000" y="36000"/>
            <a:ext cx="8856000" cy="5760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3000"/>
              <a:buFont typeface="Arial"/>
              <a:buNone/>
            </a:pPr>
            <a:r>
              <a:rPr lang="ja-JP"/>
              <a:t>類似案件の実績 - 2　（開発担当部門の実績）</a:t>
            </a:r>
            <a:endParaRPr/>
          </a:p>
        </p:txBody>
      </p:sp>
      <p:sp>
        <p:nvSpPr>
          <p:cNvPr id="2531" name="Google Shape;2531;p74"/>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ja-JP"/>
              <a:t>Copyright© 2020 SystemEXE,Inc. all rights reserved.</a:t>
            </a:r>
            <a:endParaRPr/>
          </a:p>
        </p:txBody>
      </p:sp>
      <p:sp>
        <p:nvSpPr>
          <p:cNvPr id="2532" name="Google Shape;2532;p74"/>
          <p:cNvSpPr txBox="1"/>
          <p:nvPr>
            <p:ph idx="12" type="sldNum"/>
          </p:nvPr>
        </p:nvSpPr>
        <p:spPr>
          <a:xfrm>
            <a:off x="4212000" y="6500068"/>
            <a:ext cx="720000" cy="288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ja-JP"/>
              <a:t>‹#›</a:t>
            </a:fld>
            <a:endParaRPr/>
          </a:p>
        </p:txBody>
      </p:sp>
      <p:graphicFrame>
        <p:nvGraphicFramePr>
          <p:cNvPr id="2533" name="Google Shape;2533;p74"/>
          <p:cNvGraphicFramePr/>
          <p:nvPr/>
        </p:nvGraphicFramePr>
        <p:xfrm>
          <a:off x="144000" y="864002"/>
          <a:ext cx="3000000" cy="3000000"/>
        </p:xfrm>
        <a:graphic>
          <a:graphicData uri="http://schemas.openxmlformats.org/drawingml/2006/table">
            <a:tbl>
              <a:tblPr>
                <a:noFill/>
                <a:tableStyleId>{323E3909-D12D-49F2-A0F7-1776A2868E15}</a:tableStyleId>
              </a:tblPr>
              <a:tblGrid>
                <a:gridCol w="383900"/>
                <a:gridCol w="556175"/>
                <a:gridCol w="5354425"/>
                <a:gridCol w="1489425"/>
                <a:gridCol w="1072050"/>
              </a:tblGrid>
              <a:tr h="283050">
                <a:tc>
                  <a:txBody>
                    <a:bodyPr/>
                    <a:lstStyle/>
                    <a:p>
                      <a:pPr indent="0" lvl="0" marL="0" marR="0" rtl="0" algn="ctr">
                        <a:lnSpc>
                          <a:spcPct val="100000"/>
                        </a:lnSpc>
                        <a:spcBef>
                          <a:spcPts val="0"/>
                        </a:spcBef>
                        <a:spcAft>
                          <a:spcPts val="0"/>
                        </a:spcAft>
                        <a:buClr>
                          <a:schemeClr val="lt1"/>
                        </a:buClr>
                        <a:buSzPts val="1400"/>
                        <a:buFont typeface="Arial"/>
                        <a:buNone/>
                      </a:pPr>
                      <a:r>
                        <a:rPr b="1" i="0" lang="ja-JP" sz="1400" u="none" cap="none" strike="noStrike">
                          <a:solidFill>
                            <a:schemeClr val="lt1"/>
                          </a:solidFill>
                          <a:latin typeface="Arial"/>
                          <a:ea typeface="Arial"/>
                          <a:cs typeface="Arial"/>
                          <a:sym typeface="Arial"/>
                        </a:rPr>
                        <a:t>No</a:t>
                      </a:r>
                      <a:endParaRPr b="1" i="0" sz="1400" u="none" cap="none" strike="noStrike">
                        <a:solidFill>
                          <a:schemeClr val="lt1"/>
                        </a:solidFill>
                        <a:latin typeface="Arial"/>
                        <a:ea typeface="Arial"/>
                        <a:cs typeface="Arial"/>
                        <a:sym typeface="Arial"/>
                      </a:endParaRPr>
                    </a:p>
                  </a:txBody>
                  <a:tcPr marT="36000" marB="36000" marR="36000" marL="36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c>
                  <a:txBody>
                    <a:bodyPr/>
                    <a:lstStyle/>
                    <a:p>
                      <a:pPr indent="0" lvl="0" marL="0" marR="0" rtl="0" algn="ctr">
                        <a:lnSpc>
                          <a:spcPct val="100000"/>
                        </a:lnSpc>
                        <a:spcBef>
                          <a:spcPts val="0"/>
                        </a:spcBef>
                        <a:spcAft>
                          <a:spcPts val="0"/>
                        </a:spcAft>
                        <a:buClr>
                          <a:schemeClr val="lt1"/>
                        </a:buClr>
                        <a:buSzPts val="1400"/>
                        <a:buFont typeface="Arial"/>
                        <a:buNone/>
                      </a:pPr>
                      <a:r>
                        <a:rPr b="1" lang="ja-JP" sz="1400" u="none" cap="none" strike="noStrike">
                          <a:solidFill>
                            <a:schemeClr val="lt1"/>
                          </a:solidFill>
                          <a:latin typeface="Arial"/>
                          <a:ea typeface="Arial"/>
                          <a:cs typeface="Arial"/>
                          <a:sym typeface="Arial"/>
                        </a:rPr>
                        <a:t>業種</a:t>
                      </a:r>
                      <a:endParaRPr b="1" i="0" sz="1400" u="none" cap="none" strike="noStrike">
                        <a:solidFill>
                          <a:schemeClr val="lt1"/>
                        </a:solidFill>
                        <a:latin typeface="Arial"/>
                        <a:ea typeface="Arial"/>
                        <a:cs typeface="Arial"/>
                        <a:sym typeface="Arial"/>
                      </a:endParaRPr>
                    </a:p>
                  </a:txBody>
                  <a:tcPr marT="36000" marB="36000" marR="36000" marL="36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c>
                  <a:txBody>
                    <a:bodyPr/>
                    <a:lstStyle/>
                    <a:p>
                      <a:pPr indent="0" lvl="0" marL="0" marR="0" rtl="0" algn="ctr">
                        <a:lnSpc>
                          <a:spcPct val="100000"/>
                        </a:lnSpc>
                        <a:spcBef>
                          <a:spcPts val="0"/>
                        </a:spcBef>
                        <a:spcAft>
                          <a:spcPts val="0"/>
                        </a:spcAft>
                        <a:buClr>
                          <a:schemeClr val="lt1"/>
                        </a:buClr>
                        <a:buSzPts val="1400"/>
                        <a:buFont typeface="Arial"/>
                        <a:buNone/>
                      </a:pPr>
                      <a:r>
                        <a:rPr b="1" lang="ja-JP" sz="1400" u="none" cap="none" strike="noStrike">
                          <a:solidFill>
                            <a:schemeClr val="lt1"/>
                          </a:solidFill>
                          <a:latin typeface="Arial"/>
                          <a:ea typeface="Arial"/>
                          <a:cs typeface="Arial"/>
                          <a:sym typeface="Arial"/>
                        </a:rPr>
                        <a:t>プロジェクト概要</a:t>
                      </a:r>
                      <a:endParaRPr b="1" i="0" sz="1400" u="none" cap="none" strike="noStrike">
                        <a:solidFill>
                          <a:schemeClr val="lt1"/>
                        </a:solidFill>
                        <a:latin typeface="Arial"/>
                        <a:ea typeface="Arial"/>
                        <a:cs typeface="Arial"/>
                        <a:sym typeface="Arial"/>
                      </a:endParaRPr>
                    </a:p>
                  </a:txBody>
                  <a:tcPr marT="36000" marB="36000" marR="36000" marL="36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c>
                  <a:txBody>
                    <a:bodyPr/>
                    <a:lstStyle/>
                    <a:p>
                      <a:pPr indent="0" lvl="0" marL="0" marR="0" rtl="0" algn="ctr">
                        <a:lnSpc>
                          <a:spcPct val="100000"/>
                        </a:lnSpc>
                        <a:spcBef>
                          <a:spcPts val="0"/>
                        </a:spcBef>
                        <a:spcAft>
                          <a:spcPts val="0"/>
                        </a:spcAft>
                        <a:buClr>
                          <a:schemeClr val="lt1"/>
                        </a:buClr>
                        <a:buSzPts val="1400"/>
                        <a:buFont typeface="Arial"/>
                        <a:buNone/>
                      </a:pPr>
                      <a:r>
                        <a:rPr b="1" lang="ja-JP" sz="1400" u="none" cap="none" strike="noStrike">
                          <a:solidFill>
                            <a:schemeClr val="lt1"/>
                          </a:solidFill>
                          <a:latin typeface="Arial"/>
                          <a:ea typeface="Arial"/>
                          <a:cs typeface="Arial"/>
                          <a:sym typeface="Arial"/>
                        </a:rPr>
                        <a:t>環境</a:t>
                      </a:r>
                      <a:endParaRPr b="1" i="0" sz="1400" u="none" cap="none" strike="noStrike">
                        <a:solidFill>
                          <a:schemeClr val="lt1"/>
                        </a:solidFill>
                        <a:latin typeface="Arial"/>
                        <a:ea typeface="Arial"/>
                        <a:cs typeface="Arial"/>
                        <a:sym typeface="Arial"/>
                      </a:endParaRPr>
                    </a:p>
                  </a:txBody>
                  <a:tcPr marT="36000" marB="36000" marR="36000" marL="36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c>
                  <a:txBody>
                    <a:bodyPr/>
                    <a:lstStyle/>
                    <a:p>
                      <a:pPr indent="0" lvl="0" marL="0" marR="0" rtl="0" algn="ctr">
                        <a:lnSpc>
                          <a:spcPct val="100000"/>
                        </a:lnSpc>
                        <a:spcBef>
                          <a:spcPts val="0"/>
                        </a:spcBef>
                        <a:spcAft>
                          <a:spcPts val="0"/>
                        </a:spcAft>
                        <a:buClr>
                          <a:schemeClr val="lt1"/>
                        </a:buClr>
                        <a:buSzPts val="1400"/>
                        <a:buFont typeface="Arial"/>
                        <a:buNone/>
                      </a:pPr>
                      <a:r>
                        <a:rPr b="1" lang="ja-JP" sz="1400" u="none" cap="none" strike="noStrike">
                          <a:solidFill>
                            <a:schemeClr val="lt1"/>
                          </a:solidFill>
                          <a:latin typeface="Arial"/>
                          <a:ea typeface="Arial"/>
                          <a:cs typeface="Arial"/>
                          <a:sym typeface="Arial"/>
                        </a:rPr>
                        <a:t>開発規模</a:t>
                      </a:r>
                      <a:endParaRPr b="1" sz="1400" u="none" cap="none" strike="noStrike">
                        <a:solidFill>
                          <a:schemeClr val="lt1"/>
                        </a:solidFill>
                        <a:latin typeface="Arial"/>
                        <a:ea typeface="Arial"/>
                        <a:cs typeface="Arial"/>
                        <a:sym typeface="Arial"/>
                      </a:endParaRPr>
                    </a:p>
                  </a:txBody>
                  <a:tcPr marT="36000" marB="36000" marR="36000" marL="36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r>
              <a:tr h="965350">
                <a:tc>
                  <a:txBody>
                    <a:bodyPr/>
                    <a:lstStyle/>
                    <a:p>
                      <a:pPr indent="0" lvl="0" marL="0" marR="0" rtl="0" algn="ctr">
                        <a:lnSpc>
                          <a:spcPct val="100000"/>
                        </a:lnSpc>
                        <a:spcBef>
                          <a:spcPts val="0"/>
                        </a:spcBef>
                        <a:spcAft>
                          <a:spcPts val="0"/>
                        </a:spcAft>
                        <a:buClr>
                          <a:schemeClr val="dk1"/>
                        </a:buClr>
                        <a:buSzPts val="1400"/>
                        <a:buFont typeface="Arial"/>
                        <a:buNone/>
                      </a:pPr>
                      <a:r>
                        <a:rPr b="0" i="0" lang="ja-JP" sz="1400" u="none" cap="none" strike="noStrike">
                          <a:solidFill>
                            <a:schemeClr val="dk1"/>
                          </a:solidFill>
                          <a:latin typeface="Arial"/>
                          <a:ea typeface="Arial"/>
                          <a:cs typeface="Arial"/>
                          <a:sym typeface="Arial"/>
                        </a:rPr>
                        <a:t>1</a:t>
                      </a:r>
                      <a:endParaRPr b="0" i="0" sz="1400" u="none" cap="none" strike="noStrike">
                        <a:solidFill>
                          <a:schemeClr val="dk1"/>
                        </a:solidFill>
                        <a:latin typeface="Arial"/>
                        <a:ea typeface="Arial"/>
                        <a:cs typeface="Arial"/>
                        <a:sym typeface="Arial"/>
                      </a:endParaRPr>
                    </a:p>
                  </a:txBody>
                  <a:tcPr marT="36000" marB="36000" marR="36000" marL="3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400"/>
                        <a:buFont typeface="Arial"/>
                        <a:buNone/>
                      </a:pPr>
                      <a:r>
                        <a:rPr b="0" lang="ja-JP" sz="1400" u="none" cap="none" strike="noStrike">
                          <a:latin typeface="Arial"/>
                          <a:ea typeface="Arial"/>
                          <a:cs typeface="Arial"/>
                          <a:sym typeface="Arial"/>
                        </a:rPr>
                        <a:t>石油化学</a:t>
                      </a:r>
                      <a:endParaRPr b="0" i="0" sz="1400" u="none" cap="none" strike="noStrike">
                        <a:solidFill>
                          <a:schemeClr val="dk1"/>
                        </a:solidFill>
                        <a:latin typeface="Arial"/>
                        <a:ea typeface="Arial"/>
                        <a:cs typeface="Arial"/>
                        <a:sym typeface="Arial"/>
                      </a:endParaRPr>
                    </a:p>
                  </a:txBody>
                  <a:tcPr marT="36000" marB="36000" marR="36000" marL="3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400"/>
                        <a:buFont typeface="Arial"/>
                        <a:buNone/>
                      </a:pPr>
                      <a:r>
                        <a:rPr b="0" lang="ja-JP" sz="1400" u="sng" cap="none" strike="noStrike">
                          <a:latin typeface="Arial"/>
                          <a:ea typeface="Arial"/>
                          <a:cs typeface="Arial"/>
                          <a:sym typeface="Arial"/>
                        </a:rPr>
                        <a:t>製品倉庫システム再構築</a:t>
                      </a:r>
                      <a:r>
                        <a:rPr b="0" lang="ja-JP" sz="1400" u="none" cap="none" strike="noStrike">
                          <a:latin typeface="Arial"/>
                          <a:ea typeface="Arial"/>
                          <a:cs typeface="Arial"/>
                          <a:sym typeface="Arial"/>
                        </a:rPr>
                        <a:t>　※貴社案件</a:t>
                      </a:r>
                      <a:endParaRPr b="0" sz="1400" u="none" cap="none" strike="noStrike">
                        <a:latin typeface="Arial"/>
                        <a:ea typeface="Arial"/>
                        <a:cs typeface="Arial"/>
                        <a:sym typeface="Arial"/>
                      </a:endParaRPr>
                    </a:p>
                    <a:p>
                      <a:pPr indent="0" lvl="0" marL="0" marR="0" rtl="0" algn="l">
                        <a:lnSpc>
                          <a:spcPct val="100000"/>
                        </a:lnSpc>
                        <a:spcBef>
                          <a:spcPts val="0"/>
                        </a:spcBef>
                        <a:spcAft>
                          <a:spcPts val="0"/>
                        </a:spcAft>
                        <a:buClr>
                          <a:schemeClr val="dk1"/>
                        </a:buClr>
                        <a:buSzPts val="1400"/>
                        <a:buFont typeface="Arial"/>
                        <a:buNone/>
                      </a:pPr>
                      <a:r>
                        <a:rPr b="0" lang="ja-JP" sz="1400" u="none" cap="none" strike="noStrike">
                          <a:latin typeface="Arial"/>
                          <a:ea typeface="Arial"/>
                          <a:cs typeface="Arial"/>
                          <a:sym typeface="Arial"/>
                        </a:rPr>
                        <a:t>VB6.0で構築されたシステムをVB.NETで再構築。</a:t>
                      </a:r>
                      <a:endParaRPr b="0" sz="1400" u="none" cap="none" strike="noStrike">
                        <a:latin typeface="Arial"/>
                        <a:ea typeface="Arial"/>
                        <a:cs typeface="Arial"/>
                        <a:sym typeface="Arial"/>
                      </a:endParaRPr>
                    </a:p>
                    <a:p>
                      <a:pPr indent="0" lvl="0" marL="0" marR="0" rtl="0" algn="l">
                        <a:lnSpc>
                          <a:spcPct val="100000"/>
                        </a:lnSpc>
                        <a:spcBef>
                          <a:spcPts val="0"/>
                        </a:spcBef>
                        <a:spcAft>
                          <a:spcPts val="0"/>
                        </a:spcAft>
                        <a:buClr>
                          <a:schemeClr val="dk1"/>
                        </a:buClr>
                        <a:buSzPts val="1400"/>
                        <a:buFont typeface="Arial"/>
                        <a:buNone/>
                      </a:pPr>
                      <a:r>
                        <a:rPr b="0" lang="ja-JP" sz="1400" u="none" cap="none" strike="noStrike">
                          <a:latin typeface="Arial"/>
                          <a:ea typeface="Arial"/>
                          <a:cs typeface="Arial"/>
                          <a:sym typeface="Arial"/>
                        </a:rPr>
                        <a:t>Windows Server 2008 R2 + Windows7 から Windows Server 2016 + Windows10 への更新</a:t>
                      </a:r>
                      <a:endParaRPr b="0" sz="1400" u="none" cap="none" strike="noStrike">
                        <a:latin typeface="Arial"/>
                        <a:ea typeface="Arial"/>
                        <a:cs typeface="Arial"/>
                        <a:sym typeface="Arial"/>
                      </a:endParaRPr>
                    </a:p>
                  </a:txBody>
                  <a:tcPr marT="36000" marB="36000" marR="36000" marL="3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400"/>
                        <a:buFont typeface="Arial"/>
                        <a:buNone/>
                      </a:pPr>
                      <a:r>
                        <a:rPr b="0" lang="ja-JP" sz="1400" u="none" cap="none" strike="noStrike">
                          <a:latin typeface="Arial"/>
                          <a:ea typeface="Arial"/>
                          <a:cs typeface="Arial"/>
                          <a:sym typeface="Arial"/>
                        </a:rPr>
                        <a:t>OS: Windows</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400"/>
                        <a:buFont typeface="Arial"/>
                        <a:buNone/>
                      </a:pPr>
                      <a:r>
                        <a:rPr b="0" lang="ja-JP" sz="1400" u="none" cap="none" strike="noStrike">
                          <a:latin typeface="Arial"/>
                          <a:ea typeface="Arial"/>
                          <a:cs typeface="Arial"/>
                          <a:sym typeface="Arial"/>
                        </a:rPr>
                        <a:t>DB: Oracle</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400"/>
                        <a:buFont typeface="Arial"/>
                        <a:buNone/>
                      </a:pPr>
                      <a:r>
                        <a:rPr b="0" lang="ja-JP" sz="1400" u="none" cap="none" strike="noStrike">
                          <a:latin typeface="Arial"/>
                          <a:ea typeface="Arial"/>
                          <a:cs typeface="Arial"/>
                          <a:sym typeface="Arial"/>
                        </a:rPr>
                        <a:t>言語: VB.NET</a:t>
                      </a:r>
                      <a:endParaRPr/>
                    </a:p>
                    <a:p>
                      <a:pPr indent="0" lvl="0" marL="0" marR="0" rtl="0" algn="l">
                        <a:lnSpc>
                          <a:spcPct val="100000"/>
                        </a:lnSpc>
                        <a:spcBef>
                          <a:spcPts val="0"/>
                        </a:spcBef>
                        <a:spcAft>
                          <a:spcPts val="0"/>
                        </a:spcAft>
                        <a:buClr>
                          <a:schemeClr val="dk1"/>
                        </a:buClr>
                        <a:buSzPts val="1400"/>
                        <a:buFont typeface="Arial"/>
                        <a:buNone/>
                      </a:pPr>
                      <a:r>
                        <a:rPr b="0" lang="ja-JP" sz="1400" u="none" cap="none" strike="noStrike">
                          <a:latin typeface="Arial"/>
                          <a:ea typeface="Arial"/>
                          <a:cs typeface="Arial"/>
                          <a:sym typeface="Arial"/>
                        </a:rPr>
                        <a:t>その他: VB6</a:t>
                      </a:r>
                      <a:endParaRPr b="0" i="0" sz="1400" u="none" cap="none" strike="noStrike">
                        <a:solidFill>
                          <a:schemeClr val="dk1"/>
                        </a:solidFill>
                        <a:latin typeface="Arial"/>
                        <a:ea typeface="Arial"/>
                        <a:cs typeface="Arial"/>
                        <a:sym typeface="Arial"/>
                      </a:endParaRPr>
                    </a:p>
                  </a:txBody>
                  <a:tcPr marT="36000" marB="36000" marR="36000" marL="3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400"/>
                        <a:buFont typeface="Arial"/>
                        <a:buNone/>
                      </a:pPr>
                      <a:r>
                        <a:rPr b="0" lang="ja-JP" sz="1400" u="none" cap="none" strike="noStrike">
                          <a:latin typeface="Arial"/>
                          <a:ea typeface="Arial"/>
                          <a:cs typeface="Arial"/>
                          <a:sym typeface="Arial"/>
                        </a:rPr>
                        <a:t>70人月</a:t>
                      </a:r>
                      <a:endParaRPr b="0" sz="1400" u="none" cap="none" strike="noStrike">
                        <a:latin typeface="Arial"/>
                        <a:ea typeface="Arial"/>
                        <a:cs typeface="Arial"/>
                        <a:sym typeface="Arial"/>
                      </a:endParaRPr>
                    </a:p>
                    <a:p>
                      <a:pPr indent="0" lvl="0" marL="0" marR="0" rtl="0" algn="r">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a:txBody>
                  <a:tcPr marT="36000" marB="36000" marR="72000" marL="72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r>
              <a:tr h="965350">
                <a:tc>
                  <a:txBody>
                    <a:bodyPr/>
                    <a:lstStyle/>
                    <a:p>
                      <a:pPr indent="0" lvl="0" marL="0" marR="0" rtl="0" algn="ctr">
                        <a:lnSpc>
                          <a:spcPct val="100000"/>
                        </a:lnSpc>
                        <a:spcBef>
                          <a:spcPts val="0"/>
                        </a:spcBef>
                        <a:spcAft>
                          <a:spcPts val="0"/>
                        </a:spcAft>
                        <a:buClr>
                          <a:schemeClr val="dk1"/>
                        </a:buClr>
                        <a:buSzPts val="1400"/>
                        <a:buFont typeface="Arial"/>
                        <a:buNone/>
                      </a:pPr>
                      <a:r>
                        <a:rPr b="0" i="0" lang="ja-JP" sz="1400" u="none" cap="none" strike="noStrike">
                          <a:solidFill>
                            <a:schemeClr val="dk1"/>
                          </a:solidFill>
                          <a:latin typeface="Arial"/>
                          <a:ea typeface="Arial"/>
                          <a:cs typeface="Arial"/>
                          <a:sym typeface="Arial"/>
                        </a:rPr>
                        <a:t>2</a:t>
                      </a:r>
                      <a:endParaRPr b="0" i="0" sz="1400" u="none" cap="none" strike="noStrike">
                        <a:solidFill>
                          <a:schemeClr val="dk1"/>
                        </a:solidFill>
                        <a:latin typeface="Arial"/>
                        <a:ea typeface="Arial"/>
                        <a:cs typeface="Arial"/>
                        <a:sym typeface="Arial"/>
                      </a:endParaRPr>
                    </a:p>
                  </a:txBody>
                  <a:tcPr marT="36000" marB="36000" marR="36000" marL="3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400"/>
                        <a:buFont typeface="Arial"/>
                        <a:buNone/>
                      </a:pPr>
                      <a:r>
                        <a:rPr b="0" i="0" lang="ja-JP" sz="1400" u="none" cap="none" strike="noStrike">
                          <a:solidFill>
                            <a:schemeClr val="dk1"/>
                          </a:solidFill>
                          <a:latin typeface="Arial"/>
                          <a:ea typeface="Arial"/>
                          <a:cs typeface="Arial"/>
                          <a:sym typeface="Arial"/>
                        </a:rPr>
                        <a:t>石油化学</a:t>
                      </a:r>
                      <a:endParaRPr/>
                    </a:p>
                  </a:txBody>
                  <a:tcPr marT="36000" marB="36000" marR="36000" marL="3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400"/>
                        <a:buFont typeface="Arial"/>
                        <a:buNone/>
                      </a:pPr>
                      <a:r>
                        <a:rPr b="0" lang="ja-JP" sz="1400" u="sng" cap="none" strike="noStrike">
                          <a:latin typeface="Arial"/>
                          <a:ea typeface="Arial"/>
                          <a:cs typeface="Arial"/>
                          <a:sym typeface="Arial"/>
                        </a:rPr>
                        <a:t>化学工場システム再構築</a:t>
                      </a:r>
                      <a:r>
                        <a:rPr b="0" lang="ja-JP" sz="1400" u="none" cap="none" strike="noStrike">
                          <a:latin typeface="Arial"/>
                          <a:ea typeface="Arial"/>
                          <a:cs typeface="Arial"/>
                          <a:sym typeface="Arial"/>
                        </a:rPr>
                        <a:t>　※貴社案件</a:t>
                      </a:r>
                      <a:endParaRPr b="0" sz="1400" u="none" cap="none" strike="noStrike">
                        <a:latin typeface="Arial"/>
                        <a:ea typeface="Arial"/>
                        <a:cs typeface="Arial"/>
                        <a:sym typeface="Arial"/>
                      </a:endParaRPr>
                    </a:p>
                    <a:p>
                      <a:pPr indent="0" lvl="0" marL="0" marR="0" rtl="0" algn="l">
                        <a:lnSpc>
                          <a:spcPct val="100000"/>
                        </a:lnSpc>
                        <a:spcBef>
                          <a:spcPts val="0"/>
                        </a:spcBef>
                        <a:spcAft>
                          <a:spcPts val="0"/>
                        </a:spcAft>
                        <a:buClr>
                          <a:schemeClr val="dk1"/>
                        </a:buClr>
                        <a:buSzPts val="1400"/>
                        <a:buFont typeface="Arial"/>
                        <a:buNone/>
                      </a:pPr>
                      <a:r>
                        <a:rPr b="0" lang="ja-JP" sz="1400" u="none" cap="none" strike="noStrike">
                          <a:latin typeface="Arial"/>
                          <a:ea typeface="Arial"/>
                          <a:cs typeface="Arial"/>
                          <a:sym typeface="Arial"/>
                        </a:rPr>
                        <a:t>化学工場にて稼働する製造工程に関わる４つのシステムを統合。レガシーASPおよびVBで構築されているシステムをJavaで再構築。Oracle11g から Oracle12c へのバージョンアップ対応も実施。</a:t>
                      </a:r>
                      <a:endParaRPr b="0" sz="1400" u="none" cap="none" strike="noStrike">
                        <a:latin typeface="Arial"/>
                        <a:ea typeface="Arial"/>
                        <a:cs typeface="Arial"/>
                        <a:sym typeface="Arial"/>
                      </a:endParaRPr>
                    </a:p>
                  </a:txBody>
                  <a:tcPr marT="36000" marB="36000" marR="36000" marL="3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400"/>
                        <a:buFont typeface="Arial"/>
                        <a:buNone/>
                      </a:pPr>
                      <a:r>
                        <a:rPr b="0" lang="ja-JP" sz="1400" u="none" cap="none" strike="noStrike">
                          <a:latin typeface="Arial"/>
                          <a:ea typeface="Arial"/>
                          <a:cs typeface="Arial"/>
                          <a:sym typeface="Arial"/>
                        </a:rPr>
                        <a:t>OS: Windows</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400"/>
                        <a:buFont typeface="Arial"/>
                        <a:buNone/>
                      </a:pPr>
                      <a:r>
                        <a:rPr b="0" lang="ja-JP" sz="1400" u="none" cap="none" strike="noStrike">
                          <a:latin typeface="Arial"/>
                          <a:ea typeface="Arial"/>
                          <a:cs typeface="Arial"/>
                          <a:sym typeface="Arial"/>
                        </a:rPr>
                        <a:t>DB: Oracle</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400"/>
                        <a:buFont typeface="Arial"/>
                        <a:buNone/>
                      </a:pPr>
                      <a:r>
                        <a:rPr b="0" lang="ja-JP" sz="1400" u="none" cap="none" strike="noStrike">
                          <a:latin typeface="Arial"/>
                          <a:ea typeface="Arial"/>
                          <a:cs typeface="Arial"/>
                          <a:sym typeface="Arial"/>
                        </a:rPr>
                        <a:t>言語: Java</a:t>
                      </a:r>
                      <a:endParaRPr/>
                    </a:p>
                    <a:p>
                      <a:pPr indent="0" lvl="0" marL="0" marR="0" rtl="0" algn="l">
                        <a:lnSpc>
                          <a:spcPct val="100000"/>
                        </a:lnSpc>
                        <a:spcBef>
                          <a:spcPts val="0"/>
                        </a:spcBef>
                        <a:spcAft>
                          <a:spcPts val="0"/>
                        </a:spcAft>
                        <a:buClr>
                          <a:schemeClr val="dk1"/>
                        </a:buClr>
                        <a:buSzPts val="1400"/>
                        <a:buFont typeface="Arial"/>
                        <a:buNone/>
                      </a:pPr>
                      <a:r>
                        <a:rPr b="0" lang="ja-JP" sz="1400" u="none" cap="none" strike="noStrike">
                          <a:latin typeface="Arial"/>
                          <a:ea typeface="Arial"/>
                          <a:cs typeface="Arial"/>
                          <a:sym typeface="Arial"/>
                        </a:rPr>
                        <a:t>その他: ASP,VB6</a:t>
                      </a:r>
                      <a:endParaRPr b="0" i="0" sz="1400" u="none" cap="none" strike="noStrike">
                        <a:solidFill>
                          <a:schemeClr val="dk1"/>
                        </a:solidFill>
                        <a:latin typeface="Arial"/>
                        <a:ea typeface="Arial"/>
                        <a:cs typeface="Arial"/>
                        <a:sym typeface="Arial"/>
                      </a:endParaRPr>
                    </a:p>
                  </a:txBody>
                  <a:tcPr marT="36000" marB="36000" marR="36000" marL="3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400"/>
                        <a:buFont typeface="Arial"/>
                        <a:buNone/>
                      </a:pPr>
                      <a:r>
                        <a:rPr b="0" i="0" lang="ja-JP" sz="1400" u="none" cap="none" strike="noStrike">
                          <a:solidFill>
                            <a:schemeClr val="dk1"/>
                          </a:solidFill>
                          <a:latin typeface="Arial"/>
                          <a:ea typeface="Arial"/>
                          <a:cs typeface="Arial"/>
                          <a:sym typeface="Arial"/>
                        </a:rPr>
                        <a:t>170人月</a:t>
                      </a:r>
                      <a:endParaRPr b="0" i="0" sz="1400" u="none" cap="none" strike="noStrike">
                        <a:solidFill>
                          <a:schemeClr val="dk1"/>
                        </a:solidFill>
                        <a:latin typeface="Arial"/>
                        <a:ea typeface="Arial"/>
                        <a:cs typeface="Arial"/>
                        <a:sym typeface="Arial"/>
                      </a:endParaRPr>
                    </a:p>
                    <a:p>
                      <a:pPr indent="0" lvl="0" marL="0" marR="0" rtl="0" algn="r">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Arial"/>
                        <a:ea typeface="Arial"/>
                        <a:cs typeface="Arial"/>
                        <a:sym typeface="Arial"/>
                      </a:endParaRPr>
                    </a:p>
                  </a:txBody>
                  <a:tcPr marT="36000" marB="36000" marR="72000" marL="72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r>
              <a:tr h="787300">
                <a:tc>
                  <a:txBody>
                    <a:bodyPr/>
                    <a:lstStyle/>
                    <a:p>
                      <a:pPr indent="0" lvl="0" marL="0" marR="0" rtl="0" algn="ctr">
                        <a:lnSpc>
                          <a:spcPct val="100000"/>
                        </a:lnSpc>
                        <a:spcBef>
                          <a:spcPts val="0"/>
                        </a:spcBef>
                        <a:spcAft>
                          <a:spcPts val="0"/>
                        </a:spcAft>
                        <a:buClr>
                          <a:srgbClr val="000000"/>
                        </a:buClr>
                        <a:buSzPts val="1400"/>
                        <a:buFont typeface="Arial"/>
                        <a:buNone/>
                      </a:pPr>
                      <a:r>
                        <a:rPr b="0" i="0" lang="ja-JP" sz="1400" u="none" cap="none" strike="noStrike">
                          <a:solidFill>
                            <a:srgbClr val="000000"/>
                          </a:solidFill>
                          <a:latin typeface="Arial"/>
                          <a:ea typeface="Arial"/>
                          <a:cs typeface="Arial"/>
                          <a:sym typeface="Arial"/>
                        </a:rPr>
                        <a:t>3</a:t>
                      </a:r>
                      <a:endParaRPr b="0" i="0" sz="1400" u="none" cap="none" strike="noStrike">
                        <a:solidFill>
                          <a:srgbClr val="000000"/>
                        </a:solidFill>
                        <a:latin typeface="Arial"/>
                        <a:ea typeface="Arial"/>
                        <a:cs typeface="Arial"/>
                        <a:sym typeface="Arial"/>
                      </a:endParaRPr>
                    </a:p>
                  </a:txBody>
                  <a:tcPr marT="36000" marB="36000" marR="36000" marL="3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980"/>
                        <a:buFont typeface="Noto Sans Symbols"/>
                        <a:buNone/>
                      </a:pPr>
                      <a:r>
                        <a:rPr b="0" i="0" lang="ja-JP" sz="1400" u="none" cap="none" strike="noStrike">
                          <a:solidFill>
                            <a:srgbClr val="000000"/>
                          </a:solidFill>
                          <a:latin typeface="Arial"/>
                          <a:ea typeface="Arial"/>
                          <a:cs typeface="Arial"/>
                          <a:sym typeface="Arial"/>
                        </a:rPr>
                        <a:t>石油化学</a:t>
                      </a:r>
                      <a:endParaRPr/>
                    </a:p>
                  </a:txBody>
                  <a:tcPr marT="36000" marB="36000" marR="36000" marL="3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0" lang="ja-JP" sz="1400" u="sng" cap="none" strike="noStrike">
                          <a:solidFill>
                            <a:srgbClr val="000000"/>
                          </a:solidFill>
                          <a:latin typeface="Arial"/>
                          <a:ea typeface="Arial"/>
                          <a:cs typeface="Arial"/>
                          <a:sym typeface="Arial"/>
                        </a:rPr>
                        <a:t>千葉品質管理システム再構築</a:t>
                      </a:r>
                      <a:r>
                        <a:rPr b="0" lang="ja-JP" sz="1400" u="none" cap="none" strike="noStrike">
                          <a:solidFill>
                            <a:srgbClr val="000000"/>
                          </a:solidFill>
                          <a:latin typeface="Arial"/>
                          <a:ea typeface="Arial"/>
                          <a:cs typeface="Arial"/>
                          <a:sym typeface="Arial"/>
                        </a:rPr>
                        <a:t>　※貴社案件</a:t>
                      </a:r>
                      <a:endParaRPr b="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400"/>
                        <a:buFont typeface="Arial"/>
                        <a:buNone/>
                      </a:pPr>
                      <a:r>
                        <a:rPr b="0" lang="ja-JP" sz="1400" u="none" cap="none" strike="noStrike">
                          <a:latin typeface="Arial"/>
                          <a:ea typeface="Arial"/>
                          <a:cs typeface="Arial"/>
                          <a:sym typeface="Arial"/>
                        </a:rPr>
                        <a:t>化学工場にて稼働する品質管理に関わる５つのシステムを統合。レガシーASPおよびVBで構築されているシステムをJavaで再構築。</a:t>
                      </a:r>
                      <a:endParaRPr b="0" sz="1400" u="none" cap="none" strike="noStrike">
                        <a:latin typeface="Arial"/>
                        <a:ea typeface="Arial"/>
                        <a:cs typeface="Arial"/>
                        <a:sym typeface="Arial"/>
                      </a:endParaRPr>
                    </a:p>
                  </a:txBody>
                  <a:tcPr marT="36000" marB="36000" marR="36000" marL="3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980"/>
                        <a:buFont typeface="Noto Sans Symbols"/>
                        <a:buNone/>
                      </a:pPr>
                      <a:r>
                        <a:rPr b="0" i="0" lang="ja-JP" sz="1400" u="none" cap="none" strike="noStrike">
                          <a:solidFill>
                            <a:srgbClr val="000000"/>
                          </a:solidFill>
                          <a:latin typeface="Arial"/>
                          <a:ea typeface="Arial"/>
                          <a:cs typeface="Arial"/>
                          <a:sym typeface="Arial"/>
                        </a:rPr>
                        <a:t>OS: Windows</a:t>
                      </a:r>
                      <a:endParaRPr/>
                    </a:p>
                    <a:p>
                      <a:pPr indent="0" lvl="0" marL="0" marR="0" rtl="0" algn="l">
                        <a:lnSpc>
                          <a:spcPct val="100000"/>
                        </a:lnSpc>
                        <a:spcBef>
                          <a:spcPts val="140"/>
                        </a:spcBef>
                        <a:spcAft>
                          <a:spcPts val="0"/>
                        </a:spcAft>
                        <a:buClr>
                          <a:srgbClr val="000000"/>
                        </a:buClr>
                        <a:buSzPts val="980"/>
                        <a:buFont typeface="Noto Sans Symbols"/>
                        <a:buNone/>
                      </a:pPr>
                      <a:r>
                        <a:rPr b="0" i="0" lang="ja-JP" sz="1400" u="none" cap="none" strike="noStrike">
                          <a:solidFill>
                            <a:srgbClr val="000000"/>
                          </a:solidFill>
                          <a:latin typeface="Arial"/>
                          <a:ea typeface="Arial"/>
                          <a:cs typeface="Arial"/>
                          <a:sym typeface="Arial"/>
                        </a:rPr>
                        <a:t>DB: Oracle</a:t>
                      </a:r>
                      <a:endParaRPr/>
                    </a:p>
                    <a:p>
                      <a:pPr indent="0" lvl="0" marL="0" marR="0" rtl="0" algn="l">
                        <a:lnSpc>
                          <a:spcPct val="100000"/>
                        </a:lnSpc>
                        <a:spcBef>
                          <a:spcPts val="140"/>
                        </a:spcBef>
                        <a:spcAft>
                          <a:spcPts val="0"/>
                        </a:spcAft>
                        <a:buClr>
                          <a:srgbClr val="000000"/>
                        </a:buClr>
                        <a:buSzPts val="980"/>
                        <a:buFont typeface="Noto Sans Symbols"/>
                        <a:buNone/>
                      </a:pPr>
                      <a:r>
                        <a:rPr b="0" i="0" lang="ja-JP" sz="1400" u="none" cap="none" strike="noStrike">
                          <a:solidFill>
                            <a:srgbClr val="000000"/>
                          </a:solidFill>
                          <a:latin typeface="Arial"/>
                          <a:ea typeface="Arial"/>
                          <a:cs typeface="Arial"/>
                          <a:sym typeface="Arial"/>
                        </a:rPr>
                        <a:t>言語: Java</a:t>
                      </a:r>
                      <a:endParaRPr/>
                    </a:p>
                  </a:txBody>
                  <a:tcPr marT="36000" marB="36000" marR="36000" marL="3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rgbClr val="000000"/>
                        </a:buClr>
                        <a:buSzPts val="1400"/>
                        <a:buFont typeface="Arial"/>
                        <a:buNone/>
                      </a:pPr>
                      <a:r>
                        <a:rPr b="0" i="0" lang="ja-JP" sz="1400" u="none" cap="none" strike="noStrike">
                          <a:solidFill>
                            <a:srgbClr val="000000"/>
                          </a:solidFill>
                          <a:latin typeface="Arial"/>
                          <a:ea typeface="Arial"/>
                          <a:cs typeface="Arial"/>
                          <a:sym typeface="Arial"/>
                        </a:rPr>
                        <a:t>120人月</a:t>
                      </a:r>
                      <a:endParaRPr/>
                    </a:p>
                  </a:txBody>
                  <a:tcPr marT="36000" marB="36000" marR="36000" marL="3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r>
              <a:tr h="742800">
                <a:tc>
                  <a:txBody>
                    <a:bodyPr/>
                    <a:lstStyle/>
                    <a:p>
                      <a:pPr indent="0" lvl="0" marL="0" marR="0" rtl="0" algn="ctr">
                        <a:lnSpc>
                          <a:spcPct val="100000"/>
                        </a:lnSpc>
                        <a:spcBef>
                          <a:spcPts val="0"/>
                        </a:spcBef>
                        <a:spcAft>
                          <a:spcPts val="0"/>
                        </a:spcAft>
                        <a:buClr>
                          <a:srgbClr val="000000"/>
                        </a:buClr>
                        <a:buSzPts val="1400"/>
                        <a:buFont typeface="Arial"/>
                        <a:buNone/>
                      </a:pPr>
                      <a:r>
                        <a:rPr b="0" i="0" lang="ja-JP" sz="1400" u="none" cap="none" strike="noStrike">
                          <a:solidFill>
                            <a:srgbClr val="000000"/>
                          </a:solidFill>
                          <a:latin typeface="Arial"/>
                          <a:ea typeface="Arial"/>
                          <a:cs typeface="Arial"/>
                          <a:sym typeface="Arial"/>
                        </a:rPr>
                        <a:t>4</a:t>
                      </a:r>
                      <a:endParaRPr b="0" i="0" sz="1400" u="none" cap="none" strike="noStrike">
                        <a:solidFill>
                          <a:srgbClr val="000000"/>
                        </a:solidFill>
                        <a:latin typeface="Arial"/>
                        <a:ea typeface="Arial"/>
                        <a:cs typeface="Arial"/>
                        <a:sym typeface="Arial"/>
                      </a:endParaRPr>
                    </a:p>
                  </a:txBody>
                  <a:tcPr marT="36000" marB="36000" marR="36000" marL="3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0" i="0" lang="ja-JP" sz="1400" u="none" cap="none" strike="noStrike">
                          <a:solidFill>
                            <a:srgbClr val="000000"/>
                          </a:solidFill>
                          <a:latin typeface="Arial"/>
                          <a:ea typeface="Arial"/>
                          <a:cs typeface="Arial"/>
                          <a:sym typeface="Arial"/>
                        </a:rPr>
                        <a:t>石油化学</a:t>
                      </a:r>
                      <a:endParaRPr/>
                    </a:p>
                  </a:txBody>
                  <a:tcPr marT="36000" marB="36000" marR="36000" marL="3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lang="ja-JP" sz="1400" u="sng" cap="none" strike="noStrike">
                          <a:solidFill>
                            <a:srgbClr val="000000"/>
                          </a:solidFill>
                          <a:latin typeface="Arial"/>
                          <a:ea typeface="Arial"/>
                          <a:cs typeface="Arial"/>
                          <a:sym typeface="Arial"/>
                        </a:rPr>
                        <a:t>MESシステム更新</a:t>
                      </a:r>
                      <a:r>
                        <a:rPr b="0" lang="ja-JP" sz="1400" u="none" cap="none" strike="noStrike">
                          <a:solidFill>
                            <a:srgbClr val="000000"/>
                          </a:solidFill>
                          <a:latin typeface="Arial"/>
                          <a:ea typeface="Arial"/>
                          <a:cs typeface="Arial"/>
                          <a:sym typeface="Arial"/>
                        </a:rPr>
                        <a:t>　※貴社案件</a:t>
                      </a:r>
                      <a:endParaRPr b="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lang="ja-JP" sz="1400" u="none" cap="none" strike="noStrike">
                          <a:solidFill>
                            <a:srgbClr val="000000"/>
                          </a:solidFill>
                          <a:latin typeface="Arial"/>
                          <a:ea typeface="Arial"/>
                          <a:cs typeface="Arial"/>
                          <a:sym typeface="Arial"/>
                        </a:rPr>
                        <a:t>サーバ老朽化に伴うMESシステムのバージョンアップ対応。VB.NETで構築されたシステムのサーバOS更新。</a:t>
                      </a:r>
                      <a:endParaRPr b="0" sz="1400" u="none" cap="none" strike="noStrike">
                        <a:solidFill>
                          <a:srgbClr val="000000"/>
                        </a:solidFill>
                        <a:latin typeface="Arial"/>
                        <a:ea typeface="Arial"/>
                        <a:cs typeface="Arial"/>
                        <a:sym typeface="Arial"/>
                      </a:endParaRPr>
                    </a:p>
                  </a:txBody>
                  <a:tcPr marT="36000" marB="36000" marR="36000" marL="3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0" lang="ja-JP" sz="1400" u="none" cap="none" strike="noStrike">
                          <a:solidFill>
                            <a:srgbClr val="000000"/>
                          </a:solidFill>
                          <a:latin typeface="Arial"/>
                          <a:ea typeface="Arial"/>
                          <a:cs typeface="Arial"/>
                          <a:sym typeface="Arial"/>
                        </a:rPr>
                        <a:t>OS: Windows</a:t>
                      </a:r>
                      <a:endParaRPr/>
                    </a:p>
                    <a:p>
                      <a:pPr indent="0" lvl="0" marL="0" marR="0" rtl="0" algn="l">
                        <a:lnSpc>
                          <a:spcPct val="100000"/>
                        </a:lnSpc>
                        <a:spcBef>
                          <a:spcPts val="0"/>
                        </a:spcBef>
                        <a:spcAft>
                          <a:spcPts val="0"/>
                        </a:spcAft>
                        <a:buClr>
                          <a:srgbClr val="000000"/>
                        </a:buClr>
                        <a:buSzPts val="1400"/>
                        <a:buFont typeface="Arial"/>
                        <a:buNone/>
                      </a:pPr>
                      <a:r>
                        <a:rPr b="0" lang="ja-JP" sz="1400" u="none" cap="none" strike="noStrike">
                          <a:solidFill>
                            <a:srgbClr val="000000"/>
                          </a:solidFill>
                          <a:latin typeface="Arial"/>
                          <a:ea typeface="Arial"/>
                          <a:cs typeface="Arial"/>
                          <a:sym typeface="Arial"/>
                        </a:rPr>
                        <a:t>DB: Oracle</a:t>
                      </a:r>
                      <a:endParaRPr/>
                    </a:p>
                    <a:p>
                      <a:pPr indent="0" lvl="0" marL="0" marR="0" rtl="0" algn="l">
                        <a:lnSpc>
                          <a:spcPct val="100000"/>
                        </a:lnSpc>
                        <a:spcBef>
                          <a:spcPts val="0"/>
                        </a:spcBef>
                        <a:spcAft>
                          <a:spcPts val="0"/>
                        </a:spcAft>
                        <a:buClr>
                          <a:srgbClr val="000000"/>
                        </a:buClr>
                        <a:buSzPts val="1400"/>
                        <a:buFont typeface="Arial"/>
                        <a:buNone/>
                      </a:pPr>
                      <a:r>
                        <a:rPr b="0" lang="ja-JP" sz="1400" u="none" cap="none" strike="noStrike">
                          <a:solidFill>
                            <a:srgbClr val="000000"/>
                          </a:solidFill>
                          <a:latin typeface="Arial"/>
                          <a:ea typeface="Arial"/>
                          <a:cs typeface="Arial"/>
                          <a:sym typeface="Arial"/>
                        </a:rPr>
                        <a:t>言語: VB.NET</a:t>
                      </a:r>
                      <a:endParaRPr/>
                    </a:p>
                  </a:txBody>
                  <a:tcPr marT="36000" marB="36000" marR="36000" marL="3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rgbClr val="000000"/>
                        </a:buClr>
                        <a:buSzPts val="1400"/>
                        <a:buFont typeface="Arial"/>
                        <a:buNone/>
                      </a:pPr>
                      <a:r>
                        <a:rPr b="0" i="0" lang="ja-JP" sz="1400" u="none" cap="none" strike="noStrike">
                          <a:solidFill>
                            <a:srgbClr val="000000"/>
                          </a:solidFill>
                          <a:latin typeface="Arial"/>
                          <a:ea typeface="Arial"/>
                          <a:cs typeface="Arial"/>
                          <a:sym typeface="Arial"/>
                        </a:rPr>
                        <a:t>20人月</a:t>
                      </a:r>
                      <a:endParaRPr/>
                    </a:p>
                  </a:txBody>
                  <a:tcPr marT="36000" marB="36000" marR="36000" marL="3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r>
              <a:tr h="965350">
                <a:tc>
                  <a:txBody>
                    <a:bodyPr/>
                    <a:lstStyle/>
                    <a:p>
                      <a:pPr indent="0" lvl="0" marL="0" marR="0" rtl="0" algn="ctr">
                        <a:lnSpc>
                          <a:spcPct val="100000"/>
                        </a:lnSpc>
                        <a:spcBef>
                          <a:spcPts val="0"/>
                        </a:spcBef>
                        <a:spcAft>
                          <a:spcPts val="0"/>
                        </a:spcAft>
                        <a:buClr>
                          <a:srgbClr val="000000"/>
                        </a:buClr>
                        <a:buSzPts val="1400"/>
                        <a:buFont typeface="Arial"/>
                        <a:buNone/>
                      </a:pPr>
                      <a:r>
                        <a:rPr b="0" i="0" lang="ja-JP" sz="1400" u="none" cap="none" strike="noStrike">
                          <a:solidFill>
                            <a:srgbClr val="000000"/>
                          </a:solidFill>
                          <a:latin typeface="Arial"/>
                          <a:ea typeface="Arial"/>
                          <a:cs typeface="Arial"/>
                          <a:sym typeface="Arial"/>
                        </a:rPr>
                        <a:t>5</a:t>
                      </a:r>
                      <a:endParaRPr b="0" i="0" sz="1400" u="none" cap="none" strike="noStrike">
                        <a:solidFill>
                          <a:srgbClr val="000000"/>
                        </a:solidFill>
                        <a:latin typeface="Arial"/>
                        <a:ea typeface="Arial"/>
                        <a:cs typeface="Arial"/>
                        <a:sym typeface="Arial"/>
                      </a:endParaRPr>
                    </a:p>
                  </a:txBody>
                  <a:tcPr marT="36000" marB="36000" marR="36000" marL="3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0" i="0" lang="ja-JP" sz="1400" u="none" cap="none" strike="noStrike">
                          <a:solidFill>
                            <a:srgbClr val="000000"/>
                          </a:solidFill>
                          <a:latin typeface="Arial"/>
                          <a:ea typeface="Arial"/>
                          <a:cs typeface="Arial"/>
                          <a:sym typeface="Arial"/>
                        </a:rPr>
                        <a:t>不動産</a:t>
                      </a:r>
                      <a:endParaRPr/>
                    </a:p>
                  </a:txBody>
                  <a:tcPr marT="36000" marB="36000" marR="36000" marL="3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chemeClr val="dk1"/>
                        </a:buClr>
                        <a:buSzPts val="1400"/>
                        <a:buFont typeface="Noto Sans Symbols"/>
                        <a:buNone/>
                      </a:pPr>
                      <a:r>
                        <a:rPr b="0" lang="ja-JP" sz="1400" u="sng">
                          <a:latin typeface="Arial"/>
                          <a:ea typeface="Arial"/>
                          <a:cs typeface="Arial"/>
                          <a:sym typeface="Arial"/>
                        </a:rPr>
                        <a:t>契約書・品質検査写真管理システム構築</a:t>
                      </a:r>
                      <a:endParaRPr b="0" sz="1400" u="sng">
                        <a:latin typeface="Arial"/>
                        <a:ea typeface="Arial"/>
                        <a:cs typeface="Arial"/>
                        <a:sym typeface="Arial"/>
                      </a:endParaRPr>
                    </a:p>
                    <a:p>
                      <a:pPr indent="0" lvl="0" marL="0" marR="0" rtl="0" algn="l">
                        <a:spcBef>
                          <a:spcPts val="0"/>
                        </a:spcBef>
                        <a:spcAft>
                          <a:spcPts val="0"/>
                        </a:spcAft>
                        <a:buClr>
                          <a:schemeClr val="dk1"/>
                        </a:buClr>
                        <a:buSzPts val="1400"/>
                        <a:buFont typeface="Noto Sans Symbols"/>
                        <a:buNone/>
                      </a:pPr>
                      <a:r>
                        <a:rPr lang="ja-JP" sz="1400" u="none">
                          <a:latin typeface="Arial"/>
                          <a:ea typeface="Arial"/>
                          <a:cs typeface="Arial"/>
                          <a:sym typeface="Arial"/>
                        </a:rPr>
                        <a:t>不動産契約に関連する契約書類管理システム、</a:t>
                      </a:r>
                      <a:r>
                        <a:rPr b="0" lang="ja-JP" sz="1400" u="none" cap="none" strike="noStrike">
                          <a:latin typeface="Arial"/>
                          <a:ea typeface="Arial"/>
                          <a:cs typeface="Arial"/>
                          <a:sym typeface="Arial"/>
                        </a:rPr>
                        <a:t>建築中物件の品質検査写真の承認システム及び品質検査写真を契約者に公開し、SNSへの投稿を可能とする契約者向けサービスシステムの構築。</a:t>
                      </a:r>
                      <a:endParaRPr b="0" sz="1400" u="none" cap="none" strike="noStrike">
                        <a:solidFill>
                          <a:srgbClr val="000000"/>
                        </a:solidFill>
                        <a:latin typeface="Arial"/>
                        <a:ea typeface="Arial"/>
                        <a:cs typeface="Arial"/>
                        <a:sym typeface="Arial"/>
                      </a:endParaRPr>
                    </a:p>
                  </a:txBody>
                  <a:tcPr marT="36000" marB="36000" marR="36000" marL="3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0" lang="ja-JP" sz="1400" u="none" cap="none" strike="noStrike">
                          <a:solidFill>
                            <a:srgbClr val="000000"/>
                          </a:solidFill>
                          <a:latin typeface="Arial"/>
                          <a:ea typeface="Arial"/>
                          <a:cs typeface="Arial"/>
                          <a:sym typeface="Arial"/>
                        </a:rPr>
                        <a:t>OS: Windows</a:t>
                      </a:r>
                      <a:endParaRPr/>
                    </a:p>
                    <a:p>
                      <a:pPr indent="0" lvl="0" marL="0" marR="0" rtl="0" algn="l">
                        <a:lnSpc>
                          <a:spcPct val="100000"/>
                        </a:lnSpc>
                        <a:spcBef>
                          <a:spcPts val="0"/>
                        </a:spcBef>
                        <a:spcAft>
                          <a:spcPts val="0"/>
                        </a:spcAft>
                        <a:buClr>
                          <a:srgbClr val="000000"/>
                        </a:buClr>
                        <a:buSzPts val="1400"/>
                        <a:buFont typeface="Arial"/>
                        <a:buNone/>
                      </a:pPr>
                      <a:r>
                        <a:rPr b="0" lang="ja-JP" sz="1400" u="none" cap="none" strike="noStrike">
                          <a:solidFill>
                            <a:srgbClr val="000000"/>
                          </a:solidFill>
                          <a:latin typeface="Arial"/>
                          <a:ea typeface="Arial"/>
                          <a:cs typeface="Arial"/>
                          <a:sym typeface="Arial"/>
                        </a:rPr>
                        <a:t>DB: Oracle</a:t>
                      </a:r>
                      <a:endParaRPr/>
                    </a:p>
                    <a:p>
                      <a:pPr indent="0" lvl="0" marL="0" marR="0" rtl="0" algn="l">
                        <a:lnSpc>
                          <a:spcPct val="100000"/>
                        </a:lnSpc>
                        <a:spcBef>
                          <a:spcPts val="0"/>
                        </a:spcBef>
                        <a:spcAft>
                          <a:spcPts val="0"/>
                        </a:spcAft>
                        <a:buClr>
                          <a:srgbClr val="000000"/>
                        </a:buClr>
                        <a:buSzPts val="1400"/>
                        <a:buFont typeface="Arial"/>
                        <a:buNone/>
                      </a:pPr>
                      <a:r>
                        <a:rPr b="0" lang="ja-JP" sz="1400" u="none" cap="none" strike="noStrike">
                          <a:solidFill>
                            <a:srgbClr val="000000"/>
                          </a:solidFill>
                          <a:latin typeface="Arial"/>
                          <a:ea typeface="Arial"/>
                          <a:cs typeface="Arial"/>
                          <a:sym typeface="Arial"/>
                        </a:rPr>
                        <a:t>言語: VB.NET</a:t>
                      </a:r>
                      <a:endParaRPr/>
                    </a:p>
                  </a:txBody>
                  <a:tcPr marT="36000" marB="36000" marR="36000" marL="3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rgbClr val="000000"/>
                        </a:buClr>
                        <a:buSzPts val="1400"/>
                        <a:buFont typeface="Arial"/>
                        <a:buNone/>
                      </a:pPr>
                      <a:r>
                        <a:rPr b="0" i="0" lang="ja-JP" sz="1400" u="none" cap="none" strike="noStrike">
                          <a:solidFill>
                            <a:srgbClr val="000000"/>
                          </a:solidFill>
                          <a:latin typeface="Arial"/>
                          <a:ea typeface="Arial"/>
                          <a:cs typeface="Arial"/>
                          <a:sym typeface="Arial"/>
                        </a:rPr>
                        <a:t>50人月</a:t>
                      </a:r>
                      <a:endParaRPr/>
                    </a:p>
                  </a:txBody>
                  <a:tcPr marT="36000" marB="36000" marR="36000" marL="3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r>
              <a:tr h="742800">
                <a:tc>
                  <a:txBody>
                    <a:bodyPr/>
                    <a:lstStyle/>
                    <a:p>
                      <a:pPr indent="0" lvl="0" marL="0" marR="0" rtl="0" algn="ctr">
                        <a:lnSpc>
                          <a:spcPct val="100000"/>
                        </a:lnSpc>
                        <a:spcBef>
                          <a:spcPts val="0"/>
                        </a:spcBef>
                        <a:spcAft>
                          <a:spcPts val="0"/>
                        </a:spcAft>
                        <a:buClr>
                          <a:srgbClr val="000000"/>
                        </a:buClr>
                        <a:buSzPts val="1400"/>
                        <a:buFont typeface="Arial"/>
                        <a:buNone/>
                      </a:pPr>
                      <a:r>
                        <a:rPr b="0" i="0" lang="ja-JP" sz="1400" u="none" cap="none" strike="noStrike">
                          <a:solidFill>
                            <a:srgbClr val="000000"/>
                          </a:solidFill>
                          <a:latin typeface="Arial"/>
                          <a:ea typeface="Arial"/>
                          <a:cs typeface="Arial"/>
                          <a:sym typeface="Arial"/>
                        </a:rPr>
                        <a:t>6</a:t>
                      </a:r>
                      <a:endParaRPr b="0" i="0" sz="1400" u="none" cap="none" strike="noStrike">
                        <a:solidFill>
                          <a:srgbClr val="000000"/>
                        </a:solidFill>
                        <a:latin typeface="Arial"/>
                        <a:ea typeface="Arial"/>
                        <a:cs typeface="Arial"/>
                        <a:sym typeface="Arial"/>
                      </a:endParaRPr>
                    </a:p>
                  </a:txBody>
                  <a:tcPr marT="36000" marB="36000" marR="36000" marL="3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0" i="0" lang="ja-JP" sz="1400" u="none" cap="none" strike="noStrike">
                          <a:solidFill>
                            <a:srgbClr val="000000"/>
                          </a:solidFill>
                          <a:latin typeface="Arial"/>
                          <a:ea typeface="Arial"/>
                          <a:cs typeface="Arial"/>
                          <a:sym typeface="Arial"/>
                        </a:rPr>
                        <a:t>食品卸</a:t>
                      </a:r>
                      <a:endParaRPr/>
                    </a:p>
                  </a:txBody>
                  <a:tcPr marT="36000" marB="36000" marR="36000" marL="3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000000"/>
                        </a:buClr>
                        <a:buSzPts val="1400"/>
                        <a:buFont typeface="Noto Sans Symbols"/>
                        <a:buNone/>
                      </a:pPr>
                      <a:r>
                        <a:rPr b="0" lang="ja-JP" sz="1400" u="sng" cap="none" strike="noStrike">
                          <a:solidFill>
                            <a:srgbClr val="000000"/>
                          </a:solidFill>
                          <a:latin typeface="Arial"/>
                          <a:ea typeface="Arial"/>
                          <a:cs typeface="Arial"/>
                          <a:sym typeface="Arial"/>
                        </a:rPr>
                        <a:t>販売管理システム構築</a:t>
                      </a:r>
                      <a:endParaRPr b="0" sz="1400" u="sng" cap="none" strike="noStrike">
                        <a:solidFill>
                          <a:srgbClr val="000000"/>
                        </a:solidFill>
                        <a:latin typeface="Arial"/>
                        <a:ea typeface="Arial"/>
                        <a:cs typeface="Arial"/>
                        <a:sym typeface="Arial"/>
                      </a:endParaRPr>
                    </a:p>
                    <a:p>
                      <a:pPr indent="0" lvl="0" marL="0" marR="0" rtl="0" algn="l">
                        <a:spcBef>
                          <a:spcPts val="0"/>
                        </a:spcBef>
                        <a:spcAft>
                          <a:spcPts val="0"/>
                        </a:spcAft>
                        <a:buClr>
                          <a:schemeClr val="dk1"/>
                        </a:buClr>
                        <a:buSzPts val="1400"/>
                        <a:buFont typeface="Noto Sans Symbols"/>
                        <a:buNone/>
                      </a:pPr>
                      <a:r>
                        <a:rPr b="0" lang="ja-JP" sz="1400" u="none" cap="none" strike="noStrike">
                          <a:latin typeface="Arial"/>
                          <a:ea typeface="Arial"/>
                          <a:cs typeface="Arial"/>
                          <a:sym typeface="Arial"/>
                        </a:rPr>
                        <a:t>見積・受注・売上・発注・仕入・在庫・入出金・会計システム連携機能など販売管理の機能全般を搭載するシステムの構築。</a:t>
                      </a:r>
                      <a:endParaRPr b="0" sz="1400" u="none" cap="none" strike="noStrike">
                        <a:solidFill>
                          <a:srgbClr val="000000"/>
                        </a:solidFill>
                        <a:latin typeface="Arial"/>
                        <a:ea typeface="Arial"/>
                        <a:cs typeface="Arial"/>
                        <a:sym typeface="Arial"/>
                      </a:endParaRPr>
                    </a:p>
                  </a:txBody>
                  <a:tcPr marT="36000" marB="36000" marR="36000" marL="3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0" lang="ja-JP" sz="1400" u="none" cap="none" strike="noStrike">
                          <a:solidFill>
                            <a:srgbClr val="000000"/>
                          </a:solidFill>
                          <a:latin typeface="Arial"/>
                          <a:ea typeface="Arial"/>
                          <a:cs typeface="Arial"/>
                          <a:sym typeface="Arial"/>
                        </a:rPr>
                        <a:t>OS: Windows</a:t>
                      </a:r>
                      <a:endParaRPr/>
                    </a:p>
                    <a:p>
                      <a:pPr indent="0" lvl="0" marL="0" marR="0" rtl="0" algn="l">
                        <a:lnSpc>
                          <a:spcPct val="100000"/>
                        </a:lnSpc>
                        <a:spcBef>
                          <a:spcPts val="0"/>
                        </a:spcBef>
                        <a:spcAft>
                          <a:spcPts val="0"/>
                        </a:spcAft>
                        <a:buClr>
                          <a:srgbClr val="000000"/>
                        </a:buClr>
                        <a:buSzPts val="1400"/>
                        <a:buFont typeface="Arial"/>
                        <a:buNone/>
                      </a:pPr>
                      <a:r>
                        <a:rPr b="0" lang="ja-JP" sz="1400" u="none" cap="none" strike="noStrike">
                          <a:solidFill>
                            <a:srgbClr val="000000"/>
                          </a:solidFill>
                          <a:latin typeface="Arial"/>
                          <a:ea typeface="Arial"/>
                          <a:cs typeface="Arial"/>
                          <a:sym typeface="Arial"/>
                        </a:rPr>
                        <a:t>DB: SQLServer</a:t>
                      </a:r>
                      <a:endParaRPr b="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lang="ja-JP" sz="1400" u="none" cap="none" strike="noStrike">
                          <a:solidFill>
                            <a:srgbClr val="000000"/>
                          </a:solidFill>
                          <a:latin typeface="Arial"/>
                          <a:ea typeface="Arial"/>
                          <a:cs typeface="Arial"/>
                          <a:sym typeface="Arial"/>
                        </a:rPr>
                        <a:t>言語: VB.NET</a:t>
                      </a:r>
                      <a:endParaRPr/>
                    </a:p>
                  </a:txBody>
                  <a:tcPr marT="36000" marB="36000" marR="36000" marL="3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rgbClr val="000000"/>
                        </a:buClr>
                        <a:buSzPts val="1400"/>
                        <a:buFont typeface="Arial"/>
                        <a:buNone/>
                      </a:pPr>
                      <a:r>
                        <a:rPr b="0" i="0" lang="ja-JP" sz="1400" u="none" cap="none" strike="noStrike">
                          <a:solidFill>
                            <a:srgbClr val="000000"/>
                          </a:solidFill>
                          <a:latin typeface="Arial"/>
                          <a:ea typeface="Arial"/>
                          <a:cs typeface="Arial"/>
                          <a:sym typeface="Arial"/>
                        </a:rPr>
                        <a:t>100人月</a:t>
                      </a:r>
                      <a:endParaRPr/>
                    </a:p>
                  </a:txBody>
                  <a:tcPr marT="36000" marB="36000" marR="36000" marL="3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7" name="Shape 2537"/>
        <p:cNvGrpSpPr/>
        <p:nvPr/>
      </p:nvGrpSpPr>
      <p:grpSpPr>
        <a:xfrm>
          <a:off x="0" y="0"/>
          <a:ext cx="0" cy="0"/>
          <a:chOff x="0" y="0"/>
          <a:chExt cx="0" cy="0"/>
        </a:xfrm>
      </p:grpSpPr>
      <p:sp>
        <p:nvSpPr>
          <p:cNvPr id="2538" name="Google Shape;2538;p75"/>
          <p:cNvSpPr txBox="1"/>
          <p:nvPr>
            <p:ph type="title"/>
          </p:nvPr>
        </p:nvSpPr>
        <p:spPr>
          <a:xfrm>
            <a:off x="144000" y="36000"/>
            <a:ext cx="8856000" cy="5760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3000"/>
              <a:buFont typeface="Arial"/>
              <a:buNone/>
            </a:pPr>
            <a:r>
              <a:rPr lang="ja-JP"/>
              <a:t>オフショア利用案件の実績</a:t>
            </a:r>
            <a:endParaRPr/>
          </a:p>
        </p:txBody>
      </p:sp>
      <p:sp>
        <p:nvSpPr>
          <p:cNvPr id="2539" name="Google Shape;2539;p75"/>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ja-JP"/>
              <a:t>Copyright© 2020 SystemEXE,Inc. all rights reserved.</a:t>
            </a:r>
            <a:endParaRPr/>
          </a:p>
        </p:txBody>
      </p:sp>
      <p:sp>
        <p:nvSpPr>
          <p:cNvPr id="2540" name="Google Shape;2540;p75"/>
          <p:cNvSpPr txBox="1"/>
          <p:nvPr>
            <p:ph idx="12" type="sldNum"/>
          </p:nvPr>
        </p:nvSpPr>
        <p:spPr>
          <a:xfrm>
            <a:off x="4212000" y="6500068"/>
            <a:ext cx="720000" cy="288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ja-JP"/>
              <a:t>‹#›</a:t>
            </a:fld>
            <a:endParaRPr/>
          </a:p>
        </p:txBody>
      </p:sp>
      <p:graphicFrame>
        <p:nvGraphicFramePr>
          <p:cNvPr id="2541" name="Google Shape;2541;p75"/>
          <p:cNvGraphicFramePr/>
          <p:nvPr/>
        </p:nvGraphicFramePr>
        <p:xfrm>
          <a:off x="144000" y="864005"/>
          <a:ext cx="3000000" cy="3000000"/>
        </p:xfrm>
        <a:graphic>
          <a:graphicData uri="http://schemas.openxmlformats.org/drawingml/2006/table">
            <a:tbl>
              <a:tblPr>
                <a:noFill/>
                <a:tableStyleId>{323E3909-D12D-49F2-A0F7-1776A2868E15}</a:tableStyleId>
              </a:tblPr>
              <a:tblGrid>
                <a:gridCol w="389550"/>
                <a:gridCol w="549825"/>
                <a:gridCol w="4263875"/>
                <a:gridCol w="1510750"/>
                <a:gridCol w="1073425"/>
                <a:gridCol w="1068575"/>
              </a:tblGrid>
              <a:tr h="284425">
                <a:tc>
                  <a:txBody>
                    <a:bodyPr/>
                    <a:lstStyle/>
                    <a:p>
                      <a:pPr indent="0" lvl="0" marL="0" marR="0" rtl="0" algn="ctr">
                        <a:lnSpc>
                          <a:spcPct val="100000"/>
                        </a:lnSpc>
                        <a:spcBef>
                          <a:spcPts val="0"/>
                        </a:spcBef>
                        <a:spcAft>
                          <a:spcPts val="0"/>
                        </a:spcAft>
                        <a:buClr>
                          <a:schemeClr val="lt1"/>
                        </a:buClr>
                        <a:buSzPts val="1400"/>
                        <a:buFont typeface="Arial"/>
                        <a:buNone/>
                      </a:pPr>
                      <a:r>
                        <a:rPr b="1" i="0" lang="ja-JP" sz="1400" u="none" cap="none" strike="noStrike">
                          <a:solidFill>
                            <a:schemeClr val="lt1"/>
                          </a:solidFill>
                          <a:latin typeface="Arial"/>
                          <a:ea typeface="Arial"/>
                          <a:cs typeface="Arial"/>
                          <a:sym typeface="Arial"/>
                        </a:rPr>
                        <a:t>No</a:t>
                      </a:r>
                      <a:endParaRPr b="1" i="0" sz="1400" u="none" cap="none" strike="noStrike">
                        <a:solidFill>
                          <a:schemeClr val="lt1"/>
                        </a:solidFill>
                        <a:latin typeface="Arial"/>
                        <a:ea typeface="Arial"/>
                        <a:cs typeface="Arial"/>
                        <a:sym typeface="Arial"/>
                      </a:endParaRPr>
                    </a:p>
                  </a:txBody>
                  <a:tcPr marT="36000" marB="36000" marR="36000" marL="36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c>
                  <a:txBody>
                    <a:bodyPr/>
                    <a:lstStyle/>
                    <a:p>
                      <a:pPr indent="0" lvl="0" marL="0" marR="0" rtl="0" algn="ctr">
                        <a:lnSpc>
                          <a:spcPct val="100000"/>
                        </a:lnSpc>
                        <a:spcBef>
                          <a:spcPts val="0"/>
                        </a:spcBef>
                        <a:spcAft>
                          <a:spcPts val="0"/>
                        </a:spcAft>
                        <a:buClr>
                          <a:schemeClr val="lt1"/>
                        </a:buClr>
                        <a:buSzPts val="1400"/>
                        <a:buFont typeface="Arial"/>
                        <a:buNone/>
                      </a:pPr>
                      <a:r>
                        <a:rPr b="1" lang="ja-JP" sz="1400" u="none" cap="none" strike="noStrike">
                          <a:solidFill>
                            <a:schemeClr val="lt1"/>
                          </a:solidFill>
                          <a:latin typeface="Arial"/>
                          <a:ea typeface="Arial"/>
                          <a:cs typeface="Arial"/>
                          <a:sym typeface="Arial"/>
                        </a:rPr>
                        <a:t>業種</a:t>
                      </a:r>
                      <a:endParaRPr b="1" i="0" sz="1400" u="none" cap="none" strike="noStrike">
                        <a:solidFill>
                          <a:schemeClr val="lt1"/>
                        </a:solidFill>
                        <a:latin typeface="Arial"/>
                        <a:ea typeface="Arial"/>
                        <a:cs typeface="Arial"/>
                        <a:sym typeface="Arial"/>
                      </a:endParaRPr>
                    </a:p>
                  </a:txBody>
                  <a:tcPr marT="36000" marB="36000" marR="36000" marL="36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c>
                  <a:txBody>
                    <a:bodyPr/>
                    <a:lstStyle/>
                    <a:p>
                      <a:pPr indent="0" lvl="0" marL="0" marR="0" rtl="0" algn="ctr">
                        <a:lnSpc>
                          <a:spcPct val="100000"/>
                        </a:lnSpc>
                        <a:spcBef>
                          <a:spcPts val="0"/>
                        </a:spcBef>
                        <a:spcAft>
                          <a:spcPts val="0"/>
                        </a:spcAft>
                        <a:buClr>
                          <a:schemeClr val="lt1"/>
                        </a:buClr>
                        <a:buSzPts val="1400"/>
                        <a:buFont typeface="Arial"/>
                        <a:buNone/>
                      </a:pPr>
                      <a:r>
                        <a:rPr b="1" lang="ja-JP" sz="1400" u="none" cap="none" strike="noStrike">
                          <a:solidFill>
                            <a:schemeClr val="lt1"/>
                          </a:solidFill>
                          <a:latin typeface="Arial"/>
                          <a:ea typeface="Arial"/>
                          <a:cs typeface="Arial"/>
                          <a:sym typeface="Arial"/>
                        </a:rPr>
                        <a:t>プロジェクト概要</a:t>
                      </a:r>
                      <a:endParaRPr b="1" i="0" sz="1400" u="none" cap="none" strike="noStrike">
                        <a:solidFill>
                          <a:schemeClr val="lt1"/>
                        </a:solidFill>
                        <a:latin typeface="Arial"/>
                        <a:ea typeface="Arial"/>
                        <a:cs typeface="Arial"/>
                        <a:sym typeface="Arial"/>
                      </a:endParaRPr>
                    </a:p>
                  </a:txBody>
                  <a:tcPr marT="36000" marB="36000" marR="36000" marL="36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c>
                  <a:txBody>
                    <a:bodyPr/>
                    <a:lstStyle/>
                    <a:p>
                      <a:pPr indent="0" lvl="0" marL="0" marR="0" rtl="0" algn="ctr">
                        <a:lnSpc>
                          <a:spcPct val="100000"/>
                        </a:lnSpc>
                        <a:spcBef>
                          <a:spcPts val="0"/>
                        </a:spcBef>
                        <a:spcAft>
                          <a:spcPts val="0"/>
                        </a:spcAft>
                        <a:buClr>
                          <a:schemeClr val="lt1"/>
                        </a:buClr>
                        <a:buSzPts val="1400"/>
                        <a:buFont typeface="Arial"/>
                        <a:buNone/>
                      </a:pPr>
                      <a:r>
                        <a:rPr b="1" lang="ja-JP" sz="1400" u="none" cap="none" strike="noStrike">
                          <a:solidFill>
                            <a:schemeClr val="lt1"/>
                          </a:solidFill>
                          <a:latin typeface="Arial"/>
                          <a:ea typeface="Arial"/>
                          <a:cs typeface="Arial"/>
                          <a:sym typeface="Arial"/>
                        </a:rPr>
                        <a:t>環境</a:t>
                      </a:r>
                      <a:endParaRPr b="1" i="0" sz="1400" u="none" cap="none" strike="noStrike">
                        <a:solidFill>
                          <a:schemeClr val="lt1"/>
                        </a:solidFill>
                        <a:latin typeface="Arial"/>
                        <a:ea typeface="Arial"/>
                        <a:cs typeface="Arial"/>
                        <a:sym typeface="Arial"/>
                      </a:endParaRPr>
                    </a:p>
                  </a:txBody>
                  <a:tcPr marT="36000" marB="36000" marR="36000" marL="36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c>
                  <a:txBody>
                    <a:bodyPr/>
                    <a:lstStyle/>
                    <a:p>
                      <a:pPr indent="0" lvl="0" marL="0" marR="0" rtl="0" algn="ctr">
                        <a:lnSpc>
                          <a:spcPct val="100000"/>
                        </a:lnSpc>
                        <a:spcBef>
                          <a:spcPts val="0"/>
                        </a:spcBef>
                        <a:spcAft>
                          <a:spcPts val="0"/>
                        </a:spcAft>
                        <a:buClr>
                          <a:schemeClr val="lt1"/>
                        </a:buClr>
                        <a:buSzPts val="1400"/>
                        <a:buFont typeface="Arial"/>
                        <a:buNone/>
                      </a:pPr>
                      <a:r>
                        <a:rPr b="1" lang="ja-JP" sz="1400" u="none" cap="none" strike="noStrike">
                          <a:solidFill>
                            <a:schemeClr val="lt1"/>
                          </a:solidFill>
                          <a:latin typeface="Arial"/>
                          <a:ea typeface="Arial"/>
                          <a:cs typeface="Arial"/>
                          <a:sym typeface="Arial"/>
                        </a:rPr>
                        <a:t>ｵﾌｼｮｱ</a:t>
                      </a:r>
                      <a:r>
                        <a:rPr b="1" i="0" lang="ja-JP" sz="1400" u="none" cap="none" strike="noStrike">
                          <a:solidFill>
                            <a:schemeClr val="lt1"/>
                          </a:solidFill>
                          <a:latin typeface="Arial"/>
                          <a:ea typeface="Arial"/>
                          <a:cs typeface="Arial"/>
                          <a:sym typeface="Arial"/>
                        </a:rPr>
                        <a:t>範囲</a:t>
                      </a:r>
                      <a:endParaRPr/>
                    </a:p>
                  </a:txBody>
                  <a:tcPr marT="36000" marB="36000" marR="36000" marL="36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c>
                  <a:txBody>
                    <a:bodyPr/>
                    <a:lstStyle/>
                    <a:p>
                      <a:pPr indent="0" lvl="0" marL="0" marR="0" rtl="0" algn="ctr">
                        <a:lnSpc>
                          <a:spcPct val="100000"/>
                        </a:lnSpc>
                        <a:spcBef>
                          <a:spcPts val="0"/>
                        </a:spcBef>
                        <a:spcAft>
                          <a:spcPts val="0"/>
                        </a:spcAft>
                        <a:buClr>
                          <a:schemeClr val="lt1"/>
                        </a:buClr>
                        <a:buSzPts val="1400"/>
                        <a:buFont typeface="Arial"/>
                        <a:buNone/>
                      </a:pPr>
                      <a:r>
                        <a:rPr b="1" lang="ja-JP" sz="1400" u="none" cap="none" strike="noStrike">
                          <a:solidFill>
                            <a:schemeClr val="lt1"/>
                          </a:solidFill>
                          <a:latin typeface="Arial"/>
                          <a:ea typeface="Arial"/>
                          <a:cs typeface="Arial"/>
                          <a:sym typeface="Arial"/>
                        </a:rPr>
                        <a:t>開発規模</a:t>
                      </a:r>
                      <a:endParaRPr b="1" sz="1400" u="none" cap="none" strike="noStrike">
                        <a:solidFill>
                          <a:schemeClr val="lt1"/>
                        </a:solidFill>
                        <a:latin typeface="Arial"/>
                        <a:ea typeface="Arial"/>
                        <a:cs typeface="Arial"/>
                        <a:sym typeface="Arial"/>
                      </a:endParaRPr>
                    </a:p>
                  </a:txBody>
                  <a:tcPr marT="36000" marB="36000" marR="36000" marL="36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r>
              <a:tr h="985225">
                <a:tc>
                  <a:txBody>
                    <a:bodyPr/>
                    <a:lstStyle/>
                    <a:p>
                      <a:pPr indent="0" lvl="0" marL="0" marR="0" rtl="0" algn="ctr">
                        <a:lnSpc>
                          <a:spcPct val="100000"/>
                        </a:lnSpc>
                        <a:spcBef>
                          <a:spcPts val="0"/>
                        </a:spcBef>
                        <a:spcAft>
                          <a:spcPts val="0"/>
                        </a:spcAft>
                        <a:buClr>
                          <a:schemeClr val="dk1"/>
                        </a:buClr>
                        <a:buSzPts val="1400"/>
                        <a:buFont typeface="Arial"/>
                        <a:buNone/>
                      </a:pPr>
                      <a:r>
                        <a:rPr b="0" i="0" lang="ja-JP" sz="1400" u="none" cap="none" strike="noStrike">
                          <a:solidFill>
                            <a:schemeClr val="dk1"/>
                          </a:solidFill>
                          <a:latin typeface="Arial"/>
                          <a:ea typeface="Arial"/>
                          <a:cs typeface="Arial"/>
                          <a:sym typeface="Arial"/>
                        </a:rPr>
                        <a:t>1</a:t>
                      </a:r>
                      <a:endParaRPr b="0" i="0" sz="1400" u="none" cap="none" strike="noStrike">
                        <a:solidFill>
                          <a:schemeClr val="dk1"/>
                        </a:solidFill>
                        <a:latin typeface="Arial"/>
                        <a:ea typeface="Arial"/>
                        <a:cs typeface="Arial"/>
                        <a:sym typeface="Arial"/>
                      </a:endParaRPr>
                    </a:p>
                  </a:txBody>
                  <a:tcPr marT="36000" marB="36000" marR="36000" marL="3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400"/>
                        <a:buFont typeface="Arial"/>
                        <a:buNone/>
                      </a:pPr>
                      <a:r>
                        <a:rPr b="0" lang="ja-JP" sz="1400" u="none" cap="none" strike="noStrike">
                          <a:latin typeface="Arial"/>
                          <a:ea typeface="Arial"/>
                          <a:cs typeface="Arial"/>
                          <a:sym typeface="Arial"/>
                        </a:rPr>
                        <a:t>石油化学</a:t>
                      </a:r>
                      <a:endParaRPr b="0" i="0" sz="1400" u="none" cap="none" strike="noStrike">
                        <a:solidFill>
                          <a:schemeClr val="dk1"/>
                        </a:solidFill>
                        <a:latin typeface="Arial"/>
                        <a:ea typeface="Arial"/>
                        <a:cs typeface="Arial"/>
                        <a:sym typeface="Arial"/>
                      </a:endParaRPr>
                    </a:p>
                  </a:txBody>
                  <a:tcPr marT="36000" marB="36000" marR="36000" marL="3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400"/>
                        <a:buFont typeface="Arial"/>
                        <a:buNone/>
                      </a:pPr>
                      <a:r>
                        <a:rPr b="0" lang="ja-JP" sz="1400" u="sng" cap="none" strike="noStrike">
                          <a:latin typeface="Arial"/>
                          <a:ea typeface="Arial"/>
                          <a:cs typeface="Arial"/>
                          <a:sym typeface="Arial"/>
                        </a:rPr>
                        <a:t>製品倉庫システム再構築</a:t>
                      </a:r>
                      <a:r>
                        <a:rPr b="0" lang="ja-JP" sz="1400" u="none" cap="none" strike="noStrike">
                          <a:latin typeface="Arial"/>
                          <a:ea typeface="Arial"/>
                          <a:cs typeface="Arial"/>
                          <a:sym typeface="Arial"/>
                        </a:rPr>
                        <a:t>　※貴社案件</a:t>
                      </a:r>
                      <a:endParaRPr b="0" sz="1400" u="none" cap="none" strike="noStrike">
                        <a:latin typeface="Arial"/>
                        <a:ea typeface="Arial"/>
                        <a:cs typeface="Arial"/>
                        <a:sym typeface="Arial"/>
                      </a:endParaRPr>
                    </a:p>
                    <a:p>
                      <a:pPr indent="0" lvl="0" marL="0" marR="0" rtl="0" algn="l">
                        <a:lnSpc>
                          <a:spcPct val="100000"/>
                        </a:lnSpc>
                        <a:spcBef>
                          <a:spcPts val="0"/>
                        </a:spcBef>
                        <a:spcAft>
                          <a:spcPts val="0"/>
                        </a:spcAft>
                        <a:buClr>
                          <a:schemeClr val="dk1"/>
                        </a:buClr>
                        <a:buSzPts val="1400"/>
                        <a:buFont typeface="Arial"/>
                        <a:buNone/>
                      </a:pPr>
                      <a:r>
                        <a:rPr b="0" lang="ja-JP" sz="1400" u="none" cap="none" strike="noStrike">
                          <a:latin typeface="Arial"/>
                          <a:ea typeface="Arial"/>
                          <a:cs typeface="Arial"/>
                          <a:sym typeface="Arial"/>
                        </a:rPr>
                        <a:t>VB6.0で構築されたシステムをVB.NETで再構築。</a:t>
                      </a:r>
                      <a:endParaRPr b="0" sz="1400" u="none" cap="none" strike="noStrike">
                        <a:latin typeface="Arial"/>
                        <a:ea typeface="Arial"/>
                        <a:cs typeface="Arial"/>
                        <a:sym typeface="Arial"/>
                      </a:endParaRPr>
                    </a:p>
                    <a:p>
                      <a:pPr indent="0" lvl="0" marL="0" marR="0" rtl="0" algn="l">
                        <a:lnSpc>
                          <a:spcPct val="100000"/>
                        </a:lnSpc>
                        <a:spcBef>
                          <a:spcPts val="0"/>
                        </a:spcBef>
                        <a:spcAft>
                          <a:spcPts val="0"/>
                        </a:spcAft>
                        <a:buClr>
                          <a:schemeClr val="dk1"/>
                        </a:buClr>
                        <a:buSzPts val="1400"/>
                        <a:buFont typeface="Arial"/>
                        <a:buNone/>
                      </a:pPr>
                      <a:r>
                        <a:rPr b="0" lang="ja-JP" sz="1400" u="none" cap="none" strike="noStrike">
                          <a:latin typeface="Arial"/>
                          <a:ea typeface="Arial"/>
                          <a:cs typeface="Arial"/>
                          <a:sym typeface="Arial"/>
                        </a:rPr>
                        <a:t>Windows Server 2008 R2 + Windows7 から Windows Server 2016 + Windows10 への更新</a:t>
                      </a:r>
                      <a:endParaRPr b="0" sz="1400" u="none" cap="none" strike="noStrike">
                        <a:latin typeface="Arial"/>
                        <a:ea typeface="Arial"/>
                        <a:cs typeface="Arial"/>
                        <a:sym typeface="Arial"/>
                      </a:endParaRPr>
                    </a:p>
                  </a:txBody>
                  <a:tcPr marT="36000" marB="36000" marR="36000" marL="3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400"/>
                        <a:buFont typeface="Arial"/>
                        <a:buNone/>
                      </a:pPr>
                      <a:r>
                        <a:rPr b="0" lang="ja-JP" sz="1400" u="none" cap="none" strike="noStrike">
                          <a:latin typeface="Arial"/>
                          <a:ea typeface="Arial"/>
                          <a:cs typeface="Arial"/>
                          <a:sym typeface="Arial"/>
                        </a:rPr>
                        <a:t>OS: Windows</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400"/>
                        <a:buFont typeface="Arial"/>
                        <a:buNone/>
                      </a:pPr>
                      <a:r>
                        <a:rPr b="0" lang="ja-JP" sz="1400" u="none" cap="none" strike="noStrike">
                          <a:latin typeface="Arial"/>
                          <a:ea typeface="Arial"/>
                          <a:cs typeface="Arial"/>
                          <a:sym typeface="Arial"/>
                        </a:rPr>
                        <a:t>DB: Oracle</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400"/>
                        <a:buFont typeface="Arial"/>
                        <a:buNone/>
                      </a:pPr>
                      <a:r>
                        <a:rPr b="0" lang="ja-JP" sz="1400" u="none" cap="none" strike="noStrike">
                          <a:latin typeface="Arial"/>
                          <a:ea typeface="Arial"/>
                          <a:cs typeface="Arial"/>
                          <a:sym typeface="Arial"/>
                        </a:rPr>
                        <a:t>言語: VB.NET</a:t>
                      </a:r>
                      <a:endParaRPr/>
                    </a:p>
                    <a:p>
                      <a:pPr indent="0" lvl="0" marL="0" marR="0" rtl="0" algn="l">
                        <a:lnSpc>
                          <a:spcPct val="100000"/>
                        </a:lnSpc>
                        <a:spcBef>
                          <a:spcPts val="0"/>
                        </a:spcBef>
                        <a:spcAft>
                          <a:spcPts val="0"/>
                        </a:spcAft>
                        <a:buClr>
                          <a:schemeClr val="dk1"/>
                        </a:buClr>
                        <a:buSzPts val="1400"/>
                        <a:buFont typeface="Arial"/>
                        <a:buNone/>
                      </a:pPr>
                      <a:r>
                        <a:rPr b="0" lang="ja-JP" sz="1400" u="none" cap="none" strike="noStrike">
                          <a:latin typeface="Arial"/>
                          <a:ea typeface="Arial"/>
                          <a:cs typeface="Arial"/>
                          <a:sym typeface="Arial"/>
                        </a:rPr>
                        <a:t>その他:VB6</a:t>
                      </a:r>
                      <a:endParaRPr b="0" i="0" sz="1400" u="none" cap="none" strike="noStrike">
                        <a:solidFill>
                          <a:schemeClr val="dk1"/>
                        </a:solidFill>
                        <a:latin typeface="Arial"/>
                        <a:ea typeface="Arial"/>
                        <a:cs typeface="Arial"/>
                        <a:sym typeface="Arial"/>
                      </a:endParaRPr>
                    </a:p>
                  </a:txBody>
                  <a:tcPr marT="36000" marB="36000" marR="36000" marL="3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400"/>
                        <a:buFont typeface="Arial"/>
                        <a:buNone/>
                      </a:pPr>
                      <a:r>
                        <a:rPr b="0" lang="ja-JP" sz="1400" u="none" cap="none" strike="noStrike">
                          <a:latin typeface="Arial"/>
                          <a:ea typeface="Arial"/>
                          <a:cs typeface="Arial"/>
                          <a:sym typeface="Arial"/>
                        </a:rPr>
                        <a:t>開発</a:t>
                      </a:r>
                      <a:endParaRPr b="0" sz="1400" u="none" cap="none" strike="noStrike">
                        <a:latin typeface="Arial"/>
                        <a:ea typeface="Arial"/>
                        <a:cs typeface="Arial"/>
                        <a:sym typeface="Arial"/>
                      </a:endParaRPr>
                    </a:p>
                    <a:p>
                      <a:pPr indent="0" lvl="0" marL="0" marR="0" rtl="0" algn="ctr">
                        <a:lnSpc>
                          <a:spcPct val="100000"/>
                        </a:lnSpc>
                        <a:spcBef>
                          <a:spcPts val="0"/>
                        </a:spcBef>
                        <a:spcAft>
                          <a:spcPts val="0"/>
                        </a:spcAft>
                        <a:buClr>
                          <a:schemeClr val="dk1"/>
                        </a:buClr>
                        <a:buSzPts val="1400"/>
                        <a:buFont typeface="Arial"/>
                        <a:buNone/>
                      </a:pPr>
                      <a:r>
                        <a:rPr b="0" lang="ja-JP" sz="1400" u="none" cap="none" strike="noStrike">
                          <a:latin typeface="Arial"/>
                          <a:ea typeface="Arial"/>
                          <a:cs typeface="Arial"/>
                          <a:sym typeface="Arial"/>
                        </a:rPr>
                        <a:t>単体ﾃｽﾄ</a:t>
                      </a:r>
                      <a:endParaRPr b="0" i="0" sz="1400" u="none" cap="none" strike="noStrike">
                        <a:solidFill>
                          <a:schemeClr val="dk1"/>
                        </a:solidFill>
                        <a:latin typeface="Arial"/>
                        <a:ea typeface="Arial"/>
                        <a:cs typeface="Arial"/>
                        <a:sym typeface="Arial"/>
                      </a:endParaRPr>
                    </a:p>
                  </a:txBody>
                  <a:tcPr marT="36000" marB="36000" marR="36000" marL="3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400"/>
                        <a:buFont typeface="Arial"/>
                        <a:buNone/>
                      </a:pPr>
                      <a:r>
                        <a:rPr b="0" lang="ja-JP" sz="1400" u="none" cap="none" strike="noStrike">
                          <a:latin typeface="Arial"/>
                          <a:ea typeface="Arial"/>
                          <a:cs typeface="Arial"/>
                          <a:sym typeface="Arial"/>
                        </a:rPr>
                        <a:t>70人月</a:t>
                      </a:r>
                      <a:endParaRPr b="0" sz="1400" u="none" cap="none" strike="noStrike">
                        <a:latin typeface="Arial"/>
                        <a:ea typeface="Arial"/>
                        <a:cs typeface="Arial"/>
                        <a:sym typeface="Arial"/>
                      </a:endParaRPr>
                    </a:p>
                    <a:p>
                      <a:pPr indent="0" lvl="0" marL="0" marR="0" rtl="0" algn="r">
                        <a:lnSpc>
                          <a:spcPct val="100000"/>
                        </a:lnSpc>
                        <a:spcBef>
                          <a:spcPts val="0"/>
                        </a:spcBef>
                        <a:spcAft>
                          <a:spcPts val="0"/>
                        </a:spcAft>
                        <a:buClr>
                          <a:schemeClr val="dk1"/>
                        </a:buClr>
                        <a:buSzPts val="1400"/>
                        <a:buFont typeface="Arial"/>
                        <a:buNone/>
                      </a:pPr>
                      <a:r>
                        <a:rPr b="0" lang="ja-JP" sz="1400" u="none" cap="none" strike="noStrike">
                          <a:latin typeface="Arial"/>
                          <a:ea typeface="Arial"/>
                          <a:cs typeface="Arial"/>
                          <a:sym typeface="Arial"/>
                        </a:rPr>
                        <a:t>(30人月)</a:t>
                      </a:r>
                      <a:endParaRPr b="0" i="0" sz="1400" u="none" cap="none" strike="noStrike">
                        <a:solidFill>
                          <a:schemeClr val="dk1"/>
                        </a:solidFill>
                        <a:latin typeface="Arial"/>
                        <a:ea typeface="Arial"/>
                        <a:cs typeface="Arial"/>
                        <a:sym typeface="Arial"/>
                      </a:endParaRPr>
                    </a:p>
                  </a:txBody>
                  <a:tcPr marT="36000" marB="36000" marR="72000" marL="72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r>
              <a:tr h="985225">
                <a:tc>
                  <a:txBody>
                    <a:bodyPr/>
                    <a:lstStyle/>
                    <a:p>
                      <a:pPr indent="0" lvl="0" marL="0" marR="0" rtl="0" algn="ctr">
                        <a:lnSpc>
                          <a:spcPct val="100000"/>
                        </a:lnSpc>
                        <a:spcBef>
                          <a:spcPts val="0"/>
                        </a:spcBef>
                        <a:spcAft>
                          <a:spcPts val="0"/>
                        </a:spcAft>
                        <a:buClr>
                          <a:schemeClr val="dk1"/>
                        </a:buClr>
                        <a:buSzPts val="1400"/>
                        <a:buFont typeface="Arial"/>
                        <a:buNone/>
                      </a:pPr>
                      <a:r>
                        <a:rPr b="0" i="0" lang="ja-JP" sz="1400" u="none" cap="none" strike="noStrike">
                          <a:solidFill>
                            <a:schemeClr val="dk1"/>
                          </a:solidFill>
                          <a:latin typeface="Arial"/>
                          <a:ea typeface="Arial"/>
                          <a:cs typeface="Arial"/>
                          <a:sym typeface="Arial"/>
                        </a:rPr>
                        <a:t>2</a:t>
                      </a:r>
                      <a:endParaRPr b="0" i="0" sz="1400" u="none" cap="none" strike="noStrike">
                        <a:solidFill>
                          <a:schemeClr val="dk1"/>
                        </a:solidFill>
                        <a:latin typeface="Arial"/>
                        <a:ea typeface="Arial"/>
                        <a:cs typeface="Arial"/>
                        <a:sym typeface="Arial"/>
                      </a:endParaRPr>
                    </a:p>
                  </a:txBody>
                  <a:tcPr marT="36000" marB="36000" marR="36000" marL="3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400"/>
                        <a:buFont typeface="Arial"/>
                        <a:buNone/>
                      </a:pPr>
                      <a:r>
                        <a:rPr b="0" i="0" lang="ja-JP" sz="1400" u="none" cap="none" strike="noStrike">
                          <a:solidFill>
                            <a:schemeClr val="dk1"/>
                          </a:solidFill>
                          <a:latin typeface="Arial"/>
                          <a:ea typeface="Arial"/>
                          <a:cs typeface="Arial"/>
                          <a:sym typeface="Arial"/>
                        </a:rPr>
                        <a:t>石油化学</a:t>
                      </a:r>
                      <a:endParaRPr/>
                    </a:p>
                  </a:txBody>
                  <a:tcPr marT="36000" marB="36000" marR="36000" marL="3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400"/>
                        <a:buFont typeface="Arial"/>
                        <a:buNone/>
                      </a:pPr>
                      <a:r>
                        <a:rPr b="0" lang="ja-JP" sz="1400" u="sng" cap="none" strike="noStrike">
                          <a:latin typeface="Arial"/>
                          <a:ea typeface="Arial"/>
                          <a:cs typeface="Arial"/>
                          <a:sym typeface="Arial"/>
                        </a:rPr>
                        <a:t>化学工場システム再構築</a:t>
                      </a:r>
                      <a:r>
                        <a:rPr b="0" lang="ja-JP" sz="1400" u="none" cap="none" strike="noStrike">
                          <a:latin typeface="Arial"/>
                          <a:ea typeface="Arial"/>
                          <a:cs typeface="Arial"/>
                          <a:sym typeface="Arial"/>
                        </a:rPr>
                        <a:t>　※貴社案件</a:t>
                      </a:r>
                      <a:endParaRPr b="0" sz="1400" u="none" cap="none" strike="noStrike">
                        <a:latin typeface="Arial"/>
                        <a:ea typeface="Arial"/>
                        <a:cs typeface="Arial"/>
                        <a:sym typeface="Arial"/>
                      </a:endParaRPr>
                    </a:p>
                    <a:p>
                      <a:pPr indent="0" lvl="0" marL="0" marR="0" rtl="0" algn="l">
                        <a:lnSpc>
                          <a:spcPct val="100000"/>
                        </a:lnSpc>
                        <a:spcBef>
                          <a:spcPts val="0"/>
                        </a:spcBef>
                        <a:spcAft>
                          <a:spcPts val="0"/>
                        </a:spcAft>
                        <a:buClr>
                          <a:schemeClr val="dk1"/>
                        </a:buClr>
                        <a:buSzPts val="1400"/>
                        <a:buFont typeface="Arial"/>
                        <a:buNone/>
                      </a:pPr>
                      <a:r>
                        <a:rPr b="0" lang="ja-JP" sz="1400" u="none" cap="none" strike="noStrike">
                          <a:latin typeface="Arial"/>
                          <a:ea typeface="Arial"/>
                          <a:cs typeface="Arial"/>
                          <a:sym typeface="Arial"/>
                        </a:rPr>
                        <a:t>化学工場にて稼働する４つのシステムを統合。レガシーASPおよびVBで構築されているシステムをJavaで再構築。Oracleのバージョンアップ対応も実施。</a:t>
                      </a:r>
                      <a:endParaRPr b="0" sz="1400" u="none" cap="none" strike="noStrike">
                        <a:latin typeface="Arial"/>
                        <a:ea typeface="Arial"/>
                        <a:cs typeface="Arial"/>
                        <a:sym typeface="Arial"/>
                      </a:endParaRPr>
                    </a:p>
                  </a:txBody>
                  <a:tcPr marT="36000" marB="36000" marR="36000" marL="3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400"/>
                        <a:buFont typeface="Arial"/>
                        <a:buNone/>
                      </a:pPr>
                      <a:r>
                        <a:rPr b="0" lang="ja-JP" sz="1400" u="none" cap="none" strike="noStrike">
                          <a:latin typeface="Arial"/>
                          <a:ea typeface="Arial"/>
                          <a:cs typeface="Arial"/>
                          <a:sym typeface="Arial"/>
                        </a:rPr>
                        <a:t>OS: Windows</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400"/>
                        <a:buFont typeface="Arial"/>
                        <a:buNone/>
                      </a:pPr>
                      <a:r>
                        <a:rPr b="0" lang="ja-JP" sz="1400" u="none" cap="none" strike="noStrike">
                          <a:latin typeface="Arial"/>
                          <a:ea typeface="Arial"/>
                          <a:cs typeface="Arial"/>
                          <a:sym typeface="Arial"/>
                        </a:rPr>
                        <a:t>DB: Oracle</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400"/>
                        <a:buFont typeface="Arial"/>
                        <a:buNone/>
                      </a:pPr>
                      <a:r>
                        <a:rPr b="0" lang="ja-JP" sz="1400" u="none" cap="none" strike="noStrike">
                          <a:latin typeface="Arial"/>
                          <a:ea typeface="Arial"/>
                          <a:cs typeface="Arial"/>
                          <a:sym typeface="Arial"/>
                        </a:rPr>
                        <a:t>言語: Java</a:t>
                      </a:r>
                      <a:endParaRPr/>
                    </a:p>
                    <a:p>
                      <a:pPr indent="0" lvl="0" marL="0" marR="0" rtl="0" algn="l">
                        <a:lnSpc>
                          <a:spcPct val="100000"/>
                        </a:lnSpc>
                        <a:spcBef>
                          <a:spcPts val="0"/>
                        </a:spcBef>
                        <a:spcAft>
                          <a:spcPts val="0"/>
                        </a:spcAft>
                        <a:buClr>
                          <a:schemeClr val="dk1"/>
                        </a:buClr>
                        <a:buSzPts val="1400"/>
                        <a:buFont typeface="Arial"/>
                        <a:buNone/>
                      </a:pPr>
                      <a:r>
                        <a:rPr b="0" lang="ja-JP" sz="1400" u="none" cap="none" strike="noStrike">
                          <a:latin typeface="Arial"/>
                          <a:ea typeface="Arial"/>
                          <a:cs typeface="Arial"/>
                          <a:sym typeface="Arial"/>
                        </a:rPr>
                        <a:t>その他:ASP,VB6</a:t>
                      </a:r>
                      <a:endParaRPr b="0" i="0" sz="1400" u="none" cap="none" strike="noStrike">
                        <a:solidFill>
                          <a:schemeClr val="dk1"/>
                        </a:solidFill>
                        <a:latin typeface="Arial"/>
                        <a:ea typeface="Arial"/>
                        <a:cs typeface="Arial"/>
                        <a:sym typeface="Arial"/>
                      </a:endParaRPr>
                    </a:p>
                  </a:txBody>
                  <a:tcPr marT="36000" marB="36000" marR="36000" marL="3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400"/>
                        <a:buFont typeface="Arial"/>
                        <a:buNone/>
                      </a:pPr>
                      <a:r>
                        <a:rPr b="0" i="0" lang="ja-JP" sz="1400" u="none" cap="none" strike="noStrike">
                          <a:solidFill>
                            <a:schemeClr val="dk1"/>
                          </a:solidFill>
                          <a:latin typeface="Arial"/>
                          <a:ea typeface="Arial"/>
                          <a:cs typeface="Arial"/>
                          <a:sym typeface="Arial"/>
                        </a:rPr>
                        <a:t>開発</a:t>
                      </a:r>
                      <a:endParaRPr b="0" i="0" sz="14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400"/>
                        <a:buFont typeface="Arial"/>
                        <a:buNone/>
                      </a:pPr>
                      <a:r>
                        <a:rPr b="0" i="0" lang="ja-JP" sz="1400" u="none" cap="none" strike="noStrike">
                          <a:solidFill>
                            <a:schemeClr val="dk1"/>
                          </a:solidFill>
                          <a:latin typeface="Arial"/>
                          <a:ea typeface="Arial"/>
                          <a:cs typeface="Arial"/>
                          <a:sym typeface="Arial"/>
                        </a:rPr>
                        <a:t>単体ﾃｽﾄ</a:t>
                      </a:r>
                      <a:endParaRPr b="0" i="0" sz="14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400"/>
                        <a:buFont typeface="Arial"/>
                        <a:buNone/>
                      </a:pPr>
                      <a:r>
                        <a:rPr b="0" i="0" lang="ja-JP" sz="1400" u="none" cap="none" strike="noStrike">
                          <a:solidFill>
                            <a:schemeClr val="dk1"/>
                          </a:solidFill>
                          <a:latin typeface="Arial"/>
                          <a:ea typeface="Arial"/>
                          <a:cs typeface="Arial"/>
                          <a:sym typeface="Arial"/>
                        </a:rPr>
                        <a:t>結合ﾃｽﾄ</a:t>
                      </a:r>
                      <a:endParaRPr/>
                    </a:p>
                  </a:txBody>
                  <a:tcPr marT="36000" marB="36000" marR="36000" marL="3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400"/>
                        <a:buFont typeface="Arial"/>
                        <a:buNone/>
                      </a:pPr>
                      <a:r>
                        <a:rPr b="0" i="0" lang="ja-JP" sz="1400" u="none" cap="none" strike="noStrike">
                          <a:solidFill>
                            <a:schemeClr val="dk1"/>
                          </a:solidFill>
                          <a:latin typeface="Arial"/>
                          <a:ea typeface="Arial"/>
                          <a:cs typeface="Arial"/>
                          <a:sym typeface="Arial"/>
                        </a:rPr>
                        <a:t>170人月</a:t>
                      </a:r>
                      <a:endParaRPr b="0" i="0" sz="1400" u="none" cap="none" strike="noStrike">
                        <a:solidFill>
                          <a:schemeClr val="dk1"/>
                        </a:solidFill>
                        <a:latin typeface="Arial"/>
                        <a:ea typeface="Arial"/>
                        <a:cs typeface="Arial"/>
                        <a:sym typeface="Arial"/>
                      </a:endParaRPr>
                    </a:p>
                    <a:p>
                      <a:pPr indent="0" lvl="0" marL="0" marR="0" rtl="0" algn="r">
                        <a:lnSpc>
                          <a:spcPct val="100000"/>
                        </a:lnSpc>
                        <a:spcBef>
                          <a:spcPts val="0"/>
                        </a:spcBef>
                        <a:spcAft>
                          <a:spcPts val="0"/>
                        </a:spcAft>
                        <a:buClr>
                          <a:schemeClr val="dk1"/>
                        </a:buClr>
                        <a:buSzPts val="1400"/>
                        <a:buFont typeface="Arial"/>
                        <a:buNone/>
                      </a:pPr>
                      <a:r>
                        <a:rPr b="0" i="0" lang="ja-JP" sz="1400" u="none" cap="none" strike="noStrike">
                          <a:solidFill>
                            <a:schemeClr val="dk1"/>
                          </a:solidFill>
                          <a:latin typeface="Arial"/>
                          <a:ea typeface="Arial"/>
                          <a:cs typeface="Arial"/>
                          <a:sym typeface="Arial"/>
                        </a:rPr>
                        <a:t>(70人月)</a:t>
                      </a:r>
                      <a:endParaRPr b="0" i="0" sz="1400" u="none" cap="none" strike="noStrike">
                        <a:solidFill>
                          <a:schemeClr val="dk1"/>
                        </a:solidFill>
                        <a:latin typeface="Arial"/>
                        <a:ea typeface="Arial"/>
                        <a:cs typeface="Arial"/>
                        <a:sym typeface="Arial"/>
                      </a:endParaRPr>
                    </a:p>
                  </a:txBody>
                  <a:tcPr marT="36000" marB="36000" marR="72000" marL="72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r>
              <a:tr h="1030650">
                <a:tc>
                  <a:txBody>
                    <a:bodyPr/>
                    <a:lstStyle/>
                    <a:p>
                      <a:pPr indent="0" lvl="0" marL="0" marR="0" rtl="0" algn="ctr">
                        <a:lnSpc>
                          <a:spcPct val="100000"/>
                        </a:lnSpc>
                        <a:spcBef>
                          <a:spcPts val="0"/>
                        </a:spcBef>
                        <a:spcAft>
                          <a:spcPts val="0"/>
                        </a:spcAft>
                        <a:buClr>
                          <a:srgbClr val="000000"/>
                        </a:buClr>
                        <a:buSzPts val="1400"/>
                        <a:buFont typeface="Arial"/>
                        <a:buNone/>
                      </a:pPr>
                      <a:r>
                        <a:rPr b="0" i="0" lang="ja-JP" sz="1400" u="none" cap="none" strike="noStrike">
                          <a:solidFill>
                            <a:srgbClr val="000000"/>
                          </a:solidFill>
                          <a:latin typeface="Arial"/>
                          <a:ea typeface="Arial"/>
                          <a:cs typeface="Arial"/>
                          <a:sym typeface="Arial"/>
                        </a:rPr>
                        <a:t>3</a:t>
                      </a:r>
                      <a:endParaRPr b="0" i="0" sz="1400" u="none" cap="none" strike="noStrike">
                        <a:solidFill>
                          <a:srgbClr val="000000"/>
                        </a:solidFill>
                        <a:latin typeface="Arial"/>
                        <a:ea typeface="Arial"/>
                        <a:cs typeface="Arial"/>
                        <a:sym typeface="Arial"/>
                      </a:endParaRPr>
                    </a:p>
                  </a:txBody>
                  <a:tcPr marT="36000" marB="36000" marR="36000" marL="3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980"/>
                        <a:buFont typeface="Noto Sans Symbols"/>
                        <a:buNone/>
                      </a:pPr>
                      <a:r>
                        <a:rPr b="0" i="0" lang="ja-JP" sz="1400" u="none" cap="none" strike="noStrike">
                          <a:solidFill>
                            <a:srgbClr val="000000"/>
                          </a:solidFill>
                          <a:latin typeface="Arial"/>
                          <a:ea typeface="Arial"/>
                          <a:cs typeface="Arial"/>
                          <a:sym typeface="Arial"/>
                        </a:rPr>
                        <a:t>保険</a:t>
                      </a:r>
                      <a:endParaRPr/>
                    </a:p>
                  </a:txBody>
                  <a:tcPr marT="36000" marB="36000" marR="36000" marL="3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0" lang="ja-JP" sz="1400" u="sng" cap="none" strike="noStrike">
                          <a:solidFill>
                            <a:srgbClr val="000000"/>
                          </a:solidFill>
                          <a:latin typeface="Arial"/>
                          <a:ea typeface="Arial"/>
                          <a:cs typeface="Arial"/>
                          <a:sym typeface="Arial"/>
                        </a:rPr>
                        <a:t>保険金支払いワークフローシステム開発</a:t>
                      </a:r>
                      <a:endParaRPr/>
                    </a:p>
                    <a:p>
                      <a:pPr indent="0" lvl="0" marL="0" marR="0" rtl="0" algn="l">
                        <a:lnSpc>
                          <a:spcPct val="100000"/>
                        </a:lnSpc>
                        <a:spcBef>
                          <a:spcPts val="0"/>
                        </a:spcBef>
                        <a:spcAft>
                          <a:spcPts val="0"/>
                        </a:spcAft>
                        <a:buClr>
                          <a:srgbClr val="000000"/>
                        </a:buClr>
                        <a:buSzPts val="1400"/>
                        <a:buFont typeface="Arial"/>
                        <a:buNone/>
                      </a:pPr>
                      <a:r>
                        <a:rPr b="0" lang="ja-JP" sz="1400" u="none" cap="none" strike="noStrike">
                          <a:solidFill>
                            <a:srgbClr val="000000"/>
                          </a:solidFill>
                          <a:latin typeface="Arial"/>
                          <a:ea typeface="Arial"/>
                          <a:cs typeface="Arial"/>
                          <a:sym typeface="Arial"/>
                        </a:rPr>
                        <a:t>外資系大手保険会社様のBPOプロジェクトの一環。保全・保険金支払い業務の効率化や、サービスレベルの向上を目的としたシステムを構築。</a:t>
                      </a:r>
                      <a:endParaRPr b="0" sz="1400" u="none" cap="none" strike="noStrike">
                        <a:solidFill>
                          <a:srgbClr val="000000"/>
                        </a:solidFill>
                        <a:latin typeface="Arial"/>
                        <a:ea typeface="Arial"/>
                        <a:cs typeface="Arial"/>
                        <a:sym typeface="Arial"/>
                      </a:endParaRPr>
                    </a:p>
                  </a:txBody>
                  <a:tcPr marT="36000" marB="36000" marR="36000" marL="3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980"/>
                        <a:buFont typeface="Noto Sans Symbols"/>
                        <a:buNone/>
                      </a:pPr>
                      <a:r>
                        <a:rPr b="0" lang="ja-JP" sz="1400" u="none" cap="none" strike="noStrike">
                          <a:solidFill>
                            <a:srgbClr val="000000"/>
                          </a:solidFill>
                          <a:latin typeface="Arial"/>
                          <a:ea typeface="Arial"/>
                          <a:cs typeface="Arial"/>
                          <a:sym typeface="Arial"/>
                        </a:rPr>
                        <a:t>OS: Windows</a:t>
                      </a:r>
                      <a:endParaRPr/>
                    </a:p>
                    <a:p>
                      <a:pPr indent="0" lvl="0" marL="0" marR="0" rtl="0" algn="l">
                        <a:lnSpc>
                          <a:spcPct val="100000"/>
                        </a:lnSpc>
                        <a:spcBef>
                          <a:spcPts val="140"/>
                        </a:spcBef>
                        <a:spcAft>
                          <a:spcPts val="0"/>
                        </a:spcAft>
                        <a:buClr>
                          <a:srgbClr val="000000"/>
                        </a:buClr>
                        <a:buSzPts val="980"/>
                        <a:buFont typeface="Noto Sans Symbols"/>
                        <a:buNone/>
                      </a:pPr>
                      <a:r>
                        <a:rPr b="0" lang="ja-JP" sz="1400" u="none" cap="none" strike="noStrike">
                          <a:solidFill>
                            <a:srgbClr val="000000"/>
                          </a:solidFill>
                          <a:latin typeface="Arial"/>
                          <a:ea typeface="Arial"/>
                          <a:cs typeface="Arial"/>
                          <a:sym typeface="Arial"/>
                        </a:rPr>
                        <a:t>DB: Oracle</a:t>
                      </a:r>
                      <a:endParaRPr/>
                    </a:p>
                    <a:p>
                      <a:pPr indent="0" lvl="0" marL="0" marR="0" rtl="0" algn="l">
                        <a:lnSpc>
                          <a:spcPct val="100000"/>
                        </a:lnSpc>
                        <a:spcBef>
                          <a:spcPts val="140"/>
                        </a:spcBef>
                        <a:spcAft>
                          <a:spcPts val="0"/>
                        </a:spcAft>
                        <a:buClr>
                          <a:srgbClr val="000000"/>
                        </a:buClr>
                        <a:buSzPts val="980"/>
                        <a:buFont typeface="Noto Sans Symbols"/>
                        <a:buNone/>
                      </a:pPr>
                      <a:r>
                        <a:rPr b="0" lang="ja-JP" sz="1400" u="none" cap="none" strike="noStrike">
                          <a:solidFill>
                            <a:srgbClr val="000000"/>
                          </a:solidFill>
                          <a:latin typeface="Arial"/>
                          <a:ea typeface="Arial"/>
                          <a:cs typeface="Arial"/>
                          <a:sym typeface="Arial"/>
                        </a:rPr>
                        <a:t>言語: </a:t>
                      </a:r>
                      <a:r>
                        <a:rPr b="0" i="0" lang="ja-JP" sz="1400" u="none" cap="none" strike="noStrike">
                          <a:solidFill>
                            <a:srgbClr val="000000"/>
                          </a:solidFill>
                          <a:latin typeface="Arial"/>
                          <a:ea typeface="Arial"/>
                          <a:cs typeface="Arial"/>
                          <a:sym typeface="Arial"/>
                        </a:rPr>
                        <a:t>ASP.NET,PL/SQL</a:t>
                      </a:r>
                      <a:endParaRPr/>
                    </a:p>
                  </a:txBody>
                  <a:tcPr marT="36000" marB="36000" marR="36000" marL="3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0" i="0" lang="ja-JP" sz="1400" u="none" cap="none" strike="noStrike">
                          <a:solidFill>
                            <a:srgbClr val="000000"/>
                          </a:solidFill>
                          <a:latin typeface="Arial"/>
                          <a:ea typeface="Arial"/>
                          <a:cs typeface="Arial"/>
                          <a:sym typeface="Arial"/>
                        </a:rPr>
                        <a:t>技術検証</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ja-JP" sz="1400" u="none" cap="none" strike="noStrike">
                          <a:solidFill>
                            <a:srgbClr val="000000"/>
                          </a:solidFill>
                          <a:latin typeface="Arial"/>
                          <a:ea typeface="Arial"/>
                          <a:cs typeface="Arial"/>
                          <a:sym typeface="Arial"/>
                        </a:rPr>
                        <a:t>開発</a:t>
                      </a:r>
                      <a:endParaRPr/>
                    </a:p>
                    <a:p>
                      <a:pPr indent="0" lvl="0" marL="0" marR="0" rtl="0" algn="ctr">
                        <a:lnSpc>
                          <a:spcPct val="100000"/>
                        </a:lnSpc>
                        <a:spcBef>
                          <a:spcPts val="0"/>
                        </a:spcBef>
                        <a:spcAft>
                          <a:spcPts val="0"/>
                        </a:spcAft>
                        <a:buClr>
                          <a:srgbClr val="000000"/>
                        </a:buClr>
                        <a:buSzPts val="1400"/>
                        <a:buFont typeface="Arial"/>
                        <a:buNone/>
                      </a:pPr>
                      <a:r>
                        <a:rPr b="0" i="0" lang="ja-JP" sz="1400" u="none" cap="none" strike="noStrike">
                          <a:solidFill>
                            <a:srgbClr val="000000"/>
                          </a:solidFill>
                          <a:latin typeface="Arial"/>
                          <a:ea typeface="Arial"/>
                          <a:cs typeface="Arial"/>
                          <a:sym typeface="Arial"/>
                        </a:rPr>
                        <a:t>単体ﾃｽﾄ</a:t>
                      </a:r>
                      <a:endParaRPr/>
                    </a:p>
                  </a:txBody>
                  <a:tcPr marT="36000" marB="36000" marR="36000" marL="3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rgbClr val="000000"/>
                        </a:buClr>
                        <a:buSzPts val="1400"/>
                        <a:buFont typeface="Arial"/>
                        <a:buNone/>
                      </a:pPr>
                      <a:r>
                        <a:rPr b="0" lang="ja-JP" sz="1400" u="none" cap="none" strike="noStrike">
                          <a:solidFill>
                            <a:srgbClr val="000000"/>
                          </a:solidFill>
                          <a:latin typeface="Arial"/>
                          <a:ea typeface="Arial"/>
                          <a:cs typeface="Arial"/>
                          <a:sym typeface="Arial"/>
                        </a:rPr>
                        <a:t>200人月</a:t>
                      </a:r>
                      <a:endParaRPr b="0" sz="14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1400"/>
                        <a:buFont typeface="Arial"/>
                        <a:buNone/>
                      </a:pPr>
                      <a:r>
                        <a:rPr b="0" lang="ja-JP" sz="1400" u="none" cap="none" strike="noStrike">
                          <a:solidFill>
                            <a:srgbClr val="000000"/>
                          </a:solidFill>
                          <a:latin typeface="Arial"/>
                          <a:ea typeface="Arial"/>
                          <a:cs typeface="Arial"/>
                          <a:sym typeface="Arial"/>
                        </a:rPr>
                        <a:t>(60人月)</a:t>
                      </a:r>
                      <a:endParaRPr b="0" i="0" sz="1400" u="none" cap="none" strike="noStrike">
                        <a:solidFill>
                          <a:srgbClr val="000000"/>
                        </a:solidFill>
                        <a:latin typeface="Arial"/>
                        <a:ea typeface="Arial"/>
                        <a:cs typeface="Arial"/>
                        <a:sym typeface="Arial"/>
                      </a:endParaRPr>
                    </a:p>
                  </a:txBody>
                  <a:tcPr marT="36000" marB="36000" marR="36000" marL="3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r>
              <a:tr h="985225">
                <a:tc>
                  <a:txBody>
                    <a:bodyPr/>
                    <a:lstStyle/>
                    <a:p>
                      <a:pPr indent="0" lvl="0" marL="0" marR="0" rtl="0" algn="ctr">
                        <a:lnSpc>
                          <a:spcPct val="100000"/>
                        </a:lnSpc>
                        <a:spcBef>
                          <a:spcPts val="0"/>
                        </a:spcBef>
                        <a:spcAft>
                          <a:spcPts val="0"/>
                        </a:spcAft>
                        <a:buClr>
                          <a:srgbClr val="000000"/>
                        </a:buClr>
                        <a:buSzPts val="1400"/>
                        <a:buFont typeface="Arial"/>
                        <a:buNone/>
                      </a:pPr>
                      <a:r>
                        <a:rPr b="0" i="0" lang="ja-JP" sz="1400" u="none" cap="none" strike="noStrike">
                          <a:solidFill>
                            <a:srgbClr val="000000"/>
                          </a:solidFill>
                          <a:latin typeface="Arial"/>
                          <a:ea typeface="Arial"/>
                          <a:cs typeface="Arial"/>
                          <a:sym typeface="Arial"/>
                        </a:rPr>
                        <a:t>4</a:t>
                      </a:r>
                      <a:endParaRPr b="0" i="0" sz="1400" u="none" cap="none" strike="noStrike">
                        <a:solidFill>
                          <a:srgbClr val="000000"/>
                        </a:solidFill>
                        <a:latin typeface="Arial"/>
                        <a:ea typeface="Arial"/>
                        <a:cs typeface="Arial"/>
                        <a:sym typeface="Arial"/>
                      </a:endParaRPr>
                    </a:p>
                  </a:txBody>
                  <a:tcPr marT="36000" marB="36000" marR="36000" marL="3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0" i="0" lang="ja-JP" sz="1400" u="none" cap="none" strike="noStrike">
                          <a:solidFill>
                            <a:srgbClr val="000000"/>
                          </a:solidFill>
                          <a:latin typeface="Arial"/>
                          <a:ea typeface="Arial"/>
                          <a:cs typeface="Arial"/>
                          <a:sym typeface="Arial"/>
                        </a:rPr>
                        <a:t>製造</a:t>
                      </a:r>
                      <a:endParaRPr/>
                    </a:p>
                  </a:txBody>
                  <a:tcPr marT="36000" marB="36000" marR="36000" marL="3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lang="ja-JP" sz="1400" u="sng" strike="noStrike">
                          <a:solidFill>
                            <a:srgbClr val="000000"/>
                          </a:solidFill>
                          <a:latin typeface="Arial"/>
                          <a:ea typeface="Arial"/>
                          <a:cs typeface="Arial"/>
                          <a:sym typeface="Arial"/>
                        </a:rPr>
                        <a:t>生産管理システム開発</a:t>
                      </a:r>
                      <a:endParaRPr b="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lang="ja-JP" sz="1400" u="none" cap="none" strike="noStrike">
                          <a:solidFill>
                            <a:srgbClr val="000000"/>
                          </a:solidFill>
                          <a:latin typeface="Arial"/>
                          <a:ea typeface="Arial"/>
                          <a:cs typeface="Arial"/>
                          <a:sym typeface="Arial"/>
                        </a:rPr>
                        <a:t>樹脂成形品製造業様に向けた、弊社の製品「EXEX生産管理」をベースとしたスクラッチ開発。開発だけではなく設計フェーズにおいてもオフショア実施。</a:t>
                      </a:r>
                      <a:endParaRPr b="0" sz="1400" u="none" cap="none" strike="noStrike">
                        <a:solidFill>
                          <a:srgbClr val="000000"/>
                        </a:solidFill>
                        <a:latin typeface="Arial"/>
                        <a:ea typeface="Arial"/>
                        <a:cs typeface="Arial"/>
                        <a:sym typeface="Arial"/>
                      </a:endParaRPr>
                    </a:p>
                  </a:txBody>
                  <a:tcPr marT="36000" marB="36000" marR="36000" marL="3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0" lang="ja-JP" sz="1400" u="none" cap="none" strike="noStrike">
                          <a:solidFill>
                            <a:srgbClr val="000000"/>
                          </a:solidFill>
                          <a:latin typeface="Arial"/>
                          <a:ea typeface="Arial"/>
                          <a:cs typeface="Arial"/>
                          <a:sym typeface="Arial"/>
                        </a:rPr>
                        <a:t>OS: Windows</a:t>
                      </a:r>
                      <a:endParaRPr/>
                    </a:p>
                    <a:p>
                      <a:pPr indent="0" lvl="0" marL="0" marR="0" rtl="0" algn="l">
                        <a:lnSpc>
                          <a:spcPct val="100000"/>
                        </a:lnSpc>
                        <a:spcBef>
                          <a:spcPts val="0"/>
                        </a:spcBef>
                        <a:spcAft>
                          <a:spcPts val="0"/>
                        </a:spcAft>
                        <a:buClr>
                          <a:srgbClr val="000000"/>
                        </a:buClr>
                        <a:buSzPts val="1400"/>
                        <a:buFont typeface="Arial"/>
                        <a:buNone/>
                      </a:pPr>
                      <a:r>
                        <a:rPr b="0" lang="ja-JP" sz="1400" u="none" cap="none" strike="noStrike">
                          <a:solidFill>
                            <a:srgbClr val="000000"/>
                          </a:solidFill>
                          <a:latin typeface="Arial"/>
                          <a:ea typeface="Arial"/>
                          <a:cs typeface="Arial"/>
                          <a:sym typeface="Arial"/>
                        </a:rPr>
                        <a:t>DB: </a:t>
                      </a:r>
                      <a:r>
                        <a:rPr b="0" lang="ja-JP" sz="1400" u="none" strike="noStrike">
                          <a:solidFill>
                            <a:srgbClr val="000000"/>
                          </a:solidFill>
                          <a:latin typeface="Arial"/>
                          <a:ea typeface="Arial"/>
                          <a:cs typeface="Arial"/>
                          <a:sym typeface="Arial"/>
                        </a:rPr>
                        <a:t>Oracle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lang="ja-JP" sz="1400" u="none" cap="none" strike="noStrike">
                          <a:solidFill>
                            <a:srgbClr val="000000"/>
                          </a:solidFill>
                          <a:latin typeface="Arial"/>
                          <a:ea typeface="Arial"/>
                          <a:cs typeface="Arial"/>
                          <a:sym typeface="Arial"/>
                        </a:rPr>
                        <a:t>言語: Java,PL/SQL,ActionScript</a:t>
                      </a:r>
                      <a:endParaRPr b="0" sz="1400" u="none" cap="none" strike="noStrike">
                        <a:solidFill>
                          <a:srgbClr val="000000"/>
                        </a:solidFill>
                        <a:latin typeface="Arial"/>
                        <a:ea typeface="Arial"/>
                        <a:cs typeface="Arial"/>
                        <a:sym typeface="Arial"/>
                      </a:endParaRPr>
                    </a:p>
                  </a:txBody>
                  <a:tcPr marT="36000" marB="36000" marR="36000" marL="3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0" i="0" lang="ja-JP" sz="1400" u="none" cap="none" strike="noStrike">
                          <a:solidFill>
                            <a:srgbClr val="000000"/>
                          </a:solidFill>
                          <a:latin typeface="Arial"/>
                          <a:ea typeface="Arial"/>
                          <a:cs typeface="Arial"/>
                          <a:sym typeface="Arial"/>
                        </a:rPr>
                        <a:t>詳細設計</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ja-JP" sz="1400" u="none" cap="none" strike="noStrike">
                          <a:solidFill>
                            <a:srgbClr val="000000"/>
                          </a:solidFill>
                          <a:latin typeface="Arial"/>
                          <a:ea typeface="Arial"/>
                          <a:cs typeface="Arial"/>
                          <a:sym typeface="Arial"/>
                        </a:rPr>
                        <a:t>開発</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ja-JP" sz="1400" u="none" cap="none" strike="noStrike">
                          <a:solidFill>
                            <a:srgbClr val="000000"/>
                          </a:solidFill>
                          <a:latin typeface="Arial"/>
                          <a:ea typeface="Arial"/>
                          <a:cs typeface="Arial"/>
                          <a:sym typeface="Arial"/>
                        </a:rPr>
                        <a:t>単体ﾃｽﾄ</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ja-JP" sz="1400" u="none" cap="none" strike="noStrike">
                          <a:solidFill>
                            <a:srgbClr val="000000"/>
                          </a:solidFill>
                          <a:latin typeface="Arial"/>
                          <a:ea typeface="Arial"/>
                          <a:cs typeface="Arial"/>
                          <a:sym typeface="Arial"/>
                        </a:rPr>
                        <a:t>結合ﾃｽﾄ</a:t>
                      </a:r>
                      <a:endParaRPr/>
                    </a:p>
                  </a:txBody>
                  <a:tcPr marT="36000" marB="36000" marR="36000" marL="3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rgbClr val="000000"/>
                        </a:buClr>
                        <a:buSzPts val="1400"/>
                        <a:buFont typeface="Arial"/>
                        <a:buNone/>
                      </a:pPr>
                      <a:r>
                        <a:rPr b="0" lang="ja-JP" sz="1400" u="none" cap="none" strike="noStrike">
                          <a:solidFill>
                            <a:srgbClr val="000000"/>
                          </a:solidFill>
                          <a:latin typeface="Arial"/>
                          <a:ea typeface="Arial"/>
                          <a:cs typeface="Arial"/>
                          <a:sym typeface="Arial"/>
                        </a:rPr>
                        <a:t>65人月</a:t>
                      </a:r>
                      <a:endParaRPr b="0" sz="14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1400"/>
                        <a:buFont typeface="Arial"/>
                        <a:buNone/>
                      </a:pPr>
                      <a:r>
                        <a:rPr b="0" lang="ja-JP" sz="1400" u="none" cap="none" strike="noStrike">
                          <a:solidFill>
                            <a:srgbClr val="000000"/>
                          </a:solidFill>
                          <a:latin typeface="Arial"/>
                          <a:ea typeface="Arial"/>
                          <a:cs typeface="Arial"/>
                          <a:sym typeface="Arial"/>
                        </a:rPr>
                        <a:t>(30人月)</a:t>
                      </a:r>
                      <a:endParaRPr b="0" i="0" sz="1400" u="none" cap="none" strike="noStrike">
                        <a:solidFill>
                          <a:srgbClr val="000000"/>
                        </a:solidFill>
                        <a:latin typeface="Arial"/>
                        <a:ea typeface="Arial"/>
                        <a:cs typeface="Arial"/>
                        <a:sym typeface="Arial"/>
                      </a:endParaRPr>
                    </a:p>
                  </a:txBody>
                  <a:tcPr marT="36000" marB="36000" marR="36000" marL="3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r>
              <a:tr h="985225">
                <a:tc>
                  <a:txBody>
                    <a:bodyPr/>
                    <a:lstStyle/>
                    <a:p>
                      <a:pPr indent="0" lvl="0" marL="0" marR="0" rtl="0" algn="ctr">
                        <a:lnSpc>
                          <a:spcPct val="100000"/>
                        </a:lnSpc>
                        <a:spcBef>
                          <a:spcPts val="0"/>
                        </a:spcBef>
                        <a:spcAft>
                          <a:spcPts val="0"/>
                        </a:spcAft>
                        <a:buClr>
                          <a:srgbClr val="000000"/>
                        </a:buClr>
                        <a:buSzPts val="1400"/>
                        <a:buFont typeface="Arial"/>
                        <a:buNone/>
                      </a:pPr>
                      <a:r>
                        <a:rPr b="0" i="0" lang="ja-JP" sz="1400" u="none" cap="none" strike="noStrike">
                          <a:solidFill>
                            <a:srgbClr val="000000"/>
                          </a:solidFill>
                          <a:latin typeface="Arial"/>
                          <a:ea typeface="Arial"/>
                          <a:cs typeface="Arial"/>
                          <a:sym typeface="Arial"/>
                        </a:rPr>
                        <a:t>5</a:t>
                      </a:r>
                      <a:endParaRPr b="0" i="0" sz="1400" u="none" cap="none" strike="noStrike">
                        <a:solidFill>
                          <a:srgbClr val="000000"/>
                        </a:solidFill>
                        <a:latin typeface="Arial"/>
                        <a:ea typeface="Arial"/>
                        <a:cs typeface="Arial"/>
                        <a:sym typeface="Arial"/>
                      </a:endParaRPr>
                    </a:p>
                  </a:txBody>
                  <a:tcPr marT="36000" marB="36000" marR="36000" marL="3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0" i="0" lang="ja-JP" sz="1400" u="none" cap="none" strike="noStrike">
                          <a:solidFill>
                            <a:srgbClr val="000000"/>
                          </a:solidFill>
                          <a:latin typeface="Arial"/>
                          <a:ea typeface="Arial"/>
                          <a:cs typeface="Arial"/>
                          <a:sym typeface="Arial"/>
                        </a:rPr>
                        <a:t>病院</a:t>
                      </a:r>
                      <a:endParaRPr/>
                    </a:p>
                  </a:txBody>
                  <a:tcPr marT="36000" marB="36000" marR="36000" marL="3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0" lang="ja-JP" sz="1400" u="sng" cap="none" strike="noStrike">
                          <a:solidFill>
                            <a:srgbClr val="000000"/>
                          </a:solidFill>
                          <a:latin typeface="Arial"/>
                          <a:ea typeface="Arial"/>
                          <a:cs typeface="Arial"/>
                          <a:sym typeface="Arial"/>
                        </a:rPr>
                        <a:t>電子カルテシステム開発</a:t>
                      </a:r>
                      <a:endParaRPr b="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lang="ja-JP" sz="1400" u="none" cap="none" strike="noStrike">
                          <a:solidFill>
                            <a:srgbClr val="000000"/>
                          </a:solidFill>
                          <a:latin typeface="Arial"/>
                          <a:ea typeface="Arial"/>
                          <a:cs typeface="Arial"/>
                          <a:sym typeface="Arial"/>
                        </a:rPr>
                        <a:t>大規模私立病院様に向けた、医療・健康情報を統合したデータの集約・活用を目的とした、次世代医療システムの構築。</a:t>
                      </a:r>
                      <a:endParaRPr b="0" sz="1400" u="none" cap="none" strike="noStrike">
                        <a:solidFill>
                          <a:srgbClr val="000000"/>
                        </a:solidFill>
                        <a:latin typeface="Arial"/>
                        <a:ea typeface="Arial"/>
                        <a:cs typeface="Arial"/>
                        <a:sym typeface="Arial"/>
                      </a:endParaRPr>
                    </a:p>
                  </a:txBody>
                  <a:tcPr marT="36000" marB="36000" marR="36000" marL="3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0" lang="ja-JP" sz="1400" u="none" cap="none" strike="noStrike">
                          <a:solidFill>
                            <a:srgbClr val="000000"/>
                          </a:solidFill>
                          <a:latin typeface="Arial"/>
                          <a:ea typeface="Arial"/>
                          <a:cs typeface="Arial"/>
                          <a:sym typeface="Arial"/>
                        </a:rPr>
                        <a:t>OS: Windows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lang="ja-JP" sz="1400" u="none" cap="none" strike="noStrike">
                          <a:solidFill>
                            <a:srgbClr val="000000"/>
                          </a:solidFill>
                          <a:latin typeface="Arial"/>
                          <a:ea typeface="Arial"/>
                          <a:cs typeface="Arial"/>
                          <a:sym typeface="Arial"/>
                        </a:rPr>
                        <a:t>DB: DB２</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lang="ja-JP" sz="1400" u="none" cap="none" strike="noStrike">
                          <a:solidFill>
                            <a:srgbClr val="000000"/>
                          </a:solidFill>
                          <a:latin typeface="Arial"/>
                          <a:ea typeface="Arial"/>
                          <a:cs typeface="Arial"/>
                          <a:sym typeface="Arial"/>
                        </a:rPr>
                        <a:t>言語: Java,HTML5,AngularJS</a:t>
                      </a:r>
                      <a:endParaRPr/>
                    </a:p>
                  </a:txBody>
                  <a:tcPr marT="36000" marB="36000" marR="36000" marL="3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0" i="0" lang="ja-JP" sz="1400" u="none" cap="none" strike="noStrike">
                          <a:solidFill>
                            <a:srgbClr val="000000"/>
                          </a:solidFill>
                          <a:latin typeface="Arial"/>
                          <a:ea typeface="Arial"/>
                          <a:cs typeface="Arial"/>
                          <a:sym typeface="Arial"/>
                        </a:rPr>
                        <a:t>技術検証</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ja-JP" sz="1400" u="none" cap="none" strike="noStrike">
                          <a:solidFill>
                            <a:srgbClr val="000000"/>
                          </a:solidFill>
                          <a:latin typeface="Arial"/>
                          <a:ea typeface="Arial"/>
                          <a:cs typeface="Arial"/>
                          <a:sym typeface="Arial"/>
                        </a:rPr>
                        <a:t>ﾓｯｸｱｯﾌﾟ作成</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ja-JP" sz="1400" u="none" cap="none" strike="noStrike">
                          <a:solidFill>
                            <a:srgbClr val="000000"/>
                          </a:solidFill>
                          <a:latin typeface="Arial"/>
                          <a:ea typeface="Arial"/>
                          <a:cs typeface="Arial"/>
                          <a:sym typeface="Arial"/>
                        </a:rPr>
                        <a:t>開発</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ja-JP" sz="1400" u="none" cap="none" strike="noStrike">
                          <a:solidFill>
                            <a:srgbClr val="000000"/>
                          </a:solidFill>
                          <a:latin typeface="Arial"/>
                          <a:ea typeface="Arial"/>
                          <a:cs typeface="Arial"/>
                          <a:sym typeface="Arial"/>
                        </a:rPr>
                        <a:t>単体ﾃｽﾄ</a:t>
                      </a:r>
                      <a:endParaRPr b="0" i="0" sz="1400" u="none" cap="none" strike="noStrike">
                        <a:solidFill>
                          <a:srgbClr val="000000"/>
                        </a:solidFill>
                        <a:latin typeface="Arial"/>
                        <a:ea typeface="Arial"/>
                        <a:cs typeface="Arial"/>
                        <a:sym typeface="Arial"/>
                      </a:endParaRPr>
                    </a:p>
                  </a:txBody>
                  <a:tcPr marT="36000" marB="36000" marR="36000" marL="3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rgbClr val="000000"/>
                        </a:buClr>
                        <a:buSzPts val="1400"/>
                        <a:buFont typeface="Arial"/>
                        <a:buNone/>
                      </a:pPr>
                      <a:r>
                        <a:rPr b="0" lang="ja-JP" sz="1400" u="none" cap="none" strike="noStrike">
                          <a:solidFill>
                            <a:srgbClr val="000000"/>
                          </a:solidFill>
                          <a:latin typeface="Arial"/>
                          <a:ea typeface="Arial"/>
                          <a:cs typeface="Arial"/>
                          <a:sym typeface="Arial"/>
                        </a:rPr>
                        <a:t>300人月</a:t>
                      </a:r>
                      <a:endParaRPr b="0" sz="14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1400"/>
                        <a:buFont typeface="Arial"/>
                        <a:buNone/>
                      </a:pPr>
                      <a:r>
                        <a:rPr b="0" lang="ja-JP" sz="1400" u="none" cap="none" strike="noStrike">
                          <a:solidFill>
                            <a:srgbClr val="000000"/>
                          </a:solidFill>
                          <a:latin typeface="Arial"/>
                          <a:ea typeface="Arial"/>
                          <a:cs typeface="Arial"/>
                          <a:sym typeface="Arial"/>
                        </a:rPr>
                        <a:t>(250人月)</a:t>
                      </a:r>
                      <a:endParaRPr b="0" i="0" sz="1400" u="none" cap="none" strike="noStrike">
                        <a:solidFill>
                          <a:srgbClr val="000000"/>
                        </a:solidFill>
                        <a:latin typeface="Arial"/>
                        <a:ea typeface="Arial"/>
                        <a:cs typeface="Arial"/>
                        <a:sym typeface="Arial"/>
                      </a:endParaRPr>
                    </a:p>
                  </a:txBody>
                  <a:tcPr marT="36000" marB="36000" marR="36000" marL="3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r>
            </a:tbl>
          </a:graphicData>
        </a:graphic>
      </p:graphicFrame>
      <p:sp>
        <p:nvSpPr>
          <p:cNvPr id="2542" name="Google Shape;2542;p75"/>
          <p:cNvSpPr txBox="1"/>
          <p:nvPr/>
        </p:nvSpPr>
        <p:spPr>
          <a:xfrm>
            <a:off x="144000" y="6120000"/>
            <a:ext cx="8856000" cy="288000"/>
          </a:xfrm>
          <a:prstGeom prst="rect">
            <a:avLst/>
          </a:prstGeom>
          <a:noFill/>
          <a:ln>
            <a:noFill/>
          </a:ln>
        </p:spPr>
        <p:txBody>
          <a:bodyPr anchorCtr="0" anchor="b" bIns="45700" lIns="91425" spcFirstLastPara="1" rIns="91425" wrap="square" tIns="45700">
            <a:noAutofit/>
          </a:bodyPr>
          <a:lstStyle/>
          <a:p>
            <a:pPr indent="-285750" lvl="0" marL="285750" marR="0" rtl="0" algn="l">
              <a:spcBef>
                <a:spcPts val="0"/>
              </a:spcBef>
              <a:spcAft>
                <a:spcPts val="0"/>
              </a:spcAft>
              <a:buClr>
                <a:schemeClr val="lt1"/>
              </a:buClr>
              <a:buSzPts val="1200"/>
              <a:buFont typeface="Arial"/>
              <a:buChar char="※"/>
            </a:pPr>
            <a:r>
              <a:rPr b="1" lang="ja-JP" sz="1200">
                <a:solidFill>
                  <a:schemeClr val="lt1"/>
                </a:solidFill>
                <a:latin typeface="Arial"/>
                <a:ea typeface="Arial"/>
                <a:cs typeface="Arial"/>
                <a:sym typeface="Arial"/>
              </a:rPr>
              <a:t>()はｵﾌｼｮｱ工数</a:t>
            </a:r>
            <a:endParaRPr b="1" sz="1200">
              <a:solidFill>
                <a:schemeClr val="lt1"/>
              </a:solidFill>
              <a:latin typeface="Arial"/>
              <a:ea typeface="Arial"/>
              <a:cs typeface="Arial"/>
              <a:sym typeface="Arial"/>
            </a:endParaRPr>
          </a:p>
          <a:p>
            <a:pPr indent="-285750" lvl="0" marL="285750" marR="0" rtl="0" algn="l">
              <a:spcBef>
                <a:spcPts val="600"/>
              </a:spcBef>
              <a:spcAft>
                <a:spcPts val="0"/>
              </a:spcAft>
              <a:buClr>
                <a:schemeClr val="dk1"/>
              </a:buClr>
              <a:buSzPts val="1200"/>
              <a:buFont typeface="Arial"/>
              <a:buChar char="※"/>
            </a:pPr>
            <a:r>
              <a:rPr lang="ja-JP" sz="1200">
                <a:solidFill>
                  <a:schemeClr val="dk1"/>
                </a:solidFill>
                <a:latin typeface="Arial"/>
                <a:ea typeface="Arial"/>
                <a:cs typeface="Arial"/>
                <a:sym typeface="Arial"/>
              </a:rPr>
              <a:t>開発規模の()はオフショア工数を記載しております。</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6" name="Shape 2546"/>
        <p:cNvGrpSpPr/>
        <p:nvPr/>
      </p:nvGrpSpPr>
      <p:grpSpPr>
        <a:xfrm>
          <a:off x="0" y="0"/>
          <a:ext cx="0" cy="0"/>
          <a:chOff x="0" y="0"/>
          <a:chExt cx="0" cy="0"/>
        </a:xfrm>
      </p:grpSpPr>
      <p:sp>
        <p:nvSpPr>
          <p:cNvPr id="2547" name="Google Shape;2547;p76"/>
          <p:cNvSpPr txBox="1"/>
          <p:nvPr>
            <p:ph type="title"/>
          </p:nvPr>
        </p:nvSpPr>
        <p:spPr>
          <a:xfrm>
            <a:off x="144000" y="36000"/>
            <a:ext cx="8856000" cy="5760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3000"/>
              <a:buFont typeface="Arial"/>
              <a:buNone/>
            </a:pPr>
            <a:r>
              <a:rPr lang="ja-JP"/>
              <a:t>COVID-19に関するベトナムの状況</a:t>
            </a:r>
            <a:endParaRPr/>
          </a:p>
        </p:txBody>
      </p:sp>
      <p:sp>
        <p:nvSpPr>
          <p:cNvPr id="2548" name="Google Shape;2548;p76"/>
          <p:cNvSpPr txBox="1"/>
          <p:nvPr>
            <p:ph idx="1" type="body"/>
          </p:nvPr>
        </p:nvSpPr>
        <p:spPr>
          <a:xfrm>
            <a:off x="144000" y="863599"/>
            <a:ext cx="8856000" cy="5508401"/>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None/>
            </a:pPr>
            <a:r>
              <a:rPr lang="ja-JP"/>
              <a:t>ベトナムの新型コロナウイルス感染症(COVID-19)の感染者数は4月16日現在267人となり死亡者はおりません。ベトナム政府は、3月22日に新型コロナウイルス対策として、すべての外国人の入国を一時停止しました。また、4月1日より15日間の全国隔離措置をとっており、感染拡大対策を強化しています。同措置の実施以降、新規感染者は減少傾向にあります。</a:t>
            </a:r>
            <a:endParaRPr/>
          </a:p>
          <a:p>
            <a:pPr indent="0" lvl="0" marL="0" rtl="0" algn="l">
              <a:lnSpc>
                <a:spcPct val="100000"/>
              </a:lnSpc>
              <a:spcBef>
                <a:spcPts val="1000"/>
              </a:spcBef>
              <a:spcAft>
                <a:spcPts val="0"/>
              </a:spcAft>
              <a:buClr>
                <a:schemeClr val="dk1"/>
              </a:buClr>
              <a:buSzPts val="1400"/>
              <a:buNone/>
            </a:pPr>
            <a:r>
              <a:rPr lang="ja-JP"/>
              <a:t>現在、システムエグゼベトナムでは、全社員が在宅勤務を実施しております。日本側の環境に直接アクセスできるのは、限定された者（チームリーダー以上）のみとしており、メンバーは、チームリーダーによりシステムエグゼベトナム内に展開された必要最低限の資料・ソース を利用しています。また、システムエグゼベトナムのテレワーク環境は、システムエグゼ（日本）と同等のセキュリティを整備しております。</a:t>
            </a:r>
            <a:endParaRPr/>
          </a:p>
          <a:p>
            <a:pPr indent="0" lvl="0" marL="0" rtl="0" algn="l">
              <a:lnSpc>
                <a:spcPct val="100000"/>
              </a:lnSpc>
              <a:spcBef>
                <a:spcPts val="1000"/>
              </a:spcBef>
              <a:spcAft>
                <a:spcPts val="0"/>
              </a:spcAft>
              <a:buClr>
                <a:schemeClr val="dk1"/>
              </a:buClr>
              <a:buSzPts val="1400"/>
              <a:buNone/>
            </a:pPr>
            <a:r>
              <a:rPr lang="ja-JP"/>
              <a:t>テレワークでの開発作業を実施しておりますが、大きな問題なく開発作業を進めることができております。</a:t>
            </a:r>
            <a:endParaRPr/>
          </a:p>
          <a:p>
            <a:pPr indent="0" lvl="0" marL="0" rtl="0" algn="l">
              <a:lnSpc>
                <a:spcPct val="100000"/>
              </a:lnSpc>
              <a:spcBef>
                <a:spcPts val="1000"/>
              </a:spcBef>
              <a:spcAft>
                <a:spcPts val="0"/>
              </a:spcAft>
              <a:buClr>
                <a:schemeClr val="dk1"/>
              </a:buClr>
              <a:buSzPts val="1400"/>
              <a:buNone/>
            </a:pPr>
            <a:r>
              <a:rPr lang="ja-JP" u="sng"/>
              <a:t>全国隔離措置</a:t>
            </a:r>
            <a:endParaRPr u="sng"/>
          </a:p>
          <a:p>
            <a:pPr indent="-228600" lvl="1" marL="685800" rtl="0" algn="l">
              <a:lnSpc>
                <a:spcPct val="100000"/>
              </a:lnSpc>
              <a:spcBef>
                <a:spcPts val="500"/>
              </a:spcBef>
              <a:spcAft>
                <a:spcPts val="0"/>
              </a:spcAft>
              <a:buClr>
                <a:schemeClr val="dk1"/>
              </a:buClr>
              <a:buSzPts val="1400"/>
              <a:buChar char="•"/>
            </a:pPr>
            <a:r>
              <a:rPr lang="ja-JP"/>
              <a:t>外出自粛（食料品や医薬品の購入、病気や怪我、必要な商品・サービスを取り扱う施設で働いている場合を除く）</a:t>
            </a:r>
            <a:endParaRPr/>
          </a:p>
          <a:p>
            <a:pPr indent="-228600" lvl="1" marL="685800" rtl="0" algn="l">
              <a:lnSpc>
                <a:spcPct val="100000"/>
              </a:lnSpc>
              <a:spcBef>
                <a:spcPts val="500"/>
              </a:spcBef>
              <a:spcAft>
                <a:spcPts val="0"/>
              </a:spcAft>
              <a:buClr>
                <a:schemeClr val="dk1"/>
              </a:buClr>
              <a:buSzPts val="1400"/>
              <a:buChar char="•"/>
            </a:pPr>
            <a:r>
              <a:rPr lang="ja-JP"/>
              <a:t>コミュニケーションが必要な場合は2m以上の距離を保つ</a:t>
            </a:r>
            <a:endParaRPr/>
          </a:p>
          <a:p>
            <a:pPr indent="-228600" lvl="1" marL="685800" rtl="0" algn="l">
              <a:lnSpc>
                <a:spcPct val="100000"/>
              </a:lnSpc>
              <a:spcBef>
                <a:spcPts val="500"/>
              </a:spcBef>
              <a:spcAft>
                <a:spcPts val="0"/>
              </a:spcAft>
              <a:buClr>
                <a:schemeClr val="dk1"/>
              </a:buClr>
              <a:buSzPts val="1400"/>
              <a:buChar char="•"/>
            </a:pPr>
            <a:r>
              <a:rPr lang="ja-JP"/>
              <a:t>公共の場に3人以上で集まることは禁止</a:t>
            </a:r>
            <a:endParaRPr/>
          </a:p>
          <a:p>
            <a:pPr indent="-228600" lvl="1" marL="685800" rtl="0" algn="l">
              <a:lnSpc>
                <a:spcPct val="100000"/>
              </a:lnSpc>
              <a:spcBef>
                <a:spcPts val="500"/>
              </a:spcBef>
              <a:spcAft>
                <a:spcPts val="0"/>
              </a:spcAft>
              <a:buClr>
                <a:schemeClr val="dk1"/>
              </a:buClr>
              <a:buSzPts val="1400"/>
              <a:buChar char="•"/>
            </a:pPr>
            <a:r>
              <a:rPr lang="ja-JP"/>
              <a:t>路線バスの運行停止</a:t>
            </a:r>
            <a:endParaRPr/>
          </a:p>
          <a:p>
            <a:pPr indent="-139700" lvl="1" marL="685800" rtl="0" algn="l">
              <a:lnSpc>
                <a:spcPct val="100000"/>
              </a:lnSpc>
              <a:spcBef>
                <a:spcPts val="500"/>
              </a:spcBef>
              <a:spcAft>
                <a:spcPts val="0"/>
              </a:spcAft>
              <a:buClr>
                <a:schemeClr val="dk1"/>
              </a:buClr>
              <a:buSzPts val="1400"/>
              <a:buNone/>
            </a:pPr>
            <a:r>
              <a:t/>
            </a:r>
            <a:endParaRPr/>
          </a:p>
          <a:p>
            <a:pPr indent="-139700" lvl="1" marL="685800" rtl="0" algn="l">
              <a:lnSpc>
                <a:spcPct val="100000"/>
              </a:lnSpc>
              <a:spcBef>
                <a:spcPts val="500"/>
              </a:spcBef>
              <a:spcAft>
                <a:spcPts val="0"/>
              </a:spcAft>
              <a:buClr>
                <a:schemeClr val="dk1"/>
              </a:buClr>
              <a:buSzPts val="1400"/>
              <a:buNone/>
            </a:pPr>
            <a:r>
              <a:t/>
            </a:r>
            <a:endParaRPr/>
          </a:p>
          <a:p>
            <a:pPr indent="-139700" lvl="1" marL="685800" rtl="0" algn="l">
              <a:lnSpc>
                <a:spcPct val="100000"/>
              </a:lnSpc>
              <a:spcBef>
                <a:spcPts val="500"/>
              </a:spcBef>
              <a:spcAft>
                <a:spcPts val="0"/>
              </a:spcAft>
              <a:buClr>
                <a:schemeClr val="dk1"/>
              </a:buClr>
              <a:buSzPts val="1400"/>
              <a:buNone/>
            </a:pPr>
            <a:r>
              <a:t/>
            </a:r>
            <a:endParaRPr/>
          </a:p>
          <a:p>
            <a:pPr indent="-139700" lvl="1" marL="685800" rtl="0" algn="l">
              <a:lnSpc>
                <a:spcPct val="100000"/>
              </a:lnSpc>
              <a:spcBef>
                <a:spcPts val="500"/>
              </a:spcBef>
              <a:spcAft>
                <a:spcPts val="0"/>
              </a:spcAft>
              <a:buClr>
                <a:schemeClr val="dk1"/>
              </a:buClr>
              <a:buSzPts val="1400"/>
              <a:buNone/>
            </a:pPr>
            <a:r>
              <a:t/>
            </a:r>
            <a:endParaRPr/>
          </a:p>
          <a:p>
            <a:pPr indent="0" lvl="1" marL="457200" rtl="0" algn="l">
              <a:lnSpc>
                <a:spcPct val="100000"/>
              </a:lnSpc>
              <a:spcBef>
                <a:spcPts val="500"/>
              </a:spcBef>
              <a:spcAft>
                <a:spcPts val="0"/>
              </a:spcAft>
              <a:buClr>
                <a:schemeClr val="dk1"/>
              </a:buClr>
              <a:buSzPts val="1400"/>
              <a:buNone/>
            </a:pPr>
            <a:r>
              <a:t/>
            </a:r>
            <a:endParaRPr/>
          </a:p>
          <a:p>
            <a:pPr indent="0" lvl="0" marL="0" rtl="0" algn="l">
              <a:lnSpc>
                <a:spcPct val="100000"/>
              </a:lnSpc>
              <a:spcBef>
                <a:spcPts val="1000"/>
              </a:spcBef>
              <a:spcAft>
                <a:spcPts val="0"/>
              </a:spcAft>
              <a:buClr>
                <a:schemeClr val="dk1"/>
              </a:buClr>
              <a:buSzPts val="1200"/>
              <a:buNone/>
            </a:pPr>
            <a:r>
              <a:rPr lang="ja-JP" sz="1200"/>
              <a:t>※ 上記は2020年4月27日時点の情報となります。</a:t>
            </a:r>
            <a:endParaRPr/>
          </a:p>
          <a:p>
            <a:pPr indent="0" lvl="0" marL="0" rtl="0" algn="l">
              <a:lnSpc>
                <a:spcPct val="100000"/>
              </a:lnSpc>
              <a:spcBef>
                <a:spcPts val="1000"/>
              </a:spcBef>
              <a:spcAft>
                <a:spcPts val="0"/>
              </a:spcAft>
              <a:buClr>
                <a:schemeClr val="dk1"/>
              </a:buClr>
              <a:buSzPts val="1400"/>
              <a:buNone/>
            </a:pPr>
            <a:r>
              <a:t/>
            </a:r>
            <a:endParaRPr/>
          </a:p>
        </p:txBody>
      </p:sp>
      <p:sp>
        <p:nvSpPr>
          <p:cNvPr id="2549" name="Google Shape;2549;p76"/>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ja-JP"/>
              <a:t>Copyright© 2020 SystemEXE,Inc. all rights reserved.</a:t>
            </a:r>
            <a:endParaRPr/>
          </a:p>
        </p:txBody>
      </p:sp>
      <p:sp>
        <p:nvSpPr>
          <p:cNvPr id="2550" name="Google Shape;2550;p76"/>
          <p:cNvSpPr txBox="1"/>
          <p:nvPr>
            <p:ph idx="12" type="sldNum"/>
          </p:nvPr>
        </p:nvSpPr>
        <p:spPr>
          <a:xfrm>
            <a:off x="4212000" y="6500068"/>
            <a:ext cx="720000" cy="288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ja-JP"/>
              <a:t>‹#›</a:t>
            </a:fld>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4" name="Shape 2554"/>
        <p:cNvGrpSpPr/>
        <p:nvPr/>
      </p:nvGrpSpPr>
      <p:grpSpPr>
        <a:xfrm>
          <a:off x="0" y="0"/>
          <a:ext cx="0" cy="0"/>
          <a:chOff x="0" y="0"/>
          <a:chExt cx="0" cy="0"/>
        </a:xfrm>
      </p:grpSpPr>
      <p:sp>
        <p:nvSpPr>
          <p:cNvPr id="2555" name="Google Shape;2555;p77"/>
          <p:cNvSpPr txBox="1"/>
          <p:nvPr>
            <p:ph type="title"/>
          </p:nvPr>
        </p:nvSpPr>
        <p:spPr>
          <a:xfrm>
            <a:off x="144000" y="36000"/>
            <a:ext cx="8856000" cy="5760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3000"/>
              <a:buFont typeface="Arial"/>
              <a:buNone/>
            </a:pPr>
            <a:r>
              <a:rPr lang="ja-JP"/>
              <a:t>RFP提案項目対照表 - 1</a:t>
            </a:r>
            <a:endParaRPr/>
          </a:p>
        </p:txBody>
      </p:sp>
      <p:sp>
        <p:nvSpPr>
          <p:cNvPr id="2556" name="Google Shape;2556;p77"/>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ja-JP"/>
              <a:t>Copyright© 2020 SystemEXE,Inc. all rights reserved.</a:t>
            </a:r>
            <a:endParaRPr/>
          </a:p>
        </p:txBody>
      </p:sp>
      <p:sp>
        <p:nvSpPr>
          <p:cNvPr id="2557" name="Google Shape;2557;p77"/>
          <p:cNvSpPr txBox="1"/>
          <p:nvPr>
            <p:ph idx="12" type="sldNum"/>
          </p:nvPr>
        </p:nvSpPr>
        <p:spPr>
          <a:xfrm>
            <a:off x="4212000" y="6500068"/>
            <a:ext cx="720000" cy="288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ja-JP"/>
              <a:t>‹#›</a:t>
            </a:fld>
            <a:endParaRPr/>
          </a:p>
        </p:txBody>
      </p:sp>
      <p:graphicFrame>
        <p:nvGraphicFramePr>
          <p:cNvPr id="2558" name="Google Shape;2558;p77"/>
          <p:cNvGraphicFramePr/>
          <p:nvPr/>
        </p:nvGraphicFramePr>
        <p:xfrm>
          <a:off x="144001" y="828000"/>
          <a:ext cx="3000000" cy="3000000"/>
        </p:xfrm>
        <a:graphic>
          <a:graphicData uri="http://schemas.openxmlformats.org/drawingml/2006/table">
            <a:tbl>
              <a:tblPr firstRow="1">
                <a:noFill/>
                <a:tableStyleId>{323E3909-D12D-49F2-A0F7-1776A2868E15}</a:tableStyleId>
              </a:tblPr>
              <a:tblGrid>
                <a:gridCol w="563000"/>
                <a:gridCol w="1338600"/>
                <a:gridCol w="3355950"/>
                <a:gridCol w="3600025"/>
              </a:tblGrid>
              <a:tr h="297250">
                <a:tc>
                  <a:txBody>
                    <a:bodyPr/>
                    <a:lstStyle/>
                    <a:p>
                      <a:pPr indent="0" lvl="0" marL="0" marR="0" rtl="0" algn="ctr">
                        <a:spcBef>
                          <a:spcPts val="0"/>
                        </a:spcBef>
                        <a:spcAft>
                          <a:spcPts val="0"/>
                        </a:spcAft>
                        <a:buNone/>
                      </a:pPr>
                      <a:r>
                        <a:rPr lang="ja-JP" sz="1400">
                          <a:latin typeface="Arial"/>
                          <a:ea typeface="Arial"/>
                          <a:cs typeface="Arial"/>
                          <a:sym typeface="Arial"/>
                        </a:rPr>
                        <a:t>項番</a:t>
                      </a:r>
                      <a:endParaRPr/>
                    </a:p>
                  </a:txBody>
                  <a:tcPr marT="45725" marB="45725" marR="72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c>
                  <a:txBody>
                    <a:bodyPr/>
                    <a:lstStyle/>
                    <a:p>
                      <a:pPr indent="0" lvl="0" marL="0" marR="0" rtl="0" algn="ctr">
                        <a:spcBef>
                          <a:spcPts val="0"/>
                        </a:spcBef>
                        <a:spcAft>
                          <a:spcPts val="0"/>
                        </a:spcAft>
                        <a:buNone/>
                      </a:pPr>
                      <a:r>
                        <a:rPr lang="ja-JP" sz="1400">
                          <a:latin typeface="Arial"/>
                          <a:ea typeface="Arial"/>
                          <a:cs typeface="Arial"/>
                          <a:sym typeface="Arial"/>
                        </a:rPr>
                        <a:t>項目名</a:t>
                      </a:r>
                      <a:endParaRPr/>
                    </a:p>
                  </a:txBody>
                  <a:tcPr marT="45725" marB="45725" marR="72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c>
                  <a:txBody>
                    <a:bodyPr/>
                    <a:lstStyle/>
                    <a:p>
                      <a:pPr indent="0" lvl="0" marL="0" marR="0" rtl="0" algn="l">
                        <a:spcBef>
                          <a:spcPts val="0"/>
                        </a:spcBef>
                        <a:spcAft>
                          <a:spcPts val="0"/>
                        </a:spcAft>
                        <a:buNone/>
                      </a:pPr>
                      <a:r>
                        <a:rPr lang="ja-JP" sz="1400">
                          <a:latin typeface="Arial"/>
                          <a:ea typeface="Arial"/>
                          <a:cs typeface="Arial"/>
                          <a:sym typeface="Arial"/>
                        </a:rPr>
                        <a:t>内容</a:t>
                      </a:r>
                      <a:endParaRPr sz="1400">
                        <a:latin typeface="Arial"/>
                        <a:ea typeface="Arial"/>
                        <a:cs typeface="Arial"/>
                        <a:sym typeface="Arial"/>
                      </a:endParaRPr>
                    </a:p>
                  </a:txBody>
                  <a:tcPr marT="45725" marB="45725" marR="72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c>
                  <a:txBody>
                    <a:bodyPr/>
                    <a:lstStyle/>
                    <a:p>
                      <a:pPr indent="0" lvl="0" marL="0" marR="0" rtl="0" algn="ctr">
                        <a:spcBef>
                          <a:spcPts val="0"/>
                        </a:spcBef>
                        <a:spcAft>
                          <a:spcPts val="0"/>
                        </a:spcAft>
                        <a:buNone/>
                      </a:pPr>
                      <a:r>
                        <a:rPr lang="ja-JP" sz="1400">
                          <a:latin typeface="Arial"/>
                          <a:ea typeface="Arial"/>
                          <a:cs typeface="Arial"/>
                          <a:sym typeface="Arial"/>
                        </a:rPr>
                        <a:t>本提案書における記載箇所</a:t>
                      </a:r>
                      <a:endParaRPr/>
                    </a:p>
                  </a:txBody>
                  <a:tcPr marT="45725" marB="45725" marR="72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r>
              <a:tr h="1717400">
                <a:tc rowSpan="2">
                  <a:txBody>
                    <a:bodyPr/>
                    <a:lstStyle/>
                    <a:p>
                      <a:pPr indent="0" lvl="0" marL="0" marR="0" rtl="0" algn="ctr">
                        <a:lnSpc>
                          <a:spcPct val="100000"/>
                        </a:lnSpc>
                        <a:spcBef>
                          <a:spcPts val="0"/>
                        </a:spcBef>
                        <a:spcAft>
                          <a:spcPts val="0"/>
                        </a:spcAft>
                        <a:buClr>
                          <a:schemeClr val="dk1"/>
                        </a:buClr>
                        <a:buSzPts val="1400"/>
                        <a:buFont typeface="Arial"/>
                        <a:buNone/>
                      </a:pPr>
                      <a:r>
                        <a:rPr b="0" lang="ja-JP" sz="1400">
                          <a:latin typeface="Arial"/>
                          <a:ea typeface="Arial"/>
                          <a:cs typeface="Arial"/>
                          <a:sym typeface="Arial"/>
                        </a:rPr>
                        <a:t>1</a:t>
                      </a:r>
                      <a:endParaRPr b="0" sz="1400">
                        <a:latin typeface="Arial"/>
                        <a:ea typeface="Arial"/>
                        <a:cs typeface="Arial"/>
                        <a:sym typeface="Arial"/>
                      </a:endParaRPr>
                    </a:p>
                  </a:txBody>
                  <a:tcPr marT="36000" marB="36000"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EDEDED"/>
                    </a:solidFill>
                  </a:tcPr>
                </a:tc>
                <a:tc rowSpan="2">
                  <a:txBody>
                    <a:bodyPr/>
                    <a:lstStyle/>
                    <a:p>
                      <a:pPr indent="0" lvl="0" marL="0" marR="0" rtl="0" algn="l">
                        <a:spcBef>
                          <a:spcPts val="0"/>
                        </a:spcBef>
                        <a:spcAft>
                          <a:spcPts val="0"/>
                        </a:spcAft>
                        <a:buNone/>
                      </a:pPr>
                      <a:r>
                        <a:rPr b="0" i="0" lang="ja-JP" sz="1400" u="none" strike="noStrike">
                          <a:solidFill>
                            <a:schemeClr val="dk1"/>
                          </a:solidFill>
                          <a:latin typeface="Arial"/>
                          <a:ea typeface="Arial"/>
                          <a:cs typeface="Arial"/>
                          <a:sym typeface="Arial"/>
                        </a:rPr>
                        <a:t>見積金額</a:t>
                      </a:r>
                      <a:r>
                        <a:rPr b="0" i="0" lang="ja-JP" sz="1200" u="none" strike="noStrike">
                          <a:solidFill>
                            <a:schemeClr val="dk1"/>
                          </a:solidFill>
                          <a:latin typeface="Arial"/>
                          <a:ea typeface="Arial"/>
                          <a:cs typeface="Arial"/>
                          <a:sym typeface="Arial"/>
                        </a:rPr>
                        <a:t>（開発費、運用費別に提示。運用費は参考扱い）</a:t>
                      </a:r>
                      <a:endParaRPr b="0" sz="1200">
                        <a:latin typeface="Arial"/>
                        <a:ea typeface="Arial"/>
                        <a:cs typeface="Arial"/>
                        <a:sym typeface="Arial"/>
                      </a:endParaRPr>
                    </a:p>
                  </a:txBody>
                  <a:tcPr marT="36000" marB="36000"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i="0" lang="ja-JP" sz="1400" u="none" strike="noStrike">
                          <a:solidFill>
                            <a:schemeClr val="dk1"/>
                          </a:solidFill>
                          <a:latin typeface="Arial"/>
                          <a:ea typeface="Arial"/>
                          <a:cs typeface="Arial"/>
                          <a:sym typeface="Arial"/>
                        </a:rPr>
                        <a:t>コスト構造、計算根拠</a:t>
                      </a:r>
                      <a:endParaRPr sz="1400">
                        <a:latin typeface="Arial"/>
                        <a:ea typeface="Arial"/>
                        <a:cs typeface="Arial"/>
                        <a:sym typeface="Arial"/>
                      </a:endParaRPr>
                    </a:p>
                  </a:txBody>
                  <a:tcPr marT="36000" marB="36000" marR="216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ja-JP" sz="1400">
                          <a:latin typeface="Arial"/>
                          <a:ea typeface="Arial"/>
                          <a:cs typeface="Arial"/>
                          <a:sym typeface="Arial"/>
                        </a:rPr>
                        <a:t>P.74 お見積もり（方式設計～初期流動）</a:t>
                      </a:r>
                      <a:endParaRPr sz="1400">
                        <a:latin typeface="Arial"/>
                        <a:ea typeface="Arial"/>
                        <a:cs typeface="Arial"/>
                        <a:sym typeface="Arial"/>
                      </a:endParaRPr>
                    </a:p>
                    <a:p>
                      <a:pPr indent="0" lvl="0" marL="0" marR="0" rtl="0" algn="l">
                        <a:spcBef>
                          <a:spcPts val="0"/>
                        </a:spcBef>
                        <a:spcAft>
                          <a:spcPts val="0"/>
                        </a:spcAft>
                        <a:buNone/>
                      </a:pPr>
                      <a:r>
                        <a:rPr lang="ja-JP" sz="1400">
                          <a:latin typeface="Arial"/>
                          <a:ea typeface="Arial"/>
                          <a:cs typeface="Arial"/>
                          <a:sym typeface="Arial"/>
                        </a:rPr>
                        <a:t>P.75 </a:t>
                      </a:r>
                      <a:r>
                        <a:rPr lang="ja-JP" sz="1400">
                          <a:latin typeface="Arial"/>
                          <a:ea typeface="Arial"/>
                          <a:cs typeface="Arial"/>
                          <a:sym typeface="Arial"/>
                        </a:rPr>
                        <a:t>お見積もり（保守）</a:t>
                      </a:r>
                      <a:endParaRPr sz="1400">
                        <a:latin typeface="Arial"/>
                        <a:ea typeface="Arial"/>
                        <a:cs typeface="Arial"/>
                        <a:sym typeface="Arial"/>
                      </a:endParaRPr>
                    </a:p>
                    <a:p>
                      <a:pPr indent="0" lvl="0" marL="0" marR="0" rtl="0" algn="l">
                        <a:spcBef>
                          <a:spcPts val="0"/>
                        </a:spcBef>
                        <a:spcAft>
                          <a:spcPts val="0"/>
                        </a:spcAft>
                        <a:buNone/>
                      </a:pPr>
                      <a:r>
                        <a:rPr lang="ja-JP" sz="1400">
                          <a:latin typeface="Arial"/>
                          <a:ea typeface="Arial"/>
                          <a:cs typeface="Arial"/>
                          <a:sym typeface="Arial"/>
                        </a:rPr>
                        <a:t>P.76 お見積もりの前提条件</a:t>
                      </a:r>
                      <a:r>
                        <a:rPr lang="ja-JP" sz="1400">
                          <a:latin typeface="Arial"/>
                          <a:ea typeface="Arial"/>
                          <a:cs typeface="Arial"/>
                          <a:sym typeface="Arial"/>
                        </a:rPr>
                        <a:t> - </a:t>
                      </a:r>
                      <a:r>
                        <a:rPr lang="ja-JP" sz="1400">
                          <a:latin typeface="Arial"/>
                          <a:ea typeface="Arial"/>
                          <a:cs typeface="Arial"/>
                          <a:sym typeface="Arial"/>
                        </a:rPr>
                        <a:t>1</a:t>
                      </a:r>
                      <a:endParaRPr/>
                    </a:p>
                    <a:p>
                      <a:pPr indent="0" lvl="0" marL="0" marR="0" rtl="0" algn="l">
                        <a:lnSpc>
                          <a:spcPct val="100000"/>
                        </a:lnSpc>
                        <a:spcBef>
                          <a:spcPts val="0"/>
                        </a:spcBef>
                        <a:spcAft>
                          <a:spcPts val="0"/>
                        </a:spcAft>
                        <a:buClr>
                          <a:schemeClr val="dk1"/>
                        </a:buClr>
                        <a:buSzPts val="1400"/>
                        <a:buFont typeface="Arial"/>
                        <a:buNone/>
                      </a:pPr>
                      <a:r>
                        <a:rPr lang="ja-JP" sz="1400">
                          <a:latin typeface="Arial"/>
                          <a:ea typeface="Arial"/>
                          <a:cs typeface="Arial"/>
                          <a:sym typeface="Arial"/>
                        </a:rPr>
                        <a:t>P.77 お見積もりの前提条件 -</a:t>
                      </a:r>
                      <a:r>
                        <a:rPr lang="ja-JP" sz="1400">
                          <a:latin typeface="Arial"/>
                          <a:ea typeface="Arial"/>
                          <a:cs typeface="Arial"/>
                          <a:sym typeface="Arial"/>
                        </a:rPr>
                        <a:t> </a:t>
                      </a:r>
                      <a:r>
                        <a:rPr lang="ja-JP" sz="1400">
                          <a:latin typeface="Arial"/>
                          <a:ea typeface="Arial"/>
                          <a:cs typeface="Arial"/>
                          <a:sym typeface="Arial"/>
                        </a:rPr>
                        <a:t>2 </a:t>
                      </a:r>
                      <a:endParaRPr/>
                    </a:p>
                    <a:p>
                      <a:pPr indent="0" lvl="0" marL="0" marR="0" rtl="0" algn="l">
                        <a:lnSpc>
                          <a:spcPct val="100000"/>
                        </a:lnSpc>
                        <a:spcBef>
                          <a:spcPts val="0"/>
                        </a:spcBef>
                        <a:spcAft>
                          <a:spcPts val="0"/>
                        </a:spcAft>
                        <a:buClr>
                          <a:schemeClr val="dk1"/>
                        </a:buClr>
                        <a:buSzPts val="1400"/>
                        <a:buFont typeface="Arial"/>
                        <a:buNone/>
                      </a:pPr>
                      <a:r>
                        <a:rPr lang="ja-JP" sz="1400">
                          <a:latin typeface="Arial"/>
                          <a:ea typeface="Arial"/>
                          <a:cs typeface="Arial"/>
                          <a:sym typeface="Arial"/>
                        </a:rPr>
                        <a:t>P.78 参考）冗長化構成構築に関わる</a:t>
                      </a:r>
                      <a:endParaRPr sz="1400">
                        <a:latin typeface="Arial"/>
                        <a:ea typeface="Arial"/>
                        <a:cs typeface="Arial"/>
                        <a:sym typeface="Arial"/>
                      </a:endParaRPr>
                    </a:p>
                    <a:p>
                      <a:pPr indent="0" lvl="0" marL="0" marR="0" rtl="0" algn="l">
                        <a:lnSpc>
                          <a:spcPct val="100000"/>
                        </a:lnSpc>
                        <a:spcBef>
                          <a:spcPts val="0"/>
                        </a:spcBef>
                        <a:spcAft>
                          <a:spcPts val="0"/>
                        </a:spcAft>
                        <a:buClr>
                          <a:schemeClr val="dk1"/>
                        </a:buClr>
                        <a:buSzPts val="1400"/>
                        <a:buFont typeface="Arial"/>
                        <a:buNone/>
                      </a:pPr>
                      <a:r>
                        <a:rPr lang="ja-JP" sz="1400">
                          <a:latin typeface="Arial"/>
                          <a:ea typeface="Arial"/>
                          <a:cs typeface="Arial"/>
                          <a:sym typeface="Arial"/>
                        </a:rPr>
                        <a:t>　　 お見積もり</a:t>
                      </a:r>
                      <a:endParaRPr sz="1400">
                        <a:latin typeface="Arial"/>
                        <a:ea typeface="Arial"/>
                        <a:cs typeface="Arial"/>
                        <a:sym typeface="Arial"/>
                      </a:endParaRPr>
                    </a:p>
                  </a:txBody>
                  <a:tcPr marT="36000" marB="36000" marR="216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r>
              <a:tr h="362450">
                <a:tc vMerge="1"/>
                <a:tc vMerge="1"/>
                <a:tc>
                  <a:txBody>
                    <a:bodyPr/>
                    <a:lstStyle/>
                    <a:p>
                      <a:pPr indent="0" lvl="0" marL="0" marR="0" rtl="0" algn="l">
                        <a:spcBef>
                          <a:spcPts val="0"/>
                        </a:spcBef>
                        <a:spcAft>
                          <a:spcPts val="0"/>
                        </a:spcAft>
                        <a:buNone/>
                      </a:pPr>
                      <a:r>
                        <a:rPr b="0" i="0" lang="ja-JP" sz="1400" u="none" strike="noStrike">
                          <a:solidFill>
                            <a:schemeClr val="dk1"/>
                          </a:solidFill>
                          <a:latin typeface="Arial"/>
                          <a:ea typeface="Arial"/>
                          <a:cs typeface="Arial"/>
                          <a:sym typeface="Arial"/>
                        </a:rPr>
                        <a:t>見積有効期限</a:t>
                      </a:r>
                      <a:endParaRPr sz="1400">
                        <a:latin typeface="Arial"/>
                        <a:ea typeface="Arial"/>
                        <a:cs typeface="Arial"/>
                        <a:sym typeface="Arial"/>
                      </a:endParaRPr>
                    </a:p>
                  </a:txBody>
                  <a:tcPr marT="36000" marB="36000" marR="216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ja-JP" sz="1400">
                          <a:latin typeface="Arial"/>
                          <a:ea typeface="Arial"/>
                          <a:cs typeface="Arial"/>
                          <a:sym typeface="Arial"/>
                        </a:rPr>
                        <a:t>P.76 お見積もりの前提条件</a:t>
                      </a:r>
                      <a:r>
                        <a:rPr lang="ja-JP" sz="1400">
                          <a:latin typeface="Arial"/>
                          <a:ea typeface="Arial"/>
                          <a:cs typeface="Arial"/>
                          <a:sym typeface="Arial"/>
                        </a:rPr>
                        <a:t> – </a:t>
                      </a:r>
                      <a:r>
                        <a:rPr lang="ja-JP" sz="1400">
                          <a:latin typeface="Arial"/>
                          <a:ea typeface="Arial"/>
                          <a:cs typeface="Arial"/>
                          <a:sym typeface="Arial"/>
                        </a:rPr>
                        <a:t>1</a:t>
                      </a:r>
                      <a:endParaRPr/>
                    </a:p>
                  </a:txBody>
                  <a:tcPr marT="36000" marB="36000" marR="216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r>
              <a:tr h="633425">
                <a:tc>
                  <a:txBody>
                    <a:bodyPr/>
                    <a:lstStyle/>
                    <a:p>
                      <a:pPr indent="0" lvl="0" marL="0" marR="0" rtl="0" algn="ctr">
                        <a:lnSpc>
                          <a:spcPct val="100000"/>
                        </a:lnSpc>
                        <a:spcBef>
                          <a:spcPts val="0"/>
                        </a:spcBef>
                        <a:spcAft>
                          <a:spcPts val="0"/>
                        </a:spcAft>
                        <a:buClr>
                          <a:schemeClr val="dk1"/>
                        </a:buClr>
                        <a:buSzPts val="1400"/>
                        <a:buFont typeface="Arial"/>
                        <a:buNone/>
                      </a:pPr>
                      <a:r>
                        <a:rPr b="0" lang="ja-JP" sz="1400">
                          <a:latin typeface="Arial"/>
                          <a:ea typeface="Arial"/>
                          <a:cs typeface="Arial"/>
                          <a:sym typeface="Arial"/>
                        </a:rPr>
                        <a:t>2</a:t>
                      </a:r>
                      <a:endParaRPr b="0" sz="1400">
                        <a:latin typeface="Arial"/>
                        <a:ea typeface="Arial"/>
                        <a:cs typeface="Arial"/>
                        <a:sym typeface="Arial"/>
                      </a:endParaRPr>
                    </a:p>
                  </a:txBody>
                  <a:tcPr marT="36000" marB="36000"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EDEDED"/>
                    </a:solidFill>
                  </a:tcPr>
                </a:tc>
                <a:tc>
                  <a:txBody>
                    <a:bodyPr/>
                    <a:lstStyle/>
                    <a:p>
                      <a:pPr indent="0" lvl="0" marL="0" marR="0" rtl="0" algn="l">
                        <a:spcBef>
                          <a:spcPts val="0"/>
                        </a:spcBef>
                        <a:spcAft>
                          <a:spcPts val="0"/>
                        </a:spcAft>
                        <a:buNone/>
                      </a:pPr>
                      <a:r>
                        <a:rPr b="0" lang="ja-JP" sz="1400">
                          <a:latin typeface="Arial"/>
                          <a:ea typeface="Arial"/>
                          <a:cs typeface="Arial"/>
                          <a:sym typeface="Arial"/>
                        </a:rPr>
                        <a:t>工数の明細</a:t>
                      </a:r>
                      <a:endParaRPr/>
                    </a:p>
                  </a:txBody>
                  <a:tcPr marT="36000" marB="36000"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i="0" lang="ja-JP" sz="1400" u="none" strike="noStrike">
                          <a:solidFill>
                            <a:schemeClr val="dk1"/>
                          </a:solidFill>
                          <a:latin typeface="Arial"/>
                          <a:ea typeface="Arial"/>
                          <a:cs typeface="Arial"/>
                          <a:sym typeface="Arial"/>
                        </a:rPr>
                        <a:t>出光情シス・周辺システムパートナー含むフェーズ毎の発生工数</a:t>
                      </a:r>
                      <a:endParaRPr sz="1100">
                        <a:latin typeface="Arial"/>
                        <a:ea typeface="Arial"/>
                        <a:cs typeface="Arial"/>
                        <a:sym typeface="Arial"/>
                      </a:endParaRPr>
                    </a:p>
                  </a:txBody>
                  <a:tcPr marT="36000" marB="36000" marR="216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400"/>
                        <a:buFont typeface="Arial"/>
                        <a:buNone/>
                      </a:pPr>
                      <a:r>
                        <a:rPr lang="ja-JP" sz="1400">
                          <a:latin typeface="Arial"/>
                          <a:ea typeface="Arial"/>
                          <a:cs typeface="Arial"/>
                          <a:sym typeface="Arial"/>
                        </a:rPr>
                        <a:t>別紙「工数入力シート（株式会社システムエグゼ）.xlsx」</a:t>
                      </a:r>
                      <a:endParaRPr sz="1400">
                        <a:latin typeface="Arial"/>
                        <a:ea typeface="Arial"/>
                        <a:cs typeface="Arial"/>
                        <a:sym typeface="Arial"/>
                      </a:endParaRPr>
                    </a:p>
                  </a:txBody>
                  <a:tcPr marT="36000" marB="36000" marR="216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r>
              <a:tr h="633425">
                <a:tc>
                  <a:txBody>
                    <a:bodyPr/>
                    <a:lstStyle/>
                    <a:p>
                      <a:pPr indent="0" lvl="0" marL="0" marR="0" rtl="0" algn="ctr">
                        <a:lnSpc>
                          <a:spcPct val="100000"/>
                        </a:lnSpc>
                        <a:spcBef>
                          <a:spcPts val="0"/>
                        </a:spcBef>
                        <a:spcAft>
                          <a:spcPts val="0"/>
                        </a:spcAft>
                        <a:buClr>
                          <a:schemeClr val="dk1"/>
                        </a:buClr>
                        <a:buSzPts val="1400"/>
                        <a:buFont typeface="Arial"/>
                        <a:buNone/>
                      </a:pPr>
                      <a:r>
                        <a:rPr b="0" lang="ja-JP" sz="1400">
                          <a:latin typeface="Arial"/>
                          <a:ea typeface="Arial"/>
                          <a:cs typeface="Arial"/>
                          <a:sym typeface="Arial"/>
                        </a:rPr>
                        <a:t>3</a:t>
                      </a:r>
                      <a:endParaRPr b="0" sz="1400">
                        <a:latin typeface="Arial"/>
                        <a:ea typeface="Arial"/>
                        <a:cs typeface="Arial"/>
                        <a:sym typeface="Arial"/>
                      </a:endParaRPr>
                    </a:p>
                  </a:txBody>
                  <a:tcPr marT="36000" marB="36000"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EDEDED"/>
                    </a:solidFill>
                  </a:tcPr>
                </a:tc>
                <a:tc>
                  <a:txBody>
                    <a:bodyPr/>
                    <a:lstStyle/>
                    <a:p>
                      <a:pPr indent="0" lvl="0" marL="0" marR="0" rtl="0" algn="l">
                        <a:spcBef>
                          <a:spcPts val="0"/>
                        </a:spcBef>
                        <a:spcAft>
                          <a:spcPts val="0"/>
                        </a:spcAft>
                        <a:buNone/>
                      </a:pPr>
                      <a:r>
                        <a:rPr b="0" lang="ja-JP" sz="1400">
                          <a:latin typeface="Arial"/>
                          <a:ea typeface="Arial"/>
                          <a:cs typeface="Arial"/>
                          <a:sym typeface="Arial"/>
                        </a:rPr>
                        <a:t>スケジュール</a:t>
                      </a:r>
                      <a:endParaRPr/>
                    </a:p>
                  </a:txBody>
                  <a:tcPr marT="36000" marB="36000"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i="0" lang="ja-JP" sz="1400" u="none" strike="noStrike">
                          <a:solidFill>
                            <a:schemeClr val="dk1"/>
                          </a:solidFill>
                          <a:latin typeface="Arial"/>
                          <a:ea typeface="Arial"/>
                          <a:cs typeface="Arial"/>
                          <a:sym typeface="Arial"/>
                        </a:rPr>
                        <a:t>マイルストーンと実現性の根拠</a:t>
                      </a:r>
                      <a:endParaRPr b="0" sz="1400">
                        <a:solidFill>
                          <a:schemeClr val="dk1"/>
                        </a:solidFill>
                        <a:latin typeface="Arial"/>
                        <a:ea typeface="Arial"/>
                        <a:cs typeface="Arial"/>
                        <a:sym typeface="Arial"/>
                      </a:endParaRPr>
                    </a:p>
                  </a:txBody>
                  <a:tcPr marT="36000" marB="36000" marR="216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ja-JP" sz="1400">
                          <a:latin typeface="Arial"/>
                          <a:ea typeface="Arial"/>
                          <a:cs typeface="Arial"/>
                          <a:sym typeface="Arial"/>
                        </a:rPr>
                        <a:t>P.34 スケジュール</a:t>
                      </a:r>
                      <a:endParaRPr sz="1400">
                        <a:latin typeface="Arial"/>
                        <a:ea typeface="Arial"/>
                        <a:cs typeface="Arial"/>
                        <a:sym typeface="Arial"/>
                      </a:endParaRPr>
                    </a:p>
                    <a:p>
                      <a:pPr indent="0" lvl="0" marL="0" marR="0" rtl="0" algn="l">
                        <a:spcBef>
                          <a:spcPts val="0"/>
                        </a:spcBef>
                        <a:spcAft>
                          <a:spcPts val="0"/>
                        </a:spcAft>
                        <a:buNone/>
                      </a:pPr>
                      <a:r>
                        <a:rPr lang="ja-JP" sz="1400">
                          <a:latin typeface="Arial"/>
                          <a:ea typeface="Arial"/>
                          <a:cs typeface="Arial"/>
                          <a:sym typeface="Arial"/>
                        </a:rPr>
                        <a:t>P.35 要員計画</a:t>
                      </a:r>
                      <a:endParaRPr sz="1400">
                        <a:latin typeface="Arial"/>
                        <a:ea typeface="Arial"/>
                        <a:cs typeface="Arial"/>
                        <a:sym typeface="Arial"/>
                      </a:endParaRPr>
                    </a:p>
                  </a:txBody>
                  <a:tcPr marT="36000" marB="36000" marR="216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r>
              <a:tr h="633425">
                <a:tc rowSpan="3">
                  <a:txBody>
                    <a:bodyPr/>
                    <a:lstStyle/>
                    <a:p>
                      <a:pPr indent="0" lvl="0" marL="0" marR="0" rtl="0" algn="ctr">
                        <a:lnSpc>
                          <a:spcPct val="100000"/>
                        </a:lnSpc>
                        <a:spcBef>
                          <a:spcPts val="0"/>
                        </a:spcBef>
                        <a:spcAft>
                          <a:spcPts val="0"/>
                        </a:spcAft>
                        <a:buClr>
                          <a:schemeClr val="dk1"/>
                        </a:buClr>
                        <a:buSzPts val="1400"/>
                        <a:buFont typeface="Arial"/>
                        <a:buNone/>
                      </a:pPr>
                      <a:r>
                        <a:rPr b="0" lang="ja-JP" sz="1400">
                          <a:latin typeface="Arial"/>
                          <a:ea typeface="Arial"/>
                          <a:cs typeface="Arial"/>
                          <a:sym typeface="Arial"/>
                        </a:rPr>
                        <a:t>4</a:t>
                      </a:r>
                      <a:endParaRPr b="0" sz="1400">
                        <a:latin typeface="Arial"/>
                        <a:ea typeface="Arial"/>
                        <a:cs typeface="Arial"/>
                        <a:sym typeface="Arial"/>
                      </a:endParaRPr>
                    </a:p>
                  </a:txBody>
                  <a:tcPr marT="36000" marB="36000"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EDEDED"/>
                    </a:solidFill>
                  </a:tcPr>
                </a:tc>
                <a:tc rowSpan="3">
                  <a:txBody>
                    <a:bodyPr/>
                    <a:lstStyle/>
                    <a:p>
                      <a:pPr indent="0" lvl="0" marL="0" marR="0" rtl="0" algn="l">
                        <a:spcBef>
                          <a:spcPts val="0"/>
                        </a:spcBef>
                        <a:spcAft>
                          <a:spcPts val="0"/>
                        </a:spcAft>
                        <a:buNone/>
                      </a:pPr>
                      <a:r>
                        <a:rPr b="0" lang="ja-JP" sz="1400">
                          <a:latin typeface="Arial"/>
                          <a:ea typeface="Arial"/>
                          <a:cs typeface="Arial"/>
                          <a:sym typeface="Arial"/>
                        </a:rPr>
                        <a:t>実現方法</a:t>
                      </a:r>
                      <a:endParaRPr/>
                    </a:p>
                  </a:txBody>
                  <a:tcPr marT="36000" marB="36000"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i="0" lang="ja-JP" sz="1400" u="none" strike="noStrike">
                          <a:solidFill>
                            <a:schemeClr val="dk1"/>
                          </a:solidFill>
                          <a:latin typeface="Arial"/>
                          <a:ea typeface="Arial"/>
                          <a:cs typeface="Arial"/>
                          <a:sym typeface="Arial"/>
                        </a:rPr>
                        <a:t>.NET化の方法とその選定理由</a:t>
                      </a:r>
                      <a:endParaRPr sz="1400">
                        <a:latin typeface="Arial"/>
                        <a:ea typeface="Arial"/>
                        <a:cs typeface="Arial"/>
                        <a:sym typeface="Arial"/>
                      </a:endParaRPr>
                    </a:p>
                  </a:txBody>
                  <a:tcPr marT="36000" marB="36000" marR="216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ja-JP" sz="1400">
                          <a:latin typeface="Arial"/>
                          <a:ea typeface="Arial"/>
                          <a:cs typeface="Arial"/>
                          <a:sym typeface="Arial"/>
                        </a:rPr>
                        <a:t>P.25</a:t>
                      </a:r>
                      <a:r>
                        <a:rPr lang="ja-JP" sz="1400">
                          <a:latin typeface="Arial"/>
                          <a:ea typeface="Arial"/>
                          <a:cs typeface="Arial"/>
                          <a:sym typeface="Arial"/>
                        </a:rPr>
                        <a:t> 開発環境の変更点</a:t>
                      </a:r>
                      <a:endParaRPr sz="1400">
                        <a:latin typeface="Arial"/>
                        <a:ea typeface="Arial"/>
                        <a:cs typeface="Arial"/>
                        <a:sym typeface="Arial"/>
                      </a:endParaRPr>
                    </a:p>
                    <a:p>
                      <a:pPr indent="0" lvl="0" marL="0" marR="0" rtl="0" algn="l">
                        <a:spcBef>
                          <a:spcPts val="0"/>
                        </a:spcBef>
                        <a:spcAft>
                          <a:spcPts val="0"/>
                        </a:spcAft>
                        <a:buNone/>
                      </a:pPr>
                      <a:r>
                        <a:rPr lang="ja-JP" sz="1400">
                          <a:latin typeface="Arial"/>
                          <a:ea typeface="Arial"/>
                          <a:cs typeface="Arial"/>
                          <a:sym typeface="Arial"/>
                        </a:rPr>
                        <a:t>P.26 </a:t>
                      </a:r>
                      <a:r>
                        <a:rPr lang="ja-JP" sz="1400">
                          <a:latin typeface="Arial"/>
                          <a:ea typeface="Arial"/>
                          <a:cs typeface="Arial"/>
                          <a:sym typeface="Arial"/>
                        </a:rPr>
                        <a:t>.NETへのマイグレーション方法</a:t>
                      </a:r>
                      <a:endParaRPr sz="1400">
                        <a:latin typeface="Arial"/>
                        <a:ea typeface="Arial"/>
                        <a:cs typeface="Arial"/>
                        <a:sym typeface="Arial"/>
                      </a:endParaRPr>
                    </a:p>
                  </a:txBody>
                  <a:tcPr marT="36000" marB="36000" marR="216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r>
              <a:tr h="904425">
                <a:tc vMerge="1"/>
                <a:tc vMerge="1"/>
                <a:tc>
                  <a:txBody>
                    <a:bodyPr/>
                    <a:lstStyle/>
                    <a:p>
                      <a:pPr indent="0" lvl="0" marL="0" marR="0" rtl="0" algn="l">
                        <a:spcBef>
                          <a:spcPts val="0"/>
                        </a:spcBef>
                        <a:spcAft>
                          <a:spcPts val="0"/>
                        </a:spcAft>
                        <a:buNone/>
                      </a:pPr>
                      <a:r>
                        <a:rPr b="0" i="0" lang="ja-JP" sz="1400" u="none" strike="noStrike">
                          <a:solidFill>
                            <a:schemeClr val="dk1"/>
                          </a:solidFill>
                          <a:latin typeface="Arial"/>
                          <a:ea typeface="Arial"/>
                          <a:cs typeface="Arial"/>
                          <a:sym typeface="Arial"/>
                        </a:rPr>
                        <a:t>SAP、周辺システム担当チームとの連携やテスト方法</a:t>
                      </a:r>
                      <a:endParaRPr sz="1400">
                        <a:latin typeface="Arial"/>
                        <a:ea typeface="Arial"/>
                        <a:cs typeface="Arial"/>
                        <a:sym typeface="Arial"/>
                      </a:endParaRPr>
                    </a:p>
                  </a:txBody>
                  <a:tcPr marT="36000" marB="36000" marR="216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ja-JP" sz="1400">
                          <a:latin typeface="Arial"/>
                          <a:ea typeface="Arial"/>
                          <a:cs typeface="Arial"/>
                          <a:sym typeface="Arial"/>
                        </a:rPr>
                        <a:t>P.39 テスト（IT/ST/OT）</a:t>
                      </a:r>
                      <a:endParaRPr sz="1400">
                        <a:latin typeface="Arial"/>
                        <a:ea typeface="Arial"/>
                        <a:cs typeface="Arial"/>
                        <a:sym typeface="Arial"/>
                      </a:endParaRPr>
                    </a:p>
                    <a:p>
                      <a:pPr indent="0" lvl="0" marL="0" marR="0" rtl="0" algn="l">
                        <a:spcBef>
                          <a:spcPts val="0"/>
                        </a:spcBef>
                        <a:spcAft>
                          <a:spcPts val="0"/>
                        </a:spcAft>
                        <a:buNone/>
                      </a:pPr>
                      <a:r>
                        <a:rPr lang="ja-JP" sz="1400">
                          <a:latin typeface="Arial"/>
                          <a:ea typeface="Arial"/>
                          <a:cs typeface="Arial"/>
                          <a:sym typeface="Arial"/>
                        </a:rPr>
                        <a:t>P.40 テスト時における周辺システム担当</a:t>
                      </a:r>
                      <a:endParaRPr sz="1400">
                        <a:latin typeface="Arial"/>
                        <a:ea typeface="Arial"/>
                        <a:cs typeface="Arial"/>
                        <a:sym typeface="Arial"/>
                      </a:endParaRPr>
                    </a:p>
                    <a:p>
                      <a:pPr indent="0" lvl="0" marL="0" marR="0" rtl="0" algn="l">
                        <a:spcBef>
                          <a:spcPts val="0"/>
                        </a:spcBef>
                        <a:spcAft>
                          <a:spcPts val="0"/>
                        </a:spcAft>
                        <a:buNone/>
                      </a:pPr>
                      <a:r>
                        <a:rPr lang="ja-JP" sz="1400">
                          <a:latin typeface="Arial"/>
                          <a:ea typeface="Arial"/>
                          <a:cs typeface="Arial"/>
                          <a:sym typeface="Arial"/>
                        </a:rPr>
                        <a:t>　　 との連携方法</a:t>
                      </a:r>
                      <a:endParaRPr sz="1400">
                        <a:latin typeface="Arial"/>
                        <a:ea typeface="Arial"/>
                        <a:cs typeface="Arial"/>
                        <a:sym typeface="Arial"/>
                      </a:endParaRPr>
                    </a:p>
                  </a:txBody>
                  <a:tcPr marT="36000" marB="36000" marR="216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r>
              <a:tr h="362450">
                <a:tc vMerge="1"/>
                <a:tc vMerge="1"/>
                <a:tc>
                  <a:txBody>
                    <a:bodyPr/>
                    <a:lstStyle/>
                    <a:p>
                      <a:pPr indent="0" lvl="0" marL="0" marR="0" rtl="0" algn="l">
                        <a:spcBef>
                          <a:spcPts val="0"/>
                        </a:spcBef>
                        <a:spcAft>
                          <a:spcPts val="0"/>
                        </a:spcAft>
                        <a:buNone/>
                      </a:pPr>
                      <a:r>
                        <a:rPr b="0" i="0" lang="ja-JP" sz="1400" u="none" strike="noStrike">
                          <a:solidFill>
                            <a:schemeClr val="dk1"/>
                          </a:solidFill>
                          <a:latin typeface="Arial"/>
                          <a:ea typeface="Arial"/>
                          <a:cs typeface="Arial"/>
                          <a:sym typeface="Arial"/>
                        </a:rPr>
                        <a:t>採用するシステム移行方法の選定理由</a:t>
                      </a:r>
                      <a:endParaRPr sz="1400">
                        <a:latin typeface="Arial"/>
                        <a:ea typeface="Arial"/>
                        <a:cs typeface="Arial"/>
                        <a:sym typeface="Arial"/>
                      </a:endParaRPr>
                    </a:p>
                  </a:txBody>
                  <a:tcPr marT="36000" marB="36000" marR="216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ja-JP" sz="1400">
                          <a:latin typeface="Arial"/>
                          <a:ea typeface="Arial"/>
                          <a:cs typeface="Arial"/>
                          <a:sym typeface="Arial"/>
                        </a:rPr>
                        <a:t>P.41 本番移行</a:t>
                      </a:r>
                      <a:endParaRPr sz="1400">
                        <a:latin typeface="Arial"/>
                        <a:ea typeface="Arial"/>
                        <a:cs typeface="Arial"/>
                        <a:sym typeface="Arial"/>
                      </a:endParaRPr>
                    </a:p>
                  </a:txBody>
                  <a:tcPr marT="36000" marB="36000" marR="216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2" name="Shape 2562"/>
        <p:cNvGrpSpPr/>
        <p:nvPr/>
      </p:nvGrpSpPr>
      <p:grpSpPr>
        <a:xfrm>
          <a:off x="0" y="0"/>
          <a:ext cx="0" cy="0"/>
          <a:chOff x="0" y="0"/>
          <a:chExt cx="0" cy="0"/>
        </a:xfrm>
      </p:grpSpPr>
      <p:sp>
        <p:nvSpPr>
          <p:cNvPr id="2563" name="Google Shape;2563;p78"/>
          <p:cNvSpPr txBox="1"/>
          <p:nvPr>
            <p:ph type="title"/>
          </p:nvPr>
        </p:nvSpPr>
        <p:spPr>
          <a:xfrm>
            <a:off x="144000" y="36000"/>
            <a:ext cx="8856000" cy="5760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3000"/>
              <a:buFont typeface="Arial"/>
              <a:buNone/>
            </a:pPr>
            <a:r>
              <a:rPr lang="ja-JP"/>
              <a:t>RFP提案項目対照表 - 2</a:t>
            </a:r>
            <a:endParaRPr/>
          </a:p>
        </p:txBody>
      </p:sp>
      <p:sp>
        <p:nvSpPr>
          <p:cNvPr id="2564" name="Google Shape;2564;p78"/>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ja-JP"/>
              <a:t>Copyright© 2020 SystemEXE,Inc. all rights reserved.</a:t>
            </a:r>
            <a:endParaRPr/>
          </a:p>
        </p:txBody>
      </p:sp>
      <p:sp>
        <p:nvSpPr>
          <p:cNvPr id="2565" name="Google Shape;2565;p78"/>
          <p:cNvSpPr txBox="1"/>
          <p:nvPr>
            <p:ph idx="12" type="sldNum"/>
          </p:nvPr>
        </p:nvSpPr>
        <p:spPr>
          <a:xfrm>
            <a:off x="4212000" y="6500068"/>
            <a:ext cx="720000" cy="288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ja-JP"/>
              <a:t>‹#›</a:t>
            </a:fld>
            <a:endParaRPr/>
          </a:p>
        </p:txBody>
      </p:sp>
      <p:graphicFrame>
        <p:nvGraphicFramePr>
          <p:cNvPr id="2566" name="Google Shape;2566;p78"/>
          <p:cNvGraphicFramePr/>
          <p:nvPr/>
        </p:nvGraphicFramePr>
        <p:xfrm>
          <a:off x="144001" y="828000"/>
          <a:ext cx="3000000" cy="3000000"/>
        </p:xfrm>
        <a:graphic>
          <a:graphicData uri="http://schemas.openxmlformats.org/drawingml/2006/table">
            <a:tbl>
              <a:tblPr firstRow="1">
                <a:noFill/>
                <a:tableStyleId>{323E3909-D12D-49F2-A0F7-1776A2868E15}</a:tableStyleId>
              </a:tblPr>
              <a:tblGrid>
                <a:gridCol w="563000"/>
                <a:gridCol w="1338600"/>
                <a:gridCol w="3355950"/>
                <a:gridCol w="3600025"/>
              </a:tblGrid>
              <a:tr h="301300">
                <a:tc>
                  <a:txBody>
                    <a:bodyPr/>
                    <a:lstStyle/>
                    <a:p>
                      <a:pPr indent="0" lvl="0" marL="0" marR="0" rtl="0" algn="ctr">
                        <a:spcBef>
                          <a:spcPts val="0"/>
                        </a:spcBef>
                        <a:spcAft>
                          <a:spcPts val="0"/>
                        </a:spcAft>
                        <a:buNone/>
                      </a:pPr>
                      <a:r>
                        <a:rPr lang="ja-JP" sz="1400">
                          <a:latin typeface="Arial"/>
                          <a:ea typeface="Arial"/>
                          <a:cs typeface="Arial"/>
                          <a:sym typeface="Arial"/>
                        </a:rPr>
                        <a:t>項番</a:t>
                      </a:r>
                      <a:endParaRPr/>
                    </a:p>
                  </a:txBody>
                  <a:tcPr marT="45725" marB="45725" marR="72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c>
                  <a:txBody>
                    <a:bodyPr/>
                    <a:lstStyle/>
                    <a:p>
                      <a:pPr indent="0" lvl="0" marL="0" marR="0" rtl="0" algn="ctr">
                        <a:spcBef>
                          <a:spcPts val="0"/>
                        </a:spcBef>
                        <a:spcAft>
                          <a:spcPts val="0"/>
                        </a:spcAft>
                        <a:buNone/>
                      </a:pPr>
                      <a:r>
                        <a:rPr lang="ja-JP" sz="1400">
                          <a:latin typeface="Arial"/>
                          <a:ea typeface="Arial"/>
                          <a:cs typeface="Arial"/>
                          <a:sym typeface="Arial"/>
                        </a:rPr>
                        <a:t>項目名</a:t>
                      </a:r>
                      <a:endParaRPr/>
                    </a:p>
                  </a:txBody>
                  <a:tcPr marT="45725" marB="45725" marR="72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c>
                  <a:txBody>
                    <a:bodyPr/>
                    <a:lstStyle/>
                    <a:p>
                      <a:pPr indent="0" lvl="0" marL="0" marR="0" rtl="0" algn="l">
                        <a:spcBef>
                          <a:spcPts val="0"/>
                        </a:spcBef>
                        <a:spcAft>
                          <a:spcPts val="0"/>
                        </a:spcAft>
                        <a:buNone/>
                      </a:pPr>
                      <a:r>
                        <a:rPr lang="ja-JP" sz="1400">
                          <a:latin typeface="Arial"/>
                          <a:ea typeface="Arial"/>
                          <a:cs typeface="Arial"/>
                          <a:sym typeface="Arial"/>
                        </a:rPr>
                        <a:t>内容</a:t>
                      </a:r>
                      <a:endParaRPr sz="1400">
                        <a:latin typeface="Arial"/>
                        <a:ea typeface="Arial"/>
                        <a:cs typeface="Arial"/>
                        <a:sym typeface="Arial"/>
                      </a:endParaRPr>
                    </a:p>
                  </a:txBody>
                  <a:tcPr marT="45725" marB="45725" marR="72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c>
                  <a:txBody>
                    <a:bodyPr/>
                    <a:lstStyle/>
                    <a:p>
                      <a:pPr indent="0" lvl="0" marL="0" marR="0" rtl="0" algn="ctr">
                        <a:spcBef>
                          <a:spcPts val="0"/>
                        </a:spcBef>
                        <a:spcAft>
                          <a:spcPts val="0"/>
                        </a:spcAft>
                        <a:buNone/>
                      </a:pPr>
                      <a:r>
                        <a:rPr lang="ja-JP" sz="1400">
                          <a:latin typeface="Arial"/>
                          <a:ea typeface="Arial"/>
                          <a:cs typeface="Arial"/>
                          <a:sym typeface="Arial"/>
                        </a:rPr>
                        <a:t>本提案書における記載箇所</a:t>
                      </a:r>
                      <a:endParaRPr/>
                    </a:p>
                  </a:txBody>
                  <a:tcPr marT="45725" marB="45725" marR="72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r>
              <a:tr h="2038825">
                <a:tc rowSpan="4">
                  <a:txBody>
                    <a:bodyPr/>
                    <a:lstStyle/>
                    <a:p>
                      <a:pPr indent="0" lvl="0" marL="0" marR="0" rtl="0" algn="ctr">
                        <a:lnSpc>
                          <a:spcPct val="100000"/>
                        </a:lnSpc>
                        <a:spcBef>
                          <a:spcPts val="0"/>
                        </a:spcBef>
                        <a:spcAft>
                          <a:spcPts val="0"/>
                        </a:spcAft>
                        <a:buClr>
                          <a:schemeClr val="dk1"/>
                        </a:buClr>
                        <a:buSzPts val="1400"/>
                        <a:buFont typeface="Arial"/>
                        <a:buNone/>
                      </a:pPr>
                      <a:r>
                        <a:rPr b="0" lang="ja-JP" sz="1400">
                          <a:latin typeface="Arial"/>
                          <a:ea typeface="Arial"/>
                          <a:cs typeface="Arial"/>
                          <a:sym typeface="Arial"/>
                        </a:rPr>
                        <a:t>5</a:t>
                      </a:r>
                      <a:endParaRPr b="0" sz="1400">
                        <a:latin typeface="Arial"/>
                        <a:ea typeface="Arial"/>
                        <a:cs typeface="Arial"/>
                        <a:sym typeface="Arial"/>
                      </a:endParaRPr>
                    </a:p>
                  </a:txBody>
                  <a:tcPr marT="36000" marB="36000"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EDEDED"/>
                    </a:solidFill>
                  </a:tcPr>
                </a:tc>
                <a:tc rowSpan="4">
                  <a:txBody>
                    <a:bodyPr/>
                    <a:lstStyle/>
                    <a:p>
                      <a:pPr indent="0" lvl="0" marL="0" marR="0" rtl="0" algn="l">
                        <a:spcBef>
                          <a:spcPts val="0"/>
                        </a:spcBef>
                        <a:spcAft>
                          <a:spcPts val="0"/>
                        </a:spcAft>
                        <a:buNone/>
                      </a:pPr>
                      <a:r>
                        <a:rPr b="0" lang="ja-JP" sz="1400">
                          <a:latin typeface="Arial"/>
                          <a:ea typeface="Arial"/>
                          <a:cs typeface="Arial"/>
                          <a:sym typeface="Arial"/>
                        </a:rPr>
                        <a:t>体制</a:t>
                      </a:r>
                      <a:endParaRPr/>
                    </a:p>
                  </a:txBody>
                  <a:tcPr marT="36000" marB="36000"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i="0" lang="ja-JP" sz="1400" u="none" strike="noStrike">
                          <a:solidFill>
                            <a:schemeClr val="dk1"/>
                          </a:solidFill>
                          <a:latin typeface="Arial"/>
                          <a:ea typeface="Arial"/>
                          <a:cs typeface="Arial"/>
                          <a:sym typeface="Arial"/>
                        </a:rPr>
                        <a:t>プロジェクト運営、推進、体制維持の方法（再委託先の詳細含む）</a:t>
                      </a:r>
                      <a:endParaRPr sz="1400">
                        <a:latin typeface="Arial"/>
                        <a:ea typeface="Arial"/>
                        <a:cs typeface="Arial"/>
                        <a:sym typeface="Arial"/>
                      </a:endParaRPr>
                    </a:p>
                  </a:txBody>
                  <a:tcPr marT="36000" marB="36000" marR="216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400"/>
                        <a:buFont typeface="Arial"/>
                        <a:buNone/>
                      </a:pPr>
                      <a:r>
                        <a:rPr lang="ja-JP" sz="1400">
                          <a:latin typeface="Arial"/>
                          <a:ea typeface="Arial"/>
                          <a:cs typeface="Arial"/>
                          <a:sym typeface="Arial"/>
                        </a:rPr>
                        <a:t>P.35 要員計画</a:t>
                      </a:r>
                      <a:endParaRPr sz="1400">
                        <a:latin typeface="Arial"/>
                        <a:ea typeface="Arial"/>
                        <a:cs typeface="Arial"/>
                        <a:sym typeface="Arial"/>
                      </a:endParaRPr>
                    </a:p>
                    <a:p>
                      <a:pPr indent="0" lvl="0" marL="0" marR="0" rtl="0" algn="l">
                        <a:spcBef>
                          <a:spcPts val="0"/>
                        </a:spcBef>
                        <a:spcAft>
                          <a:spcPts val="0"/>
                        </a:spcAft>
                        <a:buNone/>
                      </a:pPr>
                      <a:r>
                        <a:rPr lang="ja-JP" sz="1400">
                          <a:latin typeface="Arial"/>
                          <a:ea typeface="Arial"/>
                          <a:cs typeface="Arial"/>
                          <a:sym typeface="Arial"/>
                        </a:rPr>
                        <a:t>P.48 開発体制（システム方式設計～運用</a:t>
                      </a:r>
                      <a:endParaRPr sz="1400">
                        <a:latin typeface="Arial"/>
                        <a:ea typeface="Arial"/>
                        <a:cs typeface="Arial"/>
                        <a:sym typeface="Arial"/>
                      </a:endParaRPr>
                    </a:p>
                    <a:p>
                      <a:pPr indent="0" lvl="0" marL="0" marR="0" rtl="0" algn="l">
                        <a:spcBef>
                          <a:spcPts val="0"/>
                        </a:spcBef>
                        <a:spcAft>
                          <a:spcPts val="0"/>
                        </a:spcAft>
                        <a:buNone/>
                      </a:pPr>
                      <a:r>
                        <a:rPr lang="ja-JP" sz="1400">
                          <a:latin typeface="Arial"/>
                          <a:ea typeface="Arial"/>
                          <a:cs typeface="Arial"/>
                          <a:sym typeface="Arial"/>
                        </a:rPr>
                        <a:t>　　 テスト）</a:t>
                      </a:r>
                      <a:endParaRPr/>
                    </a:p>
                    <a:p>
                      <a:pPr indent="0" lvl="0" marL="0" marR="0" rtl="0" algn="l">
                        <a:spcBef>
                          <a:spcPts val="0"/>
                        </a:spcBef>
                        <a:spcAft>
                          <a:spcPts val="0"/>
                        </a:spcAft>
                        <a:buNone/>
                      </a:pPr>
                      <a:r>
                        <a:rPr lang="ja-JP" sz="1400">
                          <a:latin typeface="Arial"/>
                          <a:ea typeface="Arial"/>
                          <a:cs typeface="Arial"/>
                          <a:sym typeface="Arial"/>
                        </a:rPr>
                        <a:t>P.49 初期流動体制（初期流動）</a:t>
                      </a:r>
                      <a:endParaRPr/>
                    </a:p>
                    <a:p>
                      <a:pPr indent="0" lvl="0" marL="0" marR="0" rtl="0" algn="l">
                        <a:spcBef>
                          <a:spcPts val="0"/>
                        </a:spcBef>
                        <a:spcAft>
                          <a:spcPts val="0"/>
                        </a:spcAft>
                        <a:buNone/>
                      </a:pPr>
                      <a:r>
                        <a:rPr lang="ja-JP" sz="1400">
                          <a:latin typeface="Arial"/>
                          <a:ea typeface="Arial"/>
                          <a:cs typeface="Arial"/>
                          <a:sym typeface="Arial"/>
                        </a:rPr>
                        <a:t>P.50 保守体制（保守）</a:t>
                      </a:r>
                      <a:endParaRPr sz="1400">
                        <a:latin typeface="Arial"/>
                        <a:ea typeface="Arial"/>
                        <a:cs typeface="Arial"/>
                        <a:sym typeface="Arial"/>
                      </a:endParaRPr>
                    </a:p>
                    <a:p>
                      <a:pPr indent="0" lvl="0" marL="0" marR="0" rtl="0" algn="l">
                        <a:spcBef>
                          <a:spcPts val="0"/>
                        </a:spcBef>
                        <a:spcAft>
                          <a:spcPts val="0"/>
                        </a:spcAft>
                        <a:buNone/>
                      </a:pPr>
                      <a:r>
                        <a:rPr lang="ja-JP" sz="1400">
                          <a:latin typeface="Arial"/>
                          <a:ea typeface="Arial"/>
                          <a:cs typeface="Arial"/>
                          <a:sym typeface="Arial"/>
                        </a:rPr>
                        <a:t>P.51 貴社および周辺システムベンダーと</a:t>
                      </a:r>
                      <a:endParaRPr sz="1400">
                        <a:latin typeface="Arial"/>
                        <a:ea typeface="Arial"/>
                        <a:cs typeface="Arial"/>
                        <a:sym typeface="Arial"/>
                      </a:endParaRPr>
                    </a:p>
                    <a:p>
                      <a:pPr indent="0" lvl="0" marL="0" marR="0" rtl="0" algn="l">
                        <a:spcBef>
                          <a:spcPts val="0"/>
                        </a:spcBef>
                        <a:spcAft>
                          <a:spcPts val="0"/>
                        </a:spcAft>
                        <a:buNone/>
                      </a:pPr>
                      <a:r>
                        <a:rPr lang="ja-JP" sz="1400">
                          <a:latin typeface="Arial"/>
                          <a:ea typeface="Arial"/>
                          <a:cs typeface="Arial"/>
                          <a:sym typeface="Arial"/>
                        </a:rPr>
                        <a:t>　　 </a:t>
                      </a:r>
                      <a:r>
                        <a:rPr lang="ja-JP" sz="1400">
                          <a:latin typeface="Arial"/>
                          <a:ea typeface="Arial"/>
                          <a:cs typeface="Arial"/>
                          <a:sym typeface="Arial"/>
                        </a:rPr>
                        <a:t>の連携体制</a:t>
                      </a:r>
                      <a:endParaRPr sz="1400">
                        <a:latin typeface="Arial"/>
                        <a:ea typeface="Arial"/>
                        <a:cs typeface="Arial"/>
                        <a:sym typeface="Arial"/>
                      </a:endParaRPr>
                    </a:p>
                    <a:p>
                      <a:pPr indent="0" lvl="0" marL="0" marR="0" rtl="0" algn="l">
                        <a:spcBef>
                          <a:spcPts val="0"/>
                        </a:spcBef>
                        <a:spcAft>
                          <a:spcPts val="0"/>
                        </a:spcAft>
                        <a:buNone/>
                      </a:pPr>
                      <a:r>
                        <a:rPr lang="ja-JP" sz="1400">
                          <a:latin typeface="Arial"/>
                          <a:ea typeface="Arial"/>
                          <a:cs typeface="Arial"/>
                          <a:sym typeface="Arial"/>
                        </a:rPr>
                        <a:t>P.52 再委託先について</a:t>
                      </a:r>
                      <a:endParaRPr sz="1400">
                        <a:latin typeface="Arial"/>
                        <a:ea typeface="Arial"/>
                        <a:cs typeface="Arial"/>
                        <a:sym typeface="Arial"/>
                      </a:endParaRPr>
                    </a:p>
                  </a:txBody>
                  <a:tcPr marT="36000" marB="36000" marR="216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r>
              <a:tr h="327050">
                <a:tc vMerge="1"/>
                <a:tc vMerge="1"/>
                <a:tc>
                  <a:txBody>
                    <a:bodyPr/>
                    <a:lstStyle/>
                    <a:p>
                      <a:pPr indent="0" lvl="0" marL="0" marR="0" rtl="0" algn="l">
                        <a:spcBef>
                          <a:spcPts val="0"/>
                        </a:spcBef>
                        <a:spcAft>
                          <a:spcPts val="0"/>
                        </a:spcAft>
                        <a:buNone/>
                      </a:pPr>
                      <a:r>
                        <a:rPr b="0" i="0" lang="ja-JP" sz="1400" u="none" strike="noStrike">
                          <a:solidFill>
                            <a:schemeClr val="dk1"/>
                          </a:solidFill>
                          <a:latin typeface="Arial"/>
                          <a:ea typeface="Arial"/>
                          <a:cs typeface="Arial"/>
                          <a:sym typeface="Arial"/>
                        </a:rPr>
                        <a:t>貴社関係者の責任・権限</a:t>
                      </a:r>
                      <a:endParaRPr sz="1400">
                        <a:latin typeface="Arial"/>
                        <a:ea typeface="Arial"/>
                        <a:cs typeface="Arial"/>
                        <a:sym typeface="Arial"/>
                      </a:endParaRPr>
                    </a:p>
                  </a:txBody>
                  <a:tcPr marT="36000" marB="36000" marR="216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ja-JP" sz="1400">
                          <a:latin typeface="Arial"/>
                          <a:ea typeface="Arial"/>
                          <a:cs typeface="Arial"/>
                          <a:sym typeface="Arial"/>
                        </a:rPr>
                        <a:t>P.53 役割と責任</a:t>
                      </a:r>
                      <a:endParaRPr sz="1400">
                        <a:latin typeface="Arial"/>
                        <a:ea typeface="Arial"/>
                        <a:cs typeface="Arial"/>
                        <a:sym typeface="Arial"/>
                      </a:endParaRPr>
                    </a:p>
                  </a:txBody>
                  <a:tcPr marT="36000" marB="36000" marR="216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r>
              <a:tr h="571600">
                <a:tc vMerge="1"/>
                <a:tc vMerge="1"/>
                <a:tc>
                  <a:txBody>
                    <a:bodyPr/>
                    <a:lstStyle/>
                    <a:p>
                      <a:pPr indent="0" lvl="0" marL="0" marR="0" rtl="0" algn="l">
                        <a:spcBef>
                          <a:spcPts val="0"/>
                        </a:spcBef>
                        <a:spcAft>
                          <a:spcPts val="0"/>
                        </a:spcAft>
                        <a:buNone/>
                      </a:pPr>
                      <a:r>
                        <a:rPr b="0" i="0" lang="ja-JP" sz="1400" u="none" strike="noStrike">
                          <a:solidFill>
                            <a:schemeClr val="dk1"/>
                          </a:solidFill>
                          <a:latin typeface="Arial"/>
                          <a:ea typeface="Arial"/>
                          <a:cs typeface="Arial"/>
                          <a:sym typeface="Arial"/>
                        </a:rPr>
                        <a:t>通常時、緊急時の関係者とのコミュニケーション方法とタイミング</a:t>
                      </a:r>
                      <a:endParaRPr sz="1400">
                        <a:latin typeface="Arial"/>
                        <a:ea typeface="Arial"/>
                        <a:cs typeface="Arial"/>
                        <a:sym typeface="Arial"/>
                      </a:endParaRPr>
                    </a:p>
                  </a:txBody>
                  <a:tcPr marT="36000" marB="36000" marR="216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ja-JP" sz="1400">
                          <a:latin typeface="Arial"/>
                          <a:ea typeface="Arial"/>
                          <a:cs typeface="Arial"/>
                          <a:sym typeface="Arial"/>
                        </a:rPr>
                        <a:t>P.70 コミュニケーション管理</a:t>
                      </a:r>
                      <a:endParaRPr sz="1400">
                        <a:latin typeface="Arial"/>
                        <a:ea typeface="Arial"/>
                        <a:cs typeface="Arial"/>
                        <a:sym typeface="Arial"/>
                      </a:endParaRPr>
                    </a:p>
                    <a:p>
                      <a:pPr indent="0" lvl="0" marL="0" marR="0" rtl="0" algn="l">
                        <a:spcBef>
                          <a:spcPts val="0"/>
                        </a:spcBef>
                        <a:spcAft>
                          <a:spcPts val="0"/>
                        </a:spcAft>
                        <a:buNone/>
                      </a:pPr>
                      <a:r>
                        <a:rPr lang="ja-JP" sz="1400">
                          <a:latin typeface="Arial"/>
                          <a:ea typeface="Arial"/>
                          <a:cs typeface="Arial"/>
                          <a:sym typeface="Arial"/>
                        </a:rPr>
                        <a:t>P.71 会議体</a:t>
                      </a:r>
                      <a:endParaRPr sz="1400">
                        <a:latin typeface="Arial"/>
                        <a:ea typeface="Arial"/>
                        <a:cs typeface="Arial"/>
                        <a:sym typeface="Arial"/>
                      </a:endParaRPr>
                    </a:p>
                  </a:txBody>
                  <a:tcPr marT="36000" marB="36000" marR="216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r>
              <a:tr h="571600">
                <a:tc vMerge="1"/>
                <a:tc vMerge="1"/>
                <a:tc>
                  <a:txBody>
                    <a:bodyPr/>
                    <a:lstStyle/>
                    <a:p>
                      <a:pPr indent="0" lvl="0" marL="0" marR="0" rtl="0" algn="l">
                        <a:spcBef>
                          <a:spcPts val="0"/>
                        </a:spcBef>
                        <a:spcAft>
                          <a:spcPts val="0"/>
                        </a:spcAft>
                        <a:buNone/>
                      </a:pPr>
                      <a:r>
                        <a:rPr b="0" i="0" lang="ja-JP" sz="1400" u="none" strike="noStrike">
                          <a:solidFill>
                            <a:schemeClr val="dk1"/>
                          </a:solidFill>
                          <a:latin typeface="Arial"/>
                          <a:ea typeface="Arial"/>
                          <a:cs typeface="Arial"/>
                          <a:sym typeface="Arial"/>
                        </a:rPr>
                        <a:t>初期流動時の体制と内容</a:t>
                      </a:r>
                      <a:endParaRPr sz="1400">
                        <a:latin typeface="Arial"/>
                        <a:ea typeface="Arial"/>
                        <a:cs typeface="Arial"/>
                        <a:sym typeface="Arial"/>
                      </a:endParaRPr>
                    </a:p>
                  </a:txBody>
                  <a:tcPr marT="36000" marB="36000" marR="216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ja-JP" sz="1400">
                          <a:latin typeface="Arial"/>
                          <a:ea typeface="Arial"/>
                          <a:cs typeface="Arial"/>
                          <a:sym typeface="Arial"/>
                        </a:rPr>
                        <a:t>P.43</a:t>
                      </a:r>
                      <a:r>
                        <a:rPr lang="ja-JP" sz="1400">
                          <a:latin typeface="Arial"/>
                          <a:ea typeface="Arial"/>
                          <a:cs typeface="Arial"/>
                          <a:sym typeface="Arial"/>
                        </a:rPr>
                        <a:t> 初期流動</a:t>
                      </a:r>
                      <a:endParaRPr sz="1400">
                        <a:latin typeface="Arial"/>
                        <a:ea typeface="Arial"/>
                        <a:cs typeface="Arial"/>
                        <a:sym typeface="Arial"/>
                      </a:endParaRPr>
                    </a:p>
                    <a:p>
                      <a:pPr indent="0" lvl="0" marL="0" marR="0" rtl="0" algn="l">
                        <a:spcBef>
                          <a:spcPts val="0"/>
                        </a:spcBef>
                        <a:spcAft>
                          <a:spcPts val="0"/>
                        </a:spcAft>
                        <a:buNone/>
                      </a:pPr>
                      <a:r>
                        <a:rPr lang="ja-JP" sz="1400">
                          <a:latin typeface="Arial"/>
                          <a:ea typeface="Arial"/>
                          <a:cs typeface="Arial"/>
                          <a:sym typeface="Arial"/>
                        </a:rPr>
                        <a:t>P.49</a:t>
                      </a:r>
                      <a:r>
                        <a:rPr lang="ja-JP" sz="1400">
                          <a:latin typeface="Arial"/>
                          <a:ea typeface="Arial"/>
                          <a:cs typeface="Arial"/>
                          <a:sym typeface="Arial"/>
                        </a:rPr>
                        <a:t> </a:t>
                      </a:r>
                      <a:r>
                        <a:rPr lang="ja-JP" sz="1400">
                          <a:latin typeface="Arial"/>
                          <a:ea typeface="Arial"/>
                          <a:cs typeface="Arial"/>
                          <a:sym typeface="Arial"/>
                        </a:rPr>
                        <a:t>初期流動体制（初期流動）</a:t>
                      </a:r>
                      <a:endParaRPr sz="1400">
                        <a:latin typeface="Arial"/>
                        <a:ea typeface="Arial"/>
                        <a:cs typeface="Arial"/>
                        <a:sym typeface="Arial"/>
                      </a:endParaRPr>
                    </a:p>
                  </a:txBody>
                  <a:tcPr marT="36000" marB="36000" marR="216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r>
              <a:tr h="816125">
                <a:tc rowSpan="3">
                  <a:txBody>
                    <a:bodyPr/>
                    <a:lstStyle/>
                    <a:p>
                      <a:pPr indent="0" lvl="0" marL="0" marR="0" rtl="0" algn="ctr">
                        <a:lnSpc>
                          <a:spcPct val="100000"/>
                        </a:lnSpc>
                        <a:spcBef>
                          <a:spcPts val="0"/>
                        </a:spcBef>
                        <a:spcAft>
                          <a:spcPts val="0"/>
                        </a:spcAft>
                        <a:buClr>
                          <a:schemeClr val="dk1"/>
                        </a:buClr>
                        <a:buSzPts val="1400"/>
                        <a:buFont typeface="Arial"/>
                        <a:buNone/>
                      </a:pPr>
                      <a:r>
                        <a:rPr b="0" lang="ja-JP" sz="1400">
                          <a:latin typeface="Arial"/>
                          <a:ea typeface="Arial"/>
                          <a:cs typeface="Arial"/>
                          <a:sym typeface="Arial"/>
                        </a:rPr>
                        <a:t>6</a:t>
                      </a:r>
                      <a:endParaRPr b="0" sz="1400">
                        <a:latin typeface="Arial"/>
                        <a:ea typeface="Arial"/>
                        <a:cs typeface="Arial"/>
                        <a:sym typeface="Arial"/>
                      </a:endParaRPr>
                    </a:p>
                  </a:txBody>
                  <a:tcPr marT="36000" marB="36000"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EDEDED"/>
                    </a:solidFill>
                  </a:tcPr>
                </a:tc>
                <a:tc rowSpan="3">
                  <a:txBody>
                    <a:bodyPr/>
                    <a:lstStyle/>
                    <a:p>
                      <a:pPr indent="0" lvl="0" marL="0" marR="0" rtl="0" algn="l">
                        <a:spcBef>
                          <a:spcPts val="0"/>
                        </a:spcBef>
                        <a:spcAft>
                          <a:spcPts val="0"/>
                        </a:spcAft>
                        <a:buNone/>
                      </a:pPr>
                      <a:r>
                        <a:rPr b="0" lang="ja-JP" sz="1400">
                          <a:latin typeface="Arial"/>
                          <a:ea typeface="Arial"/>
                          <a:cs typeface="Arial"/>
                          <a:sym typeface="Arial"/>
                        </a:rPr>
                        <a:t>保守</a:t>
                      </a:r>
                      <a:endParaRPr/>
                    </a:p>
                  </a:txBody>
                  <a:tcPr marT="36000" marB="36000"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i="0" lang="ja-JP" sz="1400" u="none" strike="noStrike">
                          <a:solidFill>
                            <a:schemeClr val="dk1"/>
                          </a:solidFill>
                          <a:latin typeface="Arial"/>
                          <a:ea typeface="Arial"/>
                          <a:cs typeface="Arial"/>
                          <a:sym typeface="Arial"/>
                        </a:rPr>
                        <a:t>保守内容とその体制（停止可能日、メンテ日）</a:t>
                      </a:r>
                      <a:endParaRPr sz="1400">
                        <a:latin typeface="Arial"/>
                        <a:ea typeface="Arial"/>
                        <a:cs typeface="Arial"/>
                        <a:sym typeface="Arial"/>
                      </a:endParaRPr>
                    </a:p>
                  </a:txBody>
                  <a:tcPr marT="36000" marB="36000" marR="216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ja-JP" sz="1400">
                          <a:latin typeface="Arial"/>
                          <a:ea typeface="Arial"/>
                          <a:cs typeface="Arial"/>
                          <a:sym typeface="Arial"/>
                        </a:rPr>
                        <a:t>P.44</a:t>
                      </a:r>
                      <a:r>
                        <a:rPr lang="ja-JP" sz="1400">
                          <a:latin typeface="Arial"/>
                          <a:ea typeface="Arial"/>
                          <a:cs typeface="Arial"/>
                          <a:sym typeface="Arial"/>
                        </a:rPr>
                        <a:t> 保守</a:t>
                      </a:r>
                      <a:endParaRPr sz="1400">
                        <a:latin typeface="Arial"/>
                        <a:ea typeface="Arial"/>
                        <a:cs typeface="Arial"/>
                        <a:sym typeface="Arial"/>
                      </a:endParaRPr>
                    </a:p>
                    <a:p>
                      <a:pPr indent="0" lvl="0" marL="0" marR="0" rtl="0" algn="l">
                        <a:spcBef>
                          <a:spcPts val="0"/>
                        </a:spcBef>
                        <a:spcAft>
                          <a:spcPts val="0"/>
                        </a:spcAft>
                        <a:buNone/>
                      </a:pPr>
                      <a:r>
                        <a:rPr lang="ja-JP" sz="1400">
                          <a:latin typeface="Arial"/>
                          <a:ea typeface="Arial"/>
                          <a:cs typeface="Arial"/>
                          <a:sym typeface="Arial"/>
                        </a:rPr>
                        <a:t>P.45 定期メンテナンスについて</a:t>
                      </a:r>
                      <a:endParaRPr sz="1400">
                        <a:latin typeface="Arial"/>
                        <a:ea typeface="Arial"/>
                        <a:cs typeface="Arial"/>
                        <a:sym typeface="Arial"/>
                      </a:endParaRPr>
                    </a:p>
                    <a:p>
                      <a:pPr indent="0" lvl="0" marL="0" marR="0" rtl="0" algn="l">
                        <a:spcBef>
                          <a:spcPts val="0"/>
                        </a:spcBef>
                        <a:spcAft>
                          <a:spcPts val="0"/>
                        </a:spcAft>
                        <a:buNone/>
                      </a:pPr>
                      <a:r>
                        <a:rPr lang="ja-JP" sz="1400">
                          <a:latin typeface="Arial"/>
                          <a:ea typeface="Arial"/>
                          <a:cs typeface="Arial"/>
                          <a:sym typeface="Arial"/>
                        </a:rPr>
                        <a:t>P.50 保守体制（保守）</a:t>
                      </a:r>
                      <a:endParaRPr sz="1400">
                        <a:latin typeface="Arial"/>
                        <a:ea typeface="Arial"/>
                        <a:cs typeface="Arial"/>
                        <a:sym typeface="Arial"/>
                      </a:endParaRPr>
                    </a:p>
                  </a:txBody>
                  <a:tcPr marT="36000" marB="36000" marR="216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r>
              <a:tr h="571600">
                <a:tc vMerge="1"/>
                <a:tc vMerge="1"/>
                <a:tc>
                  <a:txBody>
                    <a:bodyPr/>
                    <a:lstStyle/>
                    <a:p>
                      <a:pPr indent="0" lvl="0" marL="0" marR="0" rtl="0" algn="l">
                        <a:spcBef>
                          <a:spcPts val="0"/>
                        </a:spcBef>
                        <a:spcAft>
                          <a:spcPts val="0"/>
                        </a:spcAft>
                        <a:buNone/>
                      </a:pPr>
                      <a:r>
                        <a:rPr b="0" i="0" lang="ja-JP" sz="1400" u="none" strike="noStrike">
                          <a:solidFill>
                            <a:schemeClr val="dk1"/>
                          </a:solidFill>
                          <a:latin typeface="Arial"/>
                          <a:ea typeface="Arial"/>
                          <a:cs typeface="Arial"/>
                          <a:sym typeface="Arial"/>
                        </a:rPr>
                        <a:t>利用者への教育方法とASDのナレッジトランスファー方法</a:t>
                      </a:r>
                      <a:endParaRPr sz="1400">
                        <a:latin typeface="Arial"/>
                        <a:ea typeface="Arial"/>
                        <a:cs typeface="Arial"/>
                        <a:sym typeface="Arial"/>
                      </a:endParaRPr>
                    </a:p>
                  </a:txBody>
                  <a:tcPr marT="36000" marB="36000" marR="216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ja-JP" sz="1400">
                          <a:latin typeface="Arial"/>
                          <a:ea typeface="Arial"/>
                          <a:cs typeface="Arial"/>
                          <a:sym typeface="Arial"/>
                        </a:rPr>
                        <a:t>P.42 ユーザ教育</a:t>
                      </a:r>
                      <a:endParaRPr sz="1400">
                        <a:latin typeface="Arial"/>
                        <a:ea typeface="Arial"/>
                        <a:cs typeface="Arial"/>
                        <a:sym typeface="Arial"/>
                      </a:endParaRPr>
                    </a:p>
                  </a:txBody>
                  <a:tcPr marT="36000" marB="36000" marR="216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r>
              <a:tr h="327050">
                <a:tc vMerge="1"/>
                <a:tc vMerge="1"/>
                <a:tc>
                  <a:txBody>
                    <a:bodyPr/>
                    <a:lstStyle/>
                    <a:p>
                      <a:pPr indent="0" lvl="0" marL="0" marR="0" rtl="0" algn="l">
                        <a:spcBef>
                          <a:spcPts val="0"/>
                        </a:spcBef>
                        <a:spcAft>
                          <a:spcPts val="0"/>
                        </a:spcAft>
                        <a:buNone/>
                      </a:pPr>
                      <a:r>
                        <a:rPr b="0" i="0" lang="ja-JP" sz="1400" u="none" strike="noStrike">
                          <a:solidFill>
                            <a:schemeClr val="dk1"/>
                          </a:solidFill>
                          <a:latin typeface="Arial"/>
                          <a:ea typeface="Arial"/>
                          <a:cs typeface="Arial"/>
                          <a:sym typeface="Arial"/>
                        </a:rPr>
                        <a:t>瑕疵担保責任期間</a:t>
                      </a:r>
                      <a:endParaRPr sz="1400">
                        <a:latin typeface="Arial"/>
                        <a:ea typeface="Arial"/>
                        <a:cs typeface="Arial"/>
                        <a:sym typeface="Arial"/>
                      </a:endParaRPr>
                    </a:p>
                  </a:txBody>
                  <a:tcPr marT="36000" marB="36000" marR="216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ja-JP" sz="1400">
                          <a:latin typeface="Arial"/>
                          <a:ea typeface="Arial"/>
                          <a:cs typeface="Arial"/>
                          <a:sym typeface="Arial"/>
                        </a:rPr>
                        <a:t>P.76 お見積もりの前提条件</a:t>
                      </a:r>
                      <a:r>
                        <a:rPr lang="ja-JP" sz="1400">
                          <a:latin typeface="Arial"/>
                          <a:ea typeface="Arial"/>
                          <a:cs typeface="Arial"/>
                          <a:sym typeface="Arial"/>
                        </a:rPr>
                        <a:t> - 1</a:t>
                      </a:r>
                      <a:endParaRPr sz="1400">
                        <a:latin typeface="Arial"/>
                        <a:ea typeface="Arial"/>
                        <a:cs typeface="Arial"/>
                        <a:sym typeface="Arial"/>
                      </a:endParaRPr>
                    </a:p>
                  </a:txBody>
                  <a:tcPr marT="36000" marB="36000" marR="216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0" name="Shape 2570"/>
        <p:cNvGrpSpPr/>
        <p:nvPr/>
      </p:nvGrpSpPr>
      <p:grpSpPr>
        <a:xfrm>
          <a:off x="0" y="0"/>
          <a:ext cx="0" cy="0"/>
          <a:chOff x="0" y="0"/>
          <a:chExt cx="0" cy="0"/>
        </a:xfrm>
      </p:grpSpPr>
      <p:sp>
        <p:nvSpPr>
          <p:cNvPr id="2571" name="Google Shape;2571;p79"/>
          <p:cNvSpPr txBox="1"/>
          <p:nvPr>
            <p:ph type="title"/>
          </p:nvPr>
        </p:nvSpPr>
        <p:spPr>
          <a:xfrm>
            <a:off x="144000" y="36000"/>
            <a:ext cx="8856000" cy="5760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3000"/>
              <a:buFont typeface="Arial"/>
              <a:buNone/>
            </a:pPr>
            <a:r>
              <a:rPr lang="ja-JP"/>
              <a:t>RFP提案項目対照表 - 3</a:t>
            </a:r>
            <a:endParaRPr/>
          </a:p>
        </p:txBody>
      </p:sp>
      <p:sp>
        <p:nvSpPr>
          <p:cNvPr id="2572" name="Google Shape;2572;p79"/>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ja-JP"/>
              <a:t>Copyright© 2020 SystemEXE,Inc. all rights reserved.</a:t>
            </a:r>
            <a:endParaRPr/>
          </a:p>
        </p:txBody>
      </p:sp>
      <p:sp>
        <p:nvSpPr>
          <p:cNvPr id="2573" name="Google Shape;2573;p79"/>
          <p:cNvSpPr txBox="1"/>
          <p:nvPr>
            <p:ph idx="12" type="sldNum"/>
          </p:nvPr>
        </p:nvSpPr>
        <p:spPr>
          <a:xfrm>
            <a:off x="4212000" y="6500068"/>
            <a:ext cx="720000" cy="288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ja-JP"/>
              <a:t>‹#›</a:t>
            </a:fld>
            <a:endParaRPr/>
          </a:p>
        </p:txBody>
      </p:sp>
      <p:graphicFrame>
        <p:nvGraphicFramePr>
          <p:cNvPr id="2574" name="Google Shape;2574;p79"/>
          <p:cNvGraphicFramePr/>
          <p:nvPr/>
        </p:nvGraphicFramePr>
        <p:xfrm>
          <a:off x="144001" y="828001"/>
          <a:ext cx="3000000" cy="3000000"/>
        </p:xfrm>
        <a:graphic>
          <a:graphicData uri="http://schemas.openxmlformats.org/drawingml/2006/table">
            <a:tbl>
              <a:tblPr firstRow="1">
                <a:noFill/>
                <a:tableStyleId>{323E3909-D12D-49F2-A0F7-1776A2868E15}</a:tableStyleId>
              </a:tblPr>
              <a:tblGrid>
                <a:gridCol w="563000"/>
                <a:gridCol w="1338600"/>
                <a:gridCol w="3355950"/>
                <a:gridCol w="3600025"/>
              </a:tblGrid>
              <a:tr h="302775">
                <a:tc>
                  <a:txBody>
                    <a:bodyPr/>
                    <a:lstStyle/>
                    <a:p>
                      <a:pPr indent="0" lvl="0" marL="0" marR="0" rtl="0" algn="ctr">
                        <a:spcBef>
                          <a:spcPts val="0"/>
                        </a:spcBef>
                        <a:spcAft>
                          <a:spcPts val="0"/>
                        </a:spcAft>
                        <a:buNone/>
                      </a:pPr>
                      <a:r>
                        <a:rPr lang="ja-JP" sz="1400">
                          <a:latin typeface="Arial"/>
                          <a:ea typeface="Arial"/>
                          <a:cs typeface="Arial"/>
                          <a:sym typeface="Arial"/>
                        </a:rPr>
                        <a:t>項番</a:t>
                      </a:r>
                      <a:endParaRPr/>
                    </a:p>
                  </a:txBody>
                  <a:tcPr marT="45725" marB="45725" marR="72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c>
                  <a:txBody>
                    <a:bodyPr/>
                    <a:lstStyle/>
                    <a:p>
                      <a:pPr indent="0" lvl="0" marL="0" marR="0" rtl="0" algn="ctr">
                        <a:spcBef>
                          <a:spcPts val="0"/>
                        </a:spcBef>
                        <a:spcAft>
                          <a:spcPts val="0"/>
                        </a:spcAft>
                        <a:buNone/>
                      </a:pPr>
                      <a:r>
                        <a:rPr lang="ja-JP" sz="1400">
                          <a:latin typeface="Arial"/>
                          <a:ea typeface="Arial"/>
                          <a:cs typeface="Arial"/>
                          <a:sym typeface="Arial"/>
                        </a:rPr>
                        <a:t>項目名</a:t>
                      </a:r>
                      <a:endParaRPr/>
                    </a:p>
                  </a:txBody>
                  <a:tcPr marT="45725" marB="45725" marR="72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c>
                  <a:txBody>
                    <a:bodyPr/>
                    <a:lstStyle/>
                    <a:p>
                      <a:pPr indent="0" lvl="0" marL="0" marR="0" rtl="0" algn="l">
                        <a:spcBef>
                          <a:spcPts val="0"/>
                        </a:spcBef>
                        <a:spcAft>
                          <a:spcPts val="0"/>
                        </a:spcAft>
                        <a:buNone/>
                      </a:pPr>
                      <a:r>
                        <a:rPr lang="ja-JP" sz="1400">
                          <a:latin typeface="Arial"/>
                          <a:ea typeface="Arial"/>
                          <a:cs typeface="Arial"/>
                          <a:sym typeface="Arial"/>
                        </a:rPr>
                        <a:t>内容</a:t>
                      </a:r>
                      <a:endParaRPr sz="1400">
                        <a:latin typeface="Arial"/>
                        <a:ea typeface="Arial"/>
                        <a:cs typeface="Arial"/>
                        <a:sym typeface="Arial"/>
                      </a:endParaRPr>
                    </a:p>
                  </a:txBody>
                  <a:tcPr marT="45725" marB="45725" marR="72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c>
                  <a:txBody>
                    <a:bodyPr/>
                    <a:lstStyle/>
                    <a:p>
                      <a:pPr indent="0" lvl="0" marL="0" marR="0" rtl="0" algn="ctr">
                        <a:spcBef>
                          <a:spcPts val="0"/>
                        </a:spcBef>
                        <a:spcAft>
                          <a:spcPts val="0"/>
                        </a:spcAft>
                        <a:buNone/>
                      </a:pPr>
                      <a:r>
                        <a:rPr lang="ja-JP" sz="1400">
                          <a:latin typeface="Arial"/>
                          <a:ea typeface="Arial"/>
                          <a:cs typeface="Arial"/>
                          <a:sym typeface="Arial"/>
                        </a:rPr>
                        <a:t>本提案書における記載箇所</a:t>
                      </a:r>
                      <a:endParaRPr/>
                    </a:p>
                  </a:txBody>
                  <a:tcPr marT="45725" marB="45725" marR="72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525252"/>
                    </a:solidFill>
                  </a:tcPr>
                </a:tc>
              </a:tr>
              <a:tr h="1191050">
                <a:tc rowSpan="2">
                  <a:txBody>
                    <a:bodyPr/>
                    <a:lstStyle/>
                    <a:p>
                      <a:pPr indent="0" lvl="0" marL="0" marR="0" rtl="0" algn="ctr">
                        <a:lnSpc>
                          <a:spcPct val="100000"/>
                        </a:lnSpc>
                        <a:spcBef>
                          <a:spcPts val="0"/>
                        </a:spcBef>
                        <a:spcAft>
                          <a:spcPts val="0"/>
                        </a:spcAft>
                        <a:buClr>
                          <a:schemeClr val="dk1"/>
                        </a:buClr>
                        <a:buSzPts val="1400"/>
                        <a:buFont typeface="Arial"/>
                        <a:buNone/>
                      </a:pPr>
                      <a:r>
                        <a:rPr b="0" lang="ja-JP" sz="1400">
                          <a:latin typeface="Arial"/>
                          <a:ea typeface="Arial"/>
                          <a:cs typeface="Arial"/>
                          <a:sym typeface="Arial"/>
                        </a:rPr>
                        <a:t>7</a:t>
                      </a:r>
                      <a:endParaRPr b="0" sz="1400">
                        <a:latin typeface="Arial"/>
                        <a:ea typeface="Arial"/>
                        <a:cs typeface="Arial"/>
                        <a:sym typeface="Arial"/>
                      </a:endParaRPr>
                    </a:p>
                  </a:txBody>
                  <a:tcPr marT="36000" marB="36000"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EDEDED"/>
                    </a:solidFill>
                  </a:tcPr>
                </a:tc>
                <a:tc rowSpan="2">
                  <a:txBody>
                    <a:bodyPr/>
                    <a:lstStyle/>
                    <a:p>
                      <a:pPr indent="0" lvl="0" marL="0" marR="0" rtl="0" algn="l">
                        <a:spcBef>
                          <a:spcPts val="0"/>
                        </a:spcBef>
                        <a:spcAft>
                          <a:spcPts val="0"/>
                        </a:spcAft>
                        <a:buNone/>
                      </a:pPr>
                      <a:r>
                        <a:rPr b="0" lang="ja-JP" sz="1400">
                          <a:latin typeface="Arial"/>
                          <a:ea typeface="Arial"/>
                          <a:cs typeface="Arial"/>
                          <a:sym typeface="Arial"/>
                        </a:rPr>
                        <a:t>リスク・品質管理</a:t>
                      </a:r>
                      <a:endParaRPr/>
                    </a:p>
                  </a:txBody>
                  <a:tcPr marT="36000" marB="36000"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i="0" lang="ja-JP" sz="1400" u="none" strike="noStrike">
                          <a:solidFill>
                            <a:schemeClr val="dk1"/>
                          </a:solidFill>
                          <a:latin typeface="Arial"/>
                          <a:ea typeface="Arial"/>
                          <a:cs typeface="Arial"/>
                          <a:sym typeface="Arial"/>
                        </a:rPr>
                        <a:t>想定されるリスクとリスク対処プラン</a:t>
                      </a:r>
                      <a:endParaRPr b="0" sz="1400">
                        <a:solidFill>
                          <a:schemeClr val="dk1"/>
                        </a:solidFill>
                        <a:latin typeface="Arial"/>
                        <a:ea typeface="Arial"/>
                        <a:cs typeface="Arial"/>
                        <a:sym typeface="Arial"/>
                      </a:endParaRPr>
                    </a:p>
                  </a:txBody>
                  <a:tcPr marT="36000" marB="36000" marR="216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ja-JP" sz="1400">
                          <a:latin typeface="Arial"/>
                          <a:ea typeface="Arial"/>
                          <a:cs typeface="Arial"/>
                          <a:sym typeface="Arial"/>
                        </a:rPr>
                        <a:t>P.63 リスク管理</a:t>
                      </a:r>
                      <a:endParaRPr sz="1400">
                        <a:latin typeface="Arial"/>
                        <a:ea typeface="Arial"/>
                        <a:cs typeface="Arial"/>
                        <a:sym typeface="Arial"/>
                      </a:endParaRPr>
                    </a:p>
                    <a:p>
                      <a:pPr indent="0" lvl="0" marL="0" marR="0" rtl="0" algn="l">
                        <a:spcBef>
                          <a:spcPts val="0"/>
                        </a:spcBef>
                        <a:spcAft>
                          <a:spcPts val="0"/>
                        </a:spcAft>
                        <a:buNone/>
                      </a:pPr>
                      <a:r>
                        <a:rPr lang="ja-JP" sz="1400">
                          <a:latin typeface="Arial"/>
                          <a:ea typeface="Arial"/>
                          <a:cs typeface="Arial"/>
                          <a:sym typeface="Arial"/>
                        </a:rPr>
                        <a:t>P.64 問題発生時の対応</a:t>
                      </a:r>
                      <a:endParaRPr sz="1400">
                        <a:latin typeface="Arial"/>
                        <a:ea typeface="Arial"/>
                        <a:cs typeface="Arial"/>
                        <a:sym typeface="Arial"/>
                      </a:endParaRPr>
                    </a:p>
                    <a:p>
                      <a:pPr indent="0" lvl="0" marL="0" marR="0" rtl="0" algn="l">
                        <a:spcBef>
                          <a:spcPts val="0"/>
                        </a:spcBef>
                        <a:spcAft>
                          <a:spcPts val="0"/>
                        </a:spcAft>
                        <a:buNone/>
                      </a:pPr>
                      <a:r>
                        <a:rPr lang="ja-JP" sz="1400">
                          <a:latin typeface="Arial"/>
                          <a:ea typeface="Arial"/>
                          <a:cs typeface="Arial"/>
                          <a:sym typeface="Arial"/>
                        </a:rPr>
                        <a:t>P.65 現時点で想定されるリスク - 1</a:t>
                      </a:r>
                      <a:endParaRPr/>
                    </a:p>
                    <a:p>
                      <a:pPr indent="0" lvl="0" marL="0" marR="0" rtl="0" algn="l">
                        <a:lnSpc>
                          <a:spcPct val="100000"/>
                        </a:lnSpc>
                        <a:spcBef>
                          <a:spcPts val="0"/>
                        </a:spcBef>
                        <a:spcAft>
                          <a:spcPts val="0"/>
                        </a:spcAft>
                        <a:buClr>
                          <a:schemeClr val="dk1"/>
                        </a:buClr>
                        <a:buSzPts val="1400"/>
                        <a:buFont typeface="Arial"/>
                        <a:buNone/>
                      </a:pPr>
                      <a:r>
                        <a:rPr lang="ja-JP" sz="1400">
                          <a:latin typeface="Arial"/>
                          <a:ea typeface="Arial"/>
                          <a:cs typeface="Arial"/>
                          <a:sym typeface="Arial"/>
                        </a:rPr>
                        <a:t>P.66 現時点で想定されるリスク – 2</a:t>
                      </a:r>
                      <a:endParaRPr/>
                    </a:p>
                  </a:txBody>
                  <a:tcPr marT="36000" marB="36000" marR="216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r>
              <a:tr h="834175">
                <a:tc vMerge="1"/>
                <a:tc vMerge="1"/>
                <a:tc>
                  <a:txBody>
                    <a:bodyPr/>
                    <a:lstStyle/>
                    <a:p>
                      <a:pPr indent="0" lvl="0" marL="0" marR="0" rtl="0" algn="l">
                        <a:spcBef>
                          <a:spcPts val="0"/>
                        </a:spcBef>
                        <a:spcAft>
                          <a:spcPts val="0"/>
                        </a:spcAft>
                        <a:buNone/>
                      </a:pPr>
                      <a:r>
                        <a:rPr b="0" i="0" lang="ja-JP" sz="1400" u="none" strike="noStrike">
                          <a:solidFill>
                            <a:schemeClr val="dk1"/>
                          </a:solidFill>
                          <a:latin typeface="Arial"/>
                          <a:ea typeface="Arial"/>
                          <a:cs typeface="Arial"/>
                          <a:sym typeface="Arial"/>
                        </a:rPr>
                        <a:t>品質管理方法</a:t>
                      </a:r>
                      <a:endParaRPr sz="1400">
                        <a:latin typeface="Arial"/>
                        <a:ea typeface="Arial"/>
                        <a:cs typeface="Arial"/>
                        <a:sym typeface="Arial"/>
                      </a:endParaRPr>
                    </a:p>
                  </a:txBody>
                  <a:tcPr marT="36000" marB="36000" marR="216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ja-JP" sz="1400">
                          <a:latin typeface="Arial"/>
                          <a:ea typeface="Arial"/>
                          <a:cs typeface="Arial"/>
                          <a:sym typeface="Arial"/>
                        </a:rPr>
                        <a:t>P.67 品質管理</a:t>
                      </a:r>
                      <a:endParaRPr sz="1400">
                        <a:latin typeface="Arial"/>
                        <a:ea typeface="Arial"/>
                        <a:cs typeface="Arial"/>
                        <a:sym typeface="Arial"/>
                      </a:endParaRPr>
                    </a:p>
                    <a:p>
                      <a:pPr indent="0" lvl="0" marL="0" marR="0" rtl="0" algn="l">
                        <a:spcBef>
                          <a:spcPts val="0"/>
                        </a:spcBef>
                        <a:spcAft>
                          <a:spcPts val="0"/>
                        </a:spcAft>
                        <a:buNone/>
                      </a:pPr>
                      <a:r>
                        <a:rPr lang="ja-JP" sz="1400">
                          <a:latin typeface="Arial"/>
                          <a:ea typeface="Arial"/>
                          <a:cs typeface="Arial"/>
                          <a:sym typeface="Arial"/>
                        </a:rPr>
                        <a:t>P.68 利用部門への早期公開</a:t>
                      </a:r>
                      <a:endParaRPr sz="1400">
                        <a:latin typeface="Arial"/>
                        <a:ea typeface="Arial"/>
                        <a:cs typeface="Arial"/>
                        <a:sym typeface="Arial"/>
                      </a:endParaRPr>
                    </a:p>
                  </a:txBody>
                  <a:tcPr marT="36000" marB="36000" marR="216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r>
              <a:tr h="1191050">
                <a:tc>
                  <a:txBody>
                    <a:bodyPr/>
                    <a:lstStyle/>
                    <a:p>
                      <a:pPr indent="0" lvl="0" marL="0" marR="0" rtl="0" algn="ctr">
                        <a:lnSpc>
                          <a:spcPct val="100000"/>
                        </a:lnSpc>
                        <a:spcBef>
                          <a:spcPts val="0"/>
                        </a:spcBef>
                        <a:spcAft>
                          <a:spcPts val="0"/>
                        </a:spcAft>
                        <a:buClr>
                          <a:schemeClr val="dk1"/>
                        </a:buClr>
                        <a:buSzPts val="1400"/>
                        <a:buFont typeface="Arial"/>
                        <a:buNone/>
                      </a:pPr>
                      <a:r>
                        <a:rPr b="0" lang="ja-JP" sz="1400">
                          <a:latin typeface="Arial"/>
                          <a:ea typeface="Arial"/>
                          <a:cs typeface="Arial"/>
                          <a:sym typeface="Arial"/>
                        </a:rPr>
                        <a:t>8</a:t>
                      </a:r>
                      <a:endParaRPr b="0" sz="1400">
                        <a:latin typeface="Arial"/>
                        <a:ea typeface="Arial"/>
                        <a:cs typeface="Arial"/>
                        <a:sym typeface="Arial"/>
                      </a:endParaRPr>
                    </a:p>
                  </a:txBody>
                  <a:tcPr marT="36000" marB="36000"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EDEDED"/>
                    </a:solidFill>
                  </a:tcPr>
                </a:tc>
                <a:tc>
                  <a:txBody>
                    <a:bodyPr/>
                    <a:lstStyle/>
                    <a:p>
                      <a:pPr indent="0" lvl="0" marL="0" marR="0" rtl="0" algn="l">
                        <a:spcBef>
                          <a:spcPts val="0"/>
                        </a:spcBef>
                        <a:spcAft>
                          <a:spcPts val="0"/>
                        </a:spcAft>
                        <a:buNone/>
                      </a:pPr>
                      <a:r>
                        <a:rPr b="0" lang="ja-JP" sz="1400">
                          <a:latin typeface="Arial"/>
                          <a:ea typeface="Arial"/>
                          <a:cs typeface="Arial"/>
                          <a:sym typeface="Arial"/>
                        </a:rPr>
                        <a:t>役割分担</a:t>
                      </a:r>
                      <a:endParaRPr/>
                    </a:p>
                  </a:txBody>
                  <a:tcPr marT="36000" marB="36000"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i="0" lang="ja-JP" sz="1400" u="none" strike="noStrike">
                          <a:solidFill>
                            <a:schemeClr val="dk1"/>
                          </a:solidFill>
                          <a:latin typeface="Arial"/>
                          <a:ea typeface="Arial"/>
                          <a:cs typeface="Arial"/>
                          <a:sym typeface="Arial"/>
                        </a:rPr>
                        <a:t>貴社外PJ関係者（周辺システム担当、情シス、利用者など）への協力事項と</a:t>
                      </a:r>
                      <a:endParaRPr/>
                    </a:p>
                    <a:p>
                      <a:pPr indent="0" lvl="0" marL="0" marR="0" rtl="0" algn="l">
                        <a:spcBef>
                          <a:spcPts val="0"/>
                        </a:spcBef>
                        <a:spcAft>
                          <a:spcPts val="0"/>
                        </a:spcAft>
                        <a:buNone/>
                      </a:pPr>
                      <a:r>
                        <a:rPr b="0" i="0" lang="ja-JP" sz="1400" u="none" strike="noStrike">
                          <a:solidFill>
                            <a:schemeClr val="dk1"/>
                          </a:solidFill>
                          <a:latin typeface="Arial"/>
                          <a:ea typeface="Arial"/>
                          <a:cs typeface="Arial"/>
                          <a:sym typeface="Arial"/>
                        </a:rPr>
                        <a:t>役割分担（主担当、副担当）</a:t>
                      </a:r>
                      <a:endParaRPr sz="1400">
                        <a:latin typeface="Arial"/>
                        <a:ea typeface="Arial"/>
                        <a:cs typeface="Arial"/>
                        <a:sym typeface="Arial"/>
                      </a:endParaRPr>
                    </a:p>
                  </a:txBody>
                  <a:tcPr marT="36000" marB="36000" marR="216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ja-JP" sz="1400">
                          <a:latin typeface="Arial"/>
                          <a:ea typeface="Arial"/>
                          <a:cs typeface="Arial"/>
                          <a:sym typeface="Arial"/>
                        </a:rPr>
                        <a:t>P.54 役割分担 –</a:t>
                      </a:r>
                      <a:r>
                        <a:rPr lang="ja-JP" sz="1400">
                          <a:latin typeface="Arial"/>
                          <a:ea typeface="Arial"/>
                          <a:cs typeface="Arial"/>
                          <a:sym typeface="Arial"/>
                        </a:rPr>
                        <a:t> 1</a:t>
                      </a:r>
                      <a:endParaRPr/>
                    </a:p>
                    <a:p>
                      <a:pPr indent="0" lvl="0" marL="0" marR="0" rtl="0" algn="l">
                        <a:spcBef>
                          <a:spcPts val="0"/>
                        </a:spcBef>
                        <a:spcAft>
                          <a:spcPts val="0"/>
                        </a:spcAft>
                        <a:buNone/>
                      </a:pPr>
                      <a:r>
                        <a:rPr lang="ja-JP" sz="1400">
                          <a:latin typeface="Arial"/>
                          <a:ea typeface="Arial"/>
                          <a:cs typeface="Arial"/>
                          <a:sym typeface="Arial"/>
                        </a:rPr>
                        <a:t>P.55 役割分担 – 2</a:t>
                      </a:r>
                      <a:endParaRPr/>
                    </a:p>
                    <a:p>
                      <a:pPr indent="0" lvl="0" marL="0" marR="0" rtl="0" algn="l">
                        <a:spcBef>
                          <a:spcPts val="0"/>
                        </a:spcBef>
                        <a:spcAft>
                          <a:spcPts val="0"/>
                        </a:spcAft>
                        <a:buNone/>
                      </a:pPr>
                      <a:r>
                        <a:rPr lang="ja-JP" sz="1400">
                          <a:latin typeface="Arial"/>
                          <a:ea typeface="Arial"/>
                          <a:cs typeface="Arial"/>
                          <a:sym typeface="Arial"/>
                        </a:rPr>
                        <a:t>P.56 役割分担 – 3</a:t>
                      </a:r>
                      <a:endParaRPr/>
                    </a:p>
                  </a:txBody>
                  <a:tcPr marT="36000" marB="36000" marR="216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r>
              <a:tr h="834175">
                <a:tc>
                  <a:txBody>
                    <a:bodyPr/>
                    <a:lstStyle/>
                    <a:p>
                      <a:pPr indent="0" lvl="0" marL="0" marR="0" rtl="0" algn="ctr">
                        <a:lnSpc>
                          <a:spcPct val="100000"/>
                        </a:lnSpc>
                        <a:spcBef>
                          <a:spcPts val="0"/>
                        </a:spcBef>
                        <a:spcAft>
                          <a:spcPts val="0"/>
                        </a:spcAft>
                        <a:buClr>
                          <a:schemeClr val="dk1"/>
                        </a:buClr>
                        <a:buSzPts val="1400"/>
                        <a:buFont typeface="Arial"/>
                        <a:buNone/>
                      </a:pPr>
                      <a:r>
                        <a:rPr b="0" lang="ja-JP" sz="1400">
                          <a:latin typeface="Arial"/>
                          <a:ea typeface="Arial"/>
                          <a:cs typeface="Arial"/>
                          <a:sym typeface="Arial"/>
                        </a:rPr>
                        <a:t>9</a:t>
                      </a:r>
                      <a:endParaRPr b="0" sz="1400">
                        <a:latin typeface="Arial"/>
                        <a:ea typeface="Arial"/>
                        <a:cs typeface="Arial"/>
                        <a:sym typeface="Arial"/>
                      </a:endParaRPr>
                    </a:p>
                  </a:txBody>
                  <a:tcPr marT="36000" marB="36000"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EDEDED"/>
                    </a:solidFill>
                  </a:tcPr>
                </a:tc>
                <a:tc>
                  <a:txBody>
                    <a:bodyPr/>
                    <a:lstStyle/>
                    <a:p>
                      <a:pPr indent="0" lvl="0" marL="0" marR="0" rtl="0" algn="l">
                        <a:spcBef>
                          <a:spcPts val="0"/>
                        </a:spcBef>
                        <a:spcAft>
                          <a:spcPts val="0"/>
                        </a:spcAft>
                        <a:buNone/>
                      </a:pPr>
                      <a:r>
                        <a:rPr b="0" i="0" lang="ja-JP" sz="1400" u="none" strike="noStrike">
                          <a:solidFill>
                            <a:schemeClr val="dk1"/>
                          </a:solidFill>
                          <a:latin typeface="Arial"/>
                          <a:ea typeface="Arial"/>
                          <a:cs typeface="Arial"/>
                          <a:sym typeface="Arial"/>
                        </a:rPr>
                        <a:t>納品物と文書管理</a:t>
                      </a:r>
                      <a:endParaRPr b="0" sz="1400">
                        <a:latin typeface="Arial"/>
                        <a:ea typeface="Arial"/>
                        <a:cs typeface="Arial"/>
                        <a:sym typeface="Arial"/>
                      </a:endParaRPr>
                    </a:p>
                  </a:txBody>
                  <a:tcPr marT="36000" marB="36000"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i="0" lang="ja-JP" sz="1400" u="none" strike="noStrike">
                          <a:solidFill>
                            <a:schemeClr val="dk1"/>
                          </a:solidFill>
                          <a:latin typeface="Arial"/>
                          <a:ea typeface="Arial"/>
                          <a:cs typeface="Arial"/>
                          <a:sym typeface="Arial"/>
                        </a:rPr>
                        <a:t>文書名一覧とその管理方法</a:t>
                      </a:r>
                      <a:endParaRPr sz="1400">
                        <a:latin typeface="Arial"/>
                        <a:ea typeface="Arial"/>
                        <a:cs typeface="Arial"/>
                        <a:sym typeface="Arial"/>
                      </a:endParaRPr>
                    </a:p>
                  </a:txBody>
                  <a:tcPr marT="36000" marB="36000" marR="216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ja-JP" sz="1400">
                          <a:latin typeface="Arial"/>
                          <a:ea typeface="Arial"/>
                          <a:cs typeface="Arial"/>
                          <a:sym typeface="Arial"/>
                        </a:rPr>
                        <a:t>P.46 成果物</a:t>
                      </a:r>
                      <a:endParaRPr sz="1400">
                        <a:latin typeface="Arial"/>
                        <a:ea typeface="Arial"/>
                        <a:cs typeface="Arial"/>
                        <a:sym typeface="Arial"/>
                      </a:endParaRPr>
                    </a:p>
                    <a:p>
                      <a:pPr indent="0" lvl="0" marL="0" marR="0" rtl="0" algn="l">
                        <a:spcBef>
                          <a:spcPts val="0"/>
                        </a:spcBef>
                        <a:spcAft>
                          <a:spcPts val="0"/>
                        </a:spcAft>
                        <a:buNone/>
                      </a:pPr>
                      <a:r>
                        <a:rPr lang="ja-JP" sz="1400">
                          <a:latin typeface="Arial"/>
                          <a:ea typeface="Arial"/>
                          <a:cs typeface="Arial"/>
                          <a:sym typeface="Arial"/>
                        </a:rPr>
                        <a:t>P.69 資源管理</a:t>
                      </a:r>
                      <a:endParaRPr sz="1400">
                        <a:latin typeface="Arial"/>
                        <a:ea typeface="Arial"/>
                        <a:cs typeface="Arial"/>
                        <a:sym typeface="Arial"/>
                      </a:endParaRPr>
                    </a:p>
                  </a:txBody>
                  <a:tcPr marT="36000" marB="36000" marR="216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r>
              <a:tr h="1191050">
                <a:tc>
                  <a:txBody>
                    <a:bodyPr/>
                    <a:lstStyle/>
                    <a:p>
                      <a:pPr indent="0" lvl="0" marL="0" marR="0" rtl="0" algn="ctr">
                        <a:lnSpc>
                          <a:spcPct val="100000"/>
                        </a:lnSpc>
                        <a:spcBef>
                          <a:spcPts val="0"/>
                        </a:spcBef>
                        <a:spcAft>
                          <a:spcPts val="0"/>
                        </a:spcAft>
                        <a:buClr>
                          <a:schemeClr val="dk1"/>
                        </a:buClr>
                        <a:buSzPts val="1400"/>
                        <a:buFont typeface="Arial"/>
                        <a:buNone/>
                      </a:pPr>
                      <a:r>
                        <a:rPr b="0" lang="ja-JP" sz="1400">
                          <a:latin typeface="Arial"/>
                          <a:ea typeface="Arial"/>
                          <a:cs typeface="Arial"/>
                          <a:sym typeface="Arial"/>
                        </a:rPr>
                        <a:t>10</a:t>
                      </a:r>
                      <a:endParaRPr b="0" sz="1400">
                        <a:latin typeface="Arial"/>
                        <a:ea typeface="Arial"/>
                        <a:cs typeface="Arial"/>
                        <a:sym typeface="Arial"/>
                      </a:endParaRPr>
                    </a:p>
                  </a:txBody>
                  <a:tcPr marT="36000" marB="36000"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EDEDED"/>
                    </a:solidFill>
                  </a:tcPr>
                </a:tc>
                <a:tc>
                  <a:txBody>
                    <a:bodyPr/>
                    <a:lstStyle/>
                    <a:p>
                      <a:pPr indent="0" lvl="0" marL="0" marR="0" rtl="0" algn="l">
                        <a:spcBef>
                          <a:spcPts val="0"/>
                        </a:spcBef>
                        <a:spcAft>
                          <a:spcPts val="0"/>
                        </a:spcAft>
                        <a:buNone/>
                      </a:pPr>
                      <a:r>
                        <a:rPr b="0" lang="ja-JP" sz="1400">
                          <a:latin typeface="Arial"/>
                          <a:ea typeface="Arial"/>
                          <a:cs typeface="Arial"/>
                          <a:sym typeface="Arial"/>
                        </a:rPr>
                        <a:t>前提</a:t>
                      </a:r>
                      <a:endParaRPr/>
                    </a:p>
                  </a:txBody>
                  <a:tcPr marT="36000" marB="36000"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i="0" lang="ja-JP" sz="1400" u="none" strike="noStrike">
                          <a:solidFill>
                            <a:schemeClr val="dk1"/>
                          </a:solidFill>
                          <a:latin typeface="Arial"/>
                          <a:ea typeface="Arial"/>
                          <a:cs typeface="Arial"/>
                          <a:sym typeface="Arial"/>
                        </a:rPr>
                        <a:t>上記或いはそれ以外に関する前提（責任範囲、契約形態など）</a:t>
                      </a:r>
                      <a:endParaRPr sz="1400">
                        <a:latin typeface="Arial"/>
                        <a:ea typeface="Arial"/>
                        <a:cs typeface="Arial"/>
                        <a:sym typeface="Arial"/>
                      </a:endParaRPr>
                    </a:p>
                  </a:txBody>
                  <a:tcPr marT="36000" marB="36000" marR="216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ja-JP" sz="1400">
                          <a:latin typeface="Arial"/>
                          <a:ea typeface="Arial"/>
                          <a:cs typeface="Arial"/>
                          <a:sym typeface="Arial"/>
                        </a:rPr>
                        <a:t>P.73 ご契約について</a:t>
                      </a:r>
                      <a:endParaRPr sz="1400">
                        <a:latin typeface="Arial"/>
                        <a:ea typeface="Arial"/>
                        <a:cs typeface="Arial"/>
                        <a:sym typeface="Arial"/>
                      </a:endParaRPr>
                    </a:p>
                    <a:p>
                      <a:pPr indent="0" lvl="0" marL="0" marR="0" rtl="0" algn="l">
                        <a:spcBef>
                          <a:spcPts val="0"/>
                        </a:spcBef>
                        <a:spcAft>
                          <a:spcPts val="0"/>
                        </a:spcAft>
                        <a:buNone/>
                      </a:pPr>
                      <a:r>
                        <a:rPr lang="ja-JP" sz="1400">
                          <a:latin typeface="Arial"/>
                          <a:ea typeface="Arial"/>
                          <a:cs typeface="Arial"/>
                          <a:sym typeface="Arial"/>
                        </a:rPr>
                        <a:t>P.76 お見積もりの前提条件 - 1</a:t>
                      </a:r>
                      <a:endParaRPr/>
                    </a:p>
                    <a:p>
                      <a:pPr indent="0" lvl="0" marL="0" marR="0" rtl="0" algn="l">
                        <a:spcBef>
                          <a:spcPts val="0"/>
                        </a:spcBef>
                        <a:spcAft>
                          <a:spcPts val="0"/>
                        </a:spcAft>
                        <a:buNone/>
                      </a:pPr>
                      <a:r>
                        <a:rPr lang="ja-JP" sz="1400">
                          <a:latin typeface="Arial"/>
                          <a:ea typeface="Arial"/>
                          <a:cs typeface="Arial"/>
                          <a:sym typeface="Arial"/>
                        </a:rPr>
                        <a:t>P.77 お見積もりの前提条件 – 2</a:t>
                      </a:r>
                      <a:endParaRPr/>
                    </a:p>
                  </a:txBody>
                  <a:tcPr marT="36000" marB="36000" marR="216000" marL="720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8" name="Shape 2578"/>
        <p:cNvGrpSpPr/>
        <p:nvPr/>
      </p:nvGrpSpPr>
      <p:grpSpPr>
        <a:xfrm>
          <a:off x="0" y="0"/>
          <a:ext cx="0" cy="0"/>
          <a:chOff x="0" y="0"/>
          <a:chExt cx="0" cy="0"/>
        </a:xfrm>
      </p:grpSpPr>
      <p:sp>
        <p:nvSpPr>
          <p:cNvPr id="2579" name="Google Shape;2579;p80"/>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ja-JP"/>
              <a:t>Copyright© 2020 SystemEXE,Inc. all rights reserved.</a:t>
            </a:r>
            <a:endParaRPr/>
          </a:p>
        </p:txBody>
      </p:sp>
      <p:sp>
        <p:nvSpPr>
          <p:cNvPr id="2580" name="Google Shape;2580;p80"/>
          <p:cNvSpPr txBox="1"/>
          <p:nvPr>
            <p:ph idx="12" type="sldNum"/>
          </p:nvPr>
        </p:nvSpPr>
        <p:spPr>
          <a:xfrm>
            <a:off x="4212000" y="6500068"/>
            <a:ext cx="720000" cy="288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ja-JP"/>
              <a:t>‹#›</a:t>
            </a:fld>
            <a:endParaRPr/>
          </a:p>
        </p:txBody>
      </p:sp>
      <p:sp>
        <p:nvSpPr>
          <p:cNvPr id="2581" name="Google Shape;2581;p80"/>
          <p:cNvSpPr txBox="1"/>
          <p:nvPr/>
        </p:nvSpPr>
        <p:spPr>
          <a:xfrm>
            <a:off x="648000" y="1512000"/>
            <a:ext cx="7848000" cy="2520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rPr lang="ja-JP" sz="2000">
                <a:solidFill>
                  <a:schemeClr val="dk1"/>
                </a:solidFill>
                <a:latin typeface="Arial"/>
                <a:ea typeface="Arial"/>
                <a:cs typeface="Arial"/>
                <a:sym typeface="Arial"/>
              </a:rPr>
              <a:t>ご高覧ありがとうございました。</a:t>
            </a:r>
            <a:endParaRPr sz="2000">
              <a:solidFill>
                <a:schemeClr val="dk1"/>
              </a:solidFill>
              <a:latin typeface="Arial"/>
              <a:ea typeface="Arial"/>
              <a:cs typeface="Arial"/>
              <a:sym typeface="Arial"/>
            </a:endParaRPr>
          </a:p>
          <a:p>
            <a:pPr indent="0" lvl="0" marL="0" marR="0" rtl="0" algn="ctr">
              <a:lnSpc>
                <a:spcPct val="100000"/>
              </a:lnSpc>
              <a:spcBef>
                <a:spcPts val="1000"/>
              </a:spcBef>
              <a:spcAft>
                <a:spcPts val="0"/>
              </a:spcAft>
              <a:buClr>
                <a:schemeClr val="dk1"/>
              </a:buClr>
              <a:buSzPts val="1400"/>
              <a:buFont typeface="Arial"/>
              <a:buNone/>
            </a:pPr>
            <a:r>
              <a:t/>
            </a:r>
            <a:endParaRPr sz="1400">
              <a:solidFill>
                <a:schemeClr val="dk1"/>
              </a:solidFill>
              <a:latin typeface="Arial"/>
              <a:ea typeface="Arial"/>
              <a:cs typeface="Arial"/>
              <a:sym typeface="Arial"/>
            </a:endParaRPr>
          </a:p>
          <a:p>
            <a:pPr indent="0" lvl="0" marL="0" marR="0" rtl="0" algn="l">
              <a:lnSpc>
                <a:spcPct val="100000"/>
              </a:lnSpc>
              <a:spcBef>
                <a:spcPts val="1000"/>
              </a:spcBef>
              <a:spcAft>
                <a:spcPts val="0"/>
              </a:spcAft>
              <a:buClr>
                <a:schemeClr val="dk1"/>
              </a:buClr>
              <a:buSzPts val="1400"/>
              <a:buFont typeface="Arial"/>
              <a:buNone/>
            </a:pPr>
            <a:r>
              <a:rPr lang="ja-JP" sz="1400">
                <a:solidFill>
                  <a:schemeClr val="dk1"/>
                </a:solidFill>
                <a:latin typeface="Arial"/>
                <a:ea typeface="Arial"/>
                <a:cs typeface="Arial"/>
                <a:sym typeface="Arial"/>
              </a:rPr>
              <a:t>千葉運転管理システムは、貴社潤滑油事業における重要な位置づけとなるシステムと認識しております。本提案では、現在の業務を変えずに新たなシステム環境に対応させることを第一に考え、今後長きにわたりシステムが安定稼働することを実現できるものと考えております。</a:t>
            </a:r>
            <a:endParaRPr/>
          </a:p>
          <a:p>
            <a:pPr indent="0" lvl="0" marL="0" marR="0" rtl="0" algn="l">
              <a:lnSpc>
                <a:spcPct val="100000"/>
              </a:lnSpc>
              <a:spcBef>
                <a:spcPts val="1000"/>
              </a:spcBef>
              <a:spcAft>
                <a:spcPts val="0"/>
              </a:spcAft>
              <a:buClr>
                <a:schemeClr val="dk1"/>
              </a:buClr>
              <a:buSzPts val="1400"/>
              <a:buFont typeface="Arial"/>
              <a:buNone/>
            </a:pPr>
            <a:r>
              <a:rPr lang="ja-JP" sz="1400">
                <a:solidFill>
                  <a:schemeClr val="dk1"/>
                </a:solidFill>
                <a:latin typeface="Arial"/>
                <a:ea typeface="Arial"/>
                <a:cs typeface="Arial"/>
                <a:sym typeface="Arial"/>
              </a:rPr>
              <a:t>本提案をご検討いただき、是非とも、弊社による対応のご決定を賜れれば幸いです。弊社は、これまでのシステム導入経験により培ってきたノウハウを活用し、貴社のますますのご発展の一助となることを願っております。</a:t>
            </a:r>
            <a:endParaRPr/>
          </a:p>
        </p:txBody>
      </p:sp>
      <p:sp>
        <p:nvSpPr>
          <p:cNvPr id="2582" name="Google Shape;2582;p80"/>
          <p:cNvSpPr txBox="1"/>
          <p:nvPr/>
        </p:nvSpPr>
        <p:spPr>
          <a:xfrm>
            <a:off x="1584000" y="5184000"/>
            <a:ext cx="5976000" cy="1152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lang="ja-JP" sz="1400">
                <a:solidFill>
                  <a:schemeClr val="dk1"/>
                </a:solidFill>
                <a:latin typeface="Arial"/>
                <a:ea typeface="Arial"/>
                <a:cs typeface="Arial"/>
                <a:sym typeface="Arial"/>
              </a:rPr>
              <a:t>【本提案書に関するお問い合わせ先】</a:t>
            </a:r>
            <a:endParaRPr/>
          </a:p>
          <a:p>
            <a:pPr indent="0" lvl="0" marL="0" marR="0" rtl="0" algn="l">
              <a:lnSpc>
                <a:spcPct val="100000"/>
              </a:lnSpc>
              <a:spcBef>
                <a:spcPts val="1000"/>
              </a:spcBef>
              <a:spcAft>
                <a:spcPts val="0"/>
              </a:spcAft>
              <a:buClr>
                <a:schemeClr val="dk1"/>
              </a:buClr>
              <a:buSzPts val="1400"/>
              <a:buFont typeface="Arial"/>
              <a:buNone/>
            </a:pPr>
            <a:r>
              <a:rPr lang="ja-JP" sz="1400">
                <a:solidFill>
                  <a:schemeClr val="dk1"/>
                </a:solidFill>
                <a:latin typeface="Arial"/>
                <a:ea typeface="Arial"/>
                <a:cs typeface="Arial"/>
                <a:sym typeface="Arial"/>
              </a:rPr>
              <a:t>福田慎　　Tel: 043-287-7030　Mail: m-fukuda@system-exe.co.jp</a:t>
            </a:r>
            <a:br>
              <a:rPr lang="ja-JP" sz="1400">
                <a:solidFill>
                  <a:schemeClr val="dk1"/>
                </a:solidFill>
                <a:latin typeface="Arial"/>
                <a:ea typeface="Arial"/>
                <a:cs typeface="Arial"/>
                <a:sym typeface="Arial"/>
              </a:rPr>
            </a:br>
            <a:r>
              <a:rPr lang="ja-JP" sz="1400">
                <a:solidFill>
                  <a:schemeClr val="dk1"/>
                </a:solidFill>
                <a:latin typeface="Arial"/>
                <a:ea typeface="Arial"/>
                <a:cs typeface="Arial"/>
                <a:sym typeface="Arial"/>
              </a:rPr>
              <a:t>小林紀昭　Tel: 043-287-7030　Mail: nori-kobayashi@system-exe.co.jp</a:t>
            </a:r>
            <a:br>
              <a:rPr lang="ja-JP" sz="1400">
                <a:solidFill>
                  <a:schemeClr val="dk1"/>
                </a:solidFill>
                <a:latin typeface="Arial"/>
                <a:ea typeface="Arial"/>
                <a:cs typeface="Arial"/>
                <a:sym typeface="Arial"/>
              </a:rPr>
            </a:br>
            <a:r>
              <a:rPr lang="ja-JP" sz="1400">
                <a:solidFill>
                  <a:schemeClr val="dk1"/>
                </a:solidFill>
                <a:latin typeface="Arial"/>
                <a:ea typeface="Arial"/>
                <a:cs typeface="Arial"/>
                <a:sym typeface="Arial"/>
              </a:rPr>
              <a:t>髙浦祐朗　Tel: 03-5299-5351　Mail: m-takaura@system-exe.co.jp</a:t>
            </a:r>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6" name="Shape 2586"/>
        <p:cNvGrpSpPr/>
        <p:nvPr/>
      </p:nvGrpSpPr>
      <p:grpSpPr>
        <a:xfrm>
          <a:off x="0" y="0"/>
          <a:ext cx="0" cy="0"/>
          <a:chOff x="0" y="0"/>
          <a:chExt cx="0" cy="0"/>
        </a:xfrm>
      </p:grpSpPr>
      <p:sp>
        <p:nvSpPr>
          <p:cNvPr id="2587" name="Google Shape;2587;p81"/>
          <p:cNvSpPr txBox="1"/>
          <p:nvPr>
            <p:ph idx="11" type="ftr"/>
          </p:nvPr>
        </p:nvSpPr>
        <p:spPr>
          <a:xfrm>
            <a:off x="72000" y="6500068"/>
            <a:ext cx="3888000" cy="288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ja-JP"/>
              <a:t>Copyright© 2020 SystemEXE,Inc. all rights reserved.</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テーマ">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テーマ">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2017-12-05T05:18:47Z</dcterms:created>
  <dc:creator>株式会社システムエグゼ</dc:creator>
</cp:coreProperties>
</file>