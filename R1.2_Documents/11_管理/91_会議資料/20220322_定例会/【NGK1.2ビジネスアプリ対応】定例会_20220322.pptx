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autoCompressPictures="0">
  <p:sldMasterIdLst>
    <p:sldMasterId id="2147483770" r:id="rId1"/>
  </p:sldMasterIdLst>
  <p:notesMasterIdLst>
    <p:notesMasterId r:id="rId9"/>
  </p:notesMasterIdLst>
  <p:handoutMasterIdLst>
    <p:handoutMasterId r:id="rId10"/>
  </p:handoutMasterIdLst>
  <p:sldIdLst>
    <p:sldId id="1015" r:id="rId2"/>
    <p:sldId id="1009" r:id="rId3"/>
    <p:sldId id="1010" r:id="rId4"/>
    <p:sldId id="1011" r:id="rId5"/>
    <p:sldId id="1012" r:id="rId6"/>
    <p:sldId id="1013" r:id="rId7"/>
    <p:sldId id="1014"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DEDDA"/>
    <a:srgbClr val="FAF2D4"/>
    <a:srgbClr val="9A3B5D"/>
    <a:srgbClr val="F2F2F2"/>
    <a:srgbClr val="0000FF"/>
    <a:srgbClr val="EDEDED"/>
    <a:srgbClr val="4B4B4B"/>
    <a:srgbClr val="323232"/>
    <a:srgbClr val="78787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6254"/>
  </p:normalViewPr>
  <p:slideViewPr>
    <p:cSldViewPr snapToGrid="0" snapToObjects="1">
      <p:cViewPr varScale="1">
        <p:scale>
          <a:sx n="104" d="100"/>
          <a:sy n="104" d="100"/>
        </p:scale>
        <p:origin x="792" y="96"/>
      </p:cViewPr>
      <p:guideLst/>
    </p:cSldViewPr>
  </p:slideViewPr>
  <p:notesTextViewPr>
    <p:cViewPr>
      <p:scale>
        <a:sx n="1" d="1"/>
        <a:sy n="1" d="1"/>
      </p:scale>
      <p:origin x="0" y="0"/>
    </p:cViewPr>
  </p:notesTextViewPr>
  <p:notesViewPr>
    <p:cSldViewPr snapToGrid="0" snapToObjects="1">
      <p:cViewPr varScale="1">
        <p:scale>
          <a:sx n="66" d="100"/>
          <a:sy n="66" d="100"/>
        </p:scale>
        <p:origin x="3134" y="6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8B81E3-04FF-4B3A-91A3-0B9D6F284D31}" type="datetimeFigureOut">
              <a:rPr kumimoji="1" lang="ja-JP" altLang="en-US" smtClean="0"/>
              <a:t>2022/3/22</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4EA281C-6E67-4E22-BEFF-238CFBDEFD06}" type="slidenum">
              <a:rPr kumimoji="1" lang="ja-JP" altLang="en-US" smtClean="0"/>
              <a:t>‹#›</a:t>
            </a:fld>
            <a:endParaRPr kumimoji="1" lang="ja-JP" altLang="en-US"/>
          </a:p>
        </p:txBody>
      </p:sp>
    </p:spTree>
    <p:extLst>
      <p:ext uri="{BB962C8B-B14F-4D97-AF65-F5344CB8AC3E}">
        <p14:creationId xmlns:p14="http://schemas.microsoft.com/office/powerpoint/2010/main" val="792695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224887-F90F-3047-8721-5156A8E1A469}" type="datetimeFigureOut">
              <a:rPr kumimoji="1" lang="ja-JP" altLang="en-US" smtClean="0"/>
              <a:t>2022/3/22</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57080C-E8FE-C146-B769-6100616B65A7}" type="slidenum">
              <a:rPr kumimoji="1" lang="ja-JP" altLang="en-US" smtClean="0"/>
              <a:t>‹#›</a:t>
            </a:fld>
            <a:endParaRPr kumimoji="1" lang="ja-JP" altLang="en-US"/>
          </a:p>
        </p:txBody>
      </p:sp>
    </p:spTree>
    <p:extLst>
      <p:ext uri="{BB962C8B-B14F-4D97-AF65-F5344CB8AC3E}">
        <p14:creationId xmlns:p14="http://schemas.microsoft.com/office/powerpoint/2010/main" val="121283509"/>
      </p:ext>
    </p:extLst>
  </p:cSld>
  <p:clrMap bg1="lt1" tx1="dk1" bg2="lt2" tx2="dk2" accent1="accent1" accent2="accent2" accent3="accent3" accent4="accent4" accent5="accent5" accent6="accent6" hlink="hlink" folHlink="folHlink"/>
  <p:notesStyle>
    <a:lvl1pPr marL="0" algn="l" defTabSz="1219075" rtl="0" eaLnBrk="1" latinLnBrk="0" hangingPunct="1">
      <a:defRPr kumimoji="1" sz="1600" kern="1200">
        <a:solidFill>
          <a:schemeClr val="tx1"/>
        </a:solidFill>
        <a:latin typeface="+mn-lt"/>
        <a:ea typeface="+mn-ea"/>
        <a:cs typeface="+mn-cs"/>
      </a:defRPr>
    </a:lvl1pPr>
    <a:lvl2pPr marL="609537" algn="l" defTabSz="1219075" rtl="0" eaLnBrk="1" latinLnBrk="0" hangingPunct="1">
      <a:defRPr kumimoji="1" sz="1600" kern="1200">
        <a:solidFill>
          <a:schemeClr val="tx1"/>
        </a:solidFill>
        <a:latin typeface="+mn-lt"/>
        <a:ea typeface="+mn-ea"/>
        <a:cs typeface="+mn-cs"/>
      </a:defRPr>
    </a:lvl2pPr>
    <a:lvl3pPr marL="1219075" algn="l" defTabSz="1219075" rtl="0" eaLnBrk="1" latinLnBrk="0" hangingPunct="1">
      <a:defRPr kumimoji="1" sz="1600" kern="1200">
        <a:solidFill>
          <a:schemeClr val="tx1"/>
        </a:solidFill>
        <a:latin typeface="+mn-lt"/>
        <a:ea typeface="+mn-ea"/>
        <a:cs typeface="+mn-cs"/>
      </a:defRPr>
    </a:lvl3pPr>
    <a:lvl4pPr marL="1828612" algn="l" defTabSz="1219075" rtl="0" eaLnBrk="1" latinLnBrk="0" hangingPunct="1">
      <a:defRPr kumimoji="1" sz="1600" kern="1200">
        <a:solidFill>
          <a:schemeClr val="tx1"/>
        </a:solidFill>
        <a:latin typeface="+mn-lt"/>
        <a:ea typeface="+mn-ea"/>
        <a:cs typeface="+mn-cs"/>
      </a:defRPr>
    </a:lvl4pPr>
    <a:lvl5pPr marL="2438148" algn="l" defTabSz="1219075" rtl="0" eaLnBrk="1" latinLnBrk="0" hangingPunct="1">
      <a:defRPr kumimoji="1" sz="1600" kern="1200">
        <a:solidFill>
          <a:schemeClr val="tx1"/>
        </a:solidFill>
        <a:latin typeface="+mn-lt"/>
        <a:ea typeface="+mn-ea"/>
        <a:cs typeface="+mn-cs"/>
      </a:defRPr>
    </a:lvl5pPr>
    <a:lvl6pPr marL="3047686" algn="l" defTabSz="1219075" rtl="0" eaLnBrk="1" latinLnBrk="0" hangingPunct="1">
      <a:defRPr kumimoji="1" sz="1600" kern="1200">
        <a:solidFill>
          <a:schemeClr val="tx1"/>
        </a:solidFill>
        <a:latin typeface="+mn-lt"/>
        <a:ea typeface="+mn-ea"/>
        <a:cs typeface="+mn-cs"/>
      </a:defRPr>
    </a:lvl6pPr>
    <a:lvl7pPr marL="3657223" algn="l" defTabSz="1219075" rtl="0" eaLnBrk="1" latinLnBrk="0" hangingPunct="1">
      <a:defRPr kumimoji="1" sz="1600" kern="1200">
        <a:solidFill>
          <a:schemeClr val="tx1"/>
        </a:solidFill>
        <a:latin typeface="+mn-lt"/>
        <a:ea typeface="+mn-ea"/>
        <a:cs typeface="+mn-cs"/>
      </a:defRPr>
    </a:lvl7pPr>
    <a:lvl8pPr marL="4266761" algn="l" defTabSz="1219075" rtl="0" eaLnBrk="1" latinLnBrk="0" hangingPunct="1">
      <a:defRPr kumimoji="1" sz="1600" kern="1200">
        <a:solidFill>
          <a:schemeClr val="tx1"/>
        </a:solidFill>
        <a:latin typeface="+mn-lt"/>
        <a:ea typeface="+mn-ea"/>
        <a:cs typeface="+mn-cs"/>
      </a:defRPr>
    </a:lvl8pPr>
    <a:lvl9pPr marL="4876298" algn="l" defTabSz="1219075" rtl="0" eaLnBrk="1" latinLnBrk="0" hangingPunct="1">
      <a:defRPr kumimoji="1" sz="16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10453C54-7F3F-5842-8AEE-825191D5B6E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1" y="0"/>
            <a:ext cx="12189739" cy="6858000"/>
          </a:xfrm>
          <a:prstGeom prst="rect">
            <a:avLst/>
          </a:prstGeom>
        </p:spPr>
      </p:pic>
      <p:sp>
        <p:nvSpPr>
          <p:cNvPr id="5" name="Footer Placeholder 4"/>
          <p:cNvSpPr>
            <a:spLocks noGrp="1"/>
          </p:cNvSpPr>
          <p:nvPr>
            <p:ph type="ftr" sz="quarter" idx="11"/>
          </p:nvPr>
        </p:nvSpPr>
        <p:spPr/>
        <p:txBody>
          <a:bodyPr/>
          <a:lstStyle/>
          <a:p>
            <a:r>
              <a:rPr lang="en-US"/>
              <a:t>Copyright © 2022 SystemEXE,Inc All Rights Reserved.</a:t>
            </a:r>
            <a:endParaRPr lang="en-US" dirty="0"/>
          </a:p>
        </p:txBody>
      </p:sp>
      <p:sp>
        <p:nvSpPr>
          <p:cNvPr id="8" name="Rectangle 116">
            <a:extLst>
              <a:ext uri="{FF2B5EF4-FFF2-40B4-BE49-F238E27FC236}">
                <a16:creationId xmlns:a16="http://schemas.microsoft.com/office/drawing/2014/main" id="{63CB7166-763A-834A-BD8F-32568DB92384}"/>
              </a:ext>
            </a:extLst>
          </p:cNvPr>
          <p:cNvSpPr/>
          <p:nvPr userDrawn="1"/>
        </p:nvSpPr>
        <p:spPr bwMode="auto">
          <a:xfrm>
            <a:off x="0" y="2403368"/>
            <a:ext cx="12192000" cy="2051264"/>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dirty="0"/>
          </a:p>
        </p:txBody>
      </p:sp>
      <p:sp>
        <p:nvSpPr>
          <p:cNvPr id="2" name="Title 1"/>
          <p:cNvSpPr>
            <a:spLocks noGrp="1"/>
          </p:cNvSpPr>
          <p:nvPr>
            <p:ph type="ctrTitle"/>
          </p:nvPr>
        </p:nvSpPr>
        <p:spPr>
          <a:xfrm>
            <a:off x="576000" y="3312000"/>
            <a:ext cx="8640000" cy="768000"/>
          </a:xfrm>
        </p:spPr>
        <p:txBody>
          <a:bodyPr anchor="ctr">
            <a:noAutofit/>
          </a:bodyPr>
          <a:lstStyle>
            <a:lvl1pPr algn="l">
              <a:lnSpc>
                <a:spcPct val="100000"/>
              </a:lnSpc>
              <a:defRPr sz="4400" b="1">
                <a:solidFill>
                  <a:srgbClr val="9A3B5D"/>
                </a:solidFill>
                <a:latin typeface="游明朝" panose="02020400000000000000" pitchFamily="18" charset="-128"/>
                <a:ea typeface="游明朝" panose="02020400000000000000" pitchFamily="18" charset="-128"/>
              </a:defRPr>
            </a:lvl1pPr>
          </a:lstStyle>
          <a:p>
            <a:r>
              <a:rPr lang="ja-JP" altLang="en-US" dirty="0"/>
              <a:t>マスター タイトルの書式設定</a:t>
            </a:r>
            <a:endParaRPr lang="en-US" dirty="0"/>
          </a:p>
        </p:txBody>
      </p:sp>
      <p:sp>
        <p:nvSpPr>
          <p:cNvPr id="3" name="Subtitle 2"/>
          <p:cNvSpPr>
            <a:spLocks noGrp="1"/>
          </p:cNvSpPr>
          <p:nvPr>
            <p:ph type="subTitle" idx="1"/>
          </p:nvPr>
        </p:nvSpPr>
        <p:spPr>
          <a:xfrm>
            <a:off x="576000" y="2784000"/>
            <a:ext cx="8640000" cy="480000"/>
          </a:xfrm>
        </p:spPr>
        <p:txBody>
          <a:bodyPr anchor="ctr"/>
          <a:lstStyle>
            <a:lvl1pPr marL="0" indent="0" algn="l">
              <a:lnSpc>
                <a:spcPct val="100000"/>
              </a:lnSpc>
              <a:spcBef>
                <a:spcPts val="0"/>
              </a:spcBef>
              <a:buNone/>
              <a:defRPr sz="2400" b="1">
                <a:solidFill>
                  <a:srgbClr val="9A3B5D"/>
                </a:solidFill>
                <a:latin typeface="游明朝" panose="02020400000000000000" pitchFamily="18" charset="-128"/>
                <a:ea typeface="游明朝" panose="02020400000000000000" pitchFamily="18" charset="-128"/>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ja-JP" altLang="en-US" dirty="0"/>
              <a:t>マスター サブタイトルの書式設定</a:t>
            </a:r>
            <a:endParaRPr lang="en-US" dirty="0"/>
          </a:p>
        </p:txBody>
      </p:sp>
      <p:pic>
        <p:nvPicPr>
          <p:cNvPr id="9" name="図 8">
            <a:extLst>
              <a:ext uri="{FF2B5EF4-FFF2-40B4-BE49-F238E27FC236}">
                <a16:creationId xmlns:a16="http://schemas.microsoft.com/office/drawing/2014/main" id="{49B378A5-FEEF-5D48-AD7F-5344F238A17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28710" y="3024001"/>
            <a:ext cx="1646580" cy="428111"/>
          </a:xfrm>
          <a:prstGeom prst="rect">
            <a:avLst/>
          </a:prstGeom>
        </p:spPr>
      </p:pic>
      <p:sp>
        <p:nvSpPr>
          <p:cNvPr id="11" name="テキスト プレースホルダー 10"/>
          <p:cNvSpPr>
            <a:spLocks noGrp="1"/>
          </p:cNvSpPr>
          <p:nvPr>
            <p:ph type="body" sz="quarter" idx="13" hasCustomPrompt="1"/>
          </p:nvPr>
        </p:nvSpPr>
        <p:spPr>
          <a:xfrm>
            <a:off x="9407999" y="3552000"/>
            <a:ext cx="2688000" cy="288000"/>
          </a:xfrm>
        </p:spPr>
        <p:txBody>
          <a:bodyPr anchor="ctr">
            <a:noAutofit/>
          </a:bodyPr>
          <a:lstStyle>
            <a:lvl1pPr marL="0" indent="0" algn="ctr">
              <a:lnSpc>
                <a:spcPct val="100000"/>
              </a:lnSpc>
              <a:spcBef>
                <a:spcPts val="0"/>
              </a:spcBef>
              <a:buNone/>
              <a:defRPr sz="1067">
                <a:latin typeface="游明朝" panose="02020400000000000000" pitchFamily="18" charset="-128"/>
                <a:ea typeface="游明朝" panose="02020400000000000000" pitchFamily="18" charset="-128"/>
              </a:defRPr>
            </a:lvl1pPr>
          </a:lstStyle>
          <a:p>
            <a:pPr lvl="0"/>
            <a:r>
              <a:rPr kumimoji="1" lang="ja-JP" altLang="en-US" dirty="0"/>
              <a:t>○○本部</a:t>
            </a:r>
          </a:p>
        </p:txBody>
      </p:sp>
      <p:sp>
        <p:nvSpPr>
          <p:cNvPr id="4" name="Date Placeholder 3"/>
          <p:cNvSpPr>
            <a:spLocks noGrp="1"/>
          </p:cNvSpPr>
          <p:nvPr>
            <p:ph type="dt" sz="half" idx="10"/>
          </p:nvPr>
        </p:nvSpPr>
        <p:spPr>
          <a:xfrm>
            <a:off x="9791999" y="3840000"/>
            <a:ext cx="1920000" cy="288000"/>
          </a:xfrm>
          <a:prstGeom prst="rect">
            <a:avLst/>
          </a:prstGeom>
        </p:spPr>
        <p:txBody>
          <a:bodyPr/>
          <a:lstStyle>
            <a:lvl1pPr algn="ctr">
              <a:defRPr>
                <a:solidFill>
                  <a:srgbClr val="323232"/>
                </a:solidFill>
              </a:defRPr>
            </a:lvl1pPr>
          </a:lstStyle>
          <a:p>
            <a:fld id="{47CE263C-B4E9-4AA0-986B-C9A7FB36C901}" type="datetime1">
              <a:rPr lang="ja-JP" altLang="en-US" smtClean="0"/>
              <a:t>2022/3/22</a:t>
            </a:fld>
            <a:endParaRPr lang="en-US" dirty="0"/>
          </a:p>
        </p:txBody>
      </p:sp>
      <p:sp>
        <p:nvSpPr>
          <p:cNvPr id="13" name="テキスト プレースホルダー 12"/>
          <p:cNvSpPr>
            <a:spLocks noGrp="1"/>
          </p:cNvSpPr>
          <p:nvPr>
            <p:ph type="body" sz="quarter" idx="14" hasCustomPrompt="1"/>
          </p:nvPr>
        </p:nvSpPr>
        <p:spPr>
          <a:xfrm>
            <a:off x="576000" y="384000"/>
            <a:ext cx="3072000" cy="336000"/>
          </a:xfrm>
        </p:spPr>
        <p:txBody>
          <a:bodyPr anchor="ctr">
            <a:normAutofit/>
          </a:bodyPr>
          <a:lstStyle>
            <a:lvl1pPr>
              <a:lnSpc>
                <a:spcPct val="100000"/>
              </a:lnSpc>
              <a:spcBef>
                <a:spcPts val="0"/>
              </a:spcBef>
              <a:defRPr sz="1600" b="1">
                <a:solidFill>
                  <a:schemeClr val="bg1"/>
                </a:solidFill>
                <a:latin typeface="游明朝" panose="02020400000000000000" pitchFamily="18" charset="-128"/>
                <a:ea typeface="游明朝" panose="02020400000000000000" pitchFamily="18" charset="-128"/>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kumimoji="1" lang="ja-JP" altLang="en-US" dirty="0"/>
              <a:t>○○株式会社 御中</a:t>
            </a:r>
          </a:p>
        </p:txBody>
      </p:sp>
    </p:spTree>
    <p:extLst>
      <p:ext uri="{BB962C8B-B14F-4D97-AF65-F5344CB8AC3E}">
        <p14:creationId xmlns:p14="http://schemas.microsoft.com/office/powerpoint/2010/main" val="4256518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游ゴシック" panose="020B0400000000000000" pitchFamily="50" charset="-128"/>
                <a:ea typeface="游ゴシック" panose="020B0400000000000000" pitchFamily="50" charset="-128"/>
              </a:defRPr>
            </a:lvl1pPr>
          </a:lstStyle>
          <a:p>
            <a:r>
              <a:rPr lang="ja-JP" altLang="en-US" dirty="0"/>
              <a:t>マスター タイトルの書式設定</a:t>
            </a:r>
            <a:endParaRPr lang="en-US" dirty="0"/>
          </a:p>
        </p:txBody>
      </p:sp>
      <p:sp>
        <p:nvSpPr>
          <p:cNvPr id="4" name="Date Placeholder 3"/>
          <p:cNvSpPr>
            <a:spLocks noGrp="1"/>
          </p:cNvSpPr>
          <p:nvPr>
            <p:ph type="dt" sz="half" idx="10"/>
          </p:nvPr>
        </p:nvSpPr>
        <p:spPr>
          <a:xfrm>
            <a:off x="0" y="6552000"/>
            <a:ext cx="1440000" cy="216000"/>
          </a:xfrm>
          <a:prstGeom prst="rect">
            <a:avLst/>
          </a:prstGeom>
        </p:spPr>
        <p:txBody>
          <a:bodyPr/>
          <a:lstStyle/>
          <a:p>
            <a:endParaRPr lang="en-US" dirty="0"/>
          </a:p>
        </p:txBody>
      </p:sp>
      <p:sp>
        <p:nvSpPr>
          <p:cNvPr id="5" name="Footer Placeholder 4"/>
          <p:cNvSpPr>
            <a:spLocks noGrp="1"/>
          </p:cNvSpPr>
          <p:nvPr>
            <p:ph type="ftr" sz="quarter" idx="11"/>
          </p:nvPr>
        </p:nvSpPr>
        <p:spPr/>
        <p:txBody>
          <a:bodyPr/>
          <a:lstStyle/>
          <a:p>
            <a:r>
              <a:rPr lang="en-US"/>
              <a:t>Copyright © 2022 SystemEXE,Inc All Rights Reserved.</a:t>
            </a:r>
            <a:endParaRPr lang="en-US" dirty="0"/>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7" name="直線コネクタ 6">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
        <p:nvSpPr>
          <p:cNvPr id="10" name="テキスト プレースホルダー 9">
            <a:extLst>
              <a:ext uri="{FF2B5EF4-FFF2-40B4-BE49-F238E27FC236}">
                <a16:creationId xmlns:a16="http://schemas.microsoft.com/office/drawing/2014/main" id="{E583FF8A-E87D-4283-8A63-91BC318560C7}"/>
              </a:ext>
            </a:extLst>
          </p:cNvPr>
          <p:cNvSpPr>
            <a:spLocks noGrp="1"/>
          </p:cNvSpPr>
          <p:nvPr>
            <p:ph type="body" sz="quarter" idx="13"/>
          </p:nvPr>
        </p:nvSpPr>
        <p:spPr>
          <a:xfrm>
            <a:off x="576000" y="936000"/>
            <a:ext cx="11040000" cy="5350500"/>
          </a:xfrm>
        </p:spPr>
        <p:txBody>
          <a:bodyPr>
            <a:normAutofit/>
          </a:bodyPr>
          <a:lstStyle>
            <a:lvl1pPr marL="273050" indent="-273050">
              <a:buFont typeface="Wingdings" panose="05000000000000000000" pitchFamily="2" charset="2"/>
              <a:buChar char="n"/>
              <a:defRPr sz="1800" b="1" u="sng">
                <a:latin typeface="+mn-ea"/>
                <a:ea typeface="+mn-ea"/>
              </a:defRPr>
            </a:lvl1pPr>
            <a:lvl2pPr marL="360363" indent="-184150">
              <a:buFont typeface="Arial" panose="020B0604020202020204" pitchFamily="34" charset="0"/>
              <a:buChar char="•"/>
              <a:defRPr sz="1800">
                <a:latin typeface="+mn-ea"/>
                <a:ea typeface="+mn-ea"/>
              </a:defRPr>
            </a:lvl2pPr>
            <a:lvl3pPr marL="536575" indent="-176213">
              <a:buFont typeface="Arial" panose="020B0604020202020204" pitchFamily="34" charset="0"/>
              <a:buChar char="•"/>
              <a:defRPr sz="1800">
                <a:latin typeface="+mn-ea"/>
                <a:ea typeface="+mn-ea"/>
              </a:defRPr>
            </a:lvl3pPr>
            <a:lvl4pPr marL="720725" indent="-184150">
              <a:buFont typeface="Arial" panose="020B0604020202020204" pitchFamily="34" charset="0"/>
              <a:buChar char="•"/>
              <a:defRPr sz="1800">
                <a:latin typeface="+mn-ea"/>
                <a:ea typeface="+mn-ea"/>
              </a:defRPr>
            </a:lvl4pPr>
            <a:lvl5pPr marL="896938" indent="-176213">
              <a:defRPr sz="1800">
                <a:latin typeface="+mn-ea"/>
                <a:ea typeface="+mn-ea"/>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24924555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dirty="0"/>
              <a:t>マスター タイトルの書式設定</a:t>
            </a:r>
            <a:endParaRPr lang="en-US" dirty="0"/>
          </a:p>
        </p:txBody>
      </p:sp>
      <p:sp>
        <p:nvSpPr>
          <p:cNvPr id="3" name="Date Placeholder 2"/>
          <p:cNvSpPr>
            <a:spLocks noGrp="1"/>
          </p:cNvSpPr>
          <p:nvPr>
            <p:ph type="dt" sz="half" idx="10"/>
          </p:nvPr>
        </p:nvSpPr>
        <p:spPr>
          <a:xfrm>
            <a:off x="0" y="6552000"/>
            <a:ext cx="1440000" cy="216000"/>
          </a:xfrm>
          <a:prstGeom prst="rect">
            <a:avLst/>
          </a:prstGeom>
        </p:spPr>
        <p:txBody>
          <a:bodyPr/>
          <a:lstStyle/>
          <a:p>
            <a:endParaRPr lang="en-US" dirty="0"/>
          </a:p>
        </p:txBody>
      </p:sp>
      <p:sp>
        <p:nvSpPr>
          <p:cNvPr id="4" name="Footer Placeholder 3"/>
          <p:cNvSpPr>
            <a:spLocks noGrp="1"/>
          </p:cNvSpPr>
          <p:nvPr>
            <p:ph type="ftr" sz="quarter" idx="11"/>
          </p:nvPr>
        </p:nvSpPr>
        <p:spPr/>
        <p:txBody>
          <a:bodyPr/>
          <a:lstStyle/>
          <a:p>
            <a:r>
              <a:rPr lang="en-US"/>
              <a:t>Copyright © 2022 SystemEXE,Inc All Rights Reserved.</a:t>
            </a:r>
            <a:endParaRPr lang="en-US" dirty="0"/>
          </a:p>
        </p:txBody>
      </p:sp>
      <p:sp>
        <p:nvSpPr>
          <p:cNvPr id="5" name="Slide Number Placeholder 4"/>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6" name="直線コネクタ 5">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77887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セクション見出し_1">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endParaRPr lang="en-US" dirty="0"/>
          </a:p>
        </p:txBody>
      </p:sp>
      <p:sp>
        <p:nvSpPr>
          <p:cNvPr id="5" name="Footer Placeholder 4"/>
          <p:cNvSpPr>
            <a:spLocks noGrp="1"/>
          </p:cNvSpPr>
          <p:nvPr>
            <p:ph type="ftr" sz="quarter" idx="11"/>
          </p:nvPr>
        </p:nvSpPr>
        <p:spPr/>
        <p:txBody>
          <a:bodyPr/>
          <a:lstStyle/>
          <a:p>
            <a:r>
              <a:rPr lang="en-US"/>
              <a:t>Copyright © 2022 SystemEXE,Inc All Rights Reserved.</a:t>
            </a:r>
            <a:endParaRPr lang="en-US" dirty="0"/>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dirty="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sp>
        <p:nvSpPr>
          <p:cNvPr id="21" name="正方形/長方形 20">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23"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dirty="0">
                <a:solidFill>
                  <a:schemeClr val="bg1"/>
                </a:solidFill>
                <a:latin typeface="Yu Gothic" panose="020B0400000000000000" pitchFamily="34" charset="-128"/>
                <a:ea typeface="Yu Gothic" panose="020B0400000000000000" pitchFamily="34" charset="-128"/>
              </a:rPr>
              <a:t>IT</a:t>
            </a:r>
            <a:r>
              <a:rPr lang="ja-JP" altLang="en-US" sz="1000" b="1" dirty="0">
                <a:solidFill>
                  <a:schemeClr val="bg1"/>
                </a:solidFill>
                <a:latin typeface="Yu Gothic" panose="020B0400000000000000" pitchFamily="34" charset="-128"/>
                <a:ea typeface="Yu Gothic" panose="020B0400000000000000" pitchFamily="34" charset="-128"/>
              </a:rPr>
              <a:t>で豊かな未来を創る</a:t>
            </a:r>
          </a:p>
        </p:txBody>
      </p:sp>
      <p:pic>
        <p:nvPicPr>
          <p:cNvPr id="24" name="図 23">
            <a:extLst>
              <a:ext uri="{FF2B5EF4-FFF2-40B4-BE49-F238E27FC236}">
                <a16:creationId xmlns:a16="http://schemas.microsoft.com/office/drawing/2014/main" id="{F46E3783-8969-F042-AEFB-E6C22717CB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7"/>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dirty="0"/>
              <a:t>マスター タイトルの書式設定</a:t>
            </a:r>
            <a:endParaRPr lang="en-US" dirty="0"/>
          </a:p>
        </p:txBody>
      </p:sp>
    </p:spTree>
    <p:extLst>
      <p:ext uri="{BB962C8B-B14F-4D97-AF65-F5344CB8AC3E}">
        <p14:creationId xmlns:p14="http://schemas.microsoft.com/office/powerpoint/2010/main" val="32883210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セクション見出し_2">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endParaRPr lang="en-US" dirty="0"/>
          </a:p>
        </p:txBody>
      </p:sp>
      <p:sp>
        <p:nvSpPr>
          <p:cNvPr id="5" name="Footer Placeholder 4"/>
          <p:cNvSpPr>
            <a:spLocks noGrp="1"/>
          </p:cNvSpPr>
          <p:nvPr>
            <p:ph type="ftr" sz="quarter" idx="11"/>
          </p:nvPr>
        </p:nvSpPr>
        <p:spPr/>
        <p:txBody>
          <a:bodyPr/>
          <a:lstStyle/>
          <a:p>
            <a:r>
              <a:rPr lang="en-US"/>
              <a:t>Copyright © 2022 SystemEXE,Inc All Rights Reserved.</a:t>
            </a:r>
            <a:endParaRPr lang="en-US" dirty="0"/>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dirty="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055D30C4-CAC8-2E43-8AC9-139C13DA26B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dirty="0"/>
              <a:t>マスター タイトルの書式設定</a:t>
            </a:r>
            <a:endParaRPr lang="en-US" dirty="0"/>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dirty="0">
                <a:solidFill>
                  <a:schemeClr val="bg1"/>
                </a:solidFill>
                <a:latin typeface="Yu Gothic" panose="020B0400000000000000" pitchFamily="34" charset="-128"/>
                <a:ea typeface="Yu Gothic" panose="020B0400000000000000" pitchFamily="34" charset="-128"/>
              </a:rPr>
              <a:t>IT</a:t>
            </a:r>
            <a:r>
              <a:rPr lang="ja-JP" altLang="en-US" sz="1000" b="1" dirty="0">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662858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セクション見出し_3">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endParaRPr lang="en-US" dirty="0"/>
          </a:p>
        </p:txBody>
      </p:sp>
      <p:sp>
        <p:nvSpPr>
          <p:cNvPr id="5" name="Footer Placeholder 4"/>
          <p:cNvSpPr>
            <a:spLocks noGrp="1"/>
          </p:cNvSpPr>
          <p:nvPr>
            <p:ph type="ftr" sz="quarter" idx="11"/>
          </p:nvPr>
        </p:nvSpPr>
        <p:spPr/>
        <p:txBody>
          <a:bodyPr/>
          <a:lstStyle/>
          <a:p>
            <a:r>
              <a:rPr lang="en-US"/>
              <a:t>Copyright © 2022 SystemEXE,Inc All Rights Reserved.</a:t>
            </a:r>
            <a:endParaRPr lang="en-US" dirty="0"/>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dirty="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EFCF8B92-5079-A849-A76B-B3D7BB9532AA}"/>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7909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dirty="0"/>
              <a:t>マスター タイトルの書式設定</a:t>
            </a:r>
            <a:endParaRPr lang="en-US" dirty="0"/>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dirty="0">
                <a:solidFill>
                  <a:schemeClr val="bg1"/>
                </a:solidFill>
                <a:latin typeface="Yu Gothic" panose="020B0400000000000000" pitchFamily="34" charset="-128"/>
                <a:ea typeface="Yu Gothic" panose="020B0400000000000000" pitchFamily="34" charset="-128"/>
              </a:rPr>
              <a:t>IT</a:t>
            </a:r>
            <a:r>
              <a:rPr lang="ja-JP" altLang="en-US" sz="1000" b="1" dirty="0">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561541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セクション見出し_4">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endParaRPr lang="en-US" dirty="0"/>
          </a:p>
        </p:txBody>
      </p:sp>
      <p:sp>
        <p:nvSpPr>
          <p:cNvPr id="5" name="Footer Placeholder 4"/>
          <p:cNvSpPr>
            <a:spLocks noGrp="1"/>
          </p:cNvSpPr>
          <p:nvPr>
            <p:ph type="ftr" sz="quarter" idx="11"/>
          </p:nvPr>
        </p:nvSpPr>
        <p:spPr/>
        <p:txBody>
          <a:bodyPr/>
          <a:lstStyle/>
          <a:p>
            <a:r>
              <a:rPr lang="en-US"/>
              <a:t>Copyright © 2022 SystemEXE,Inc All Rights Reserved.</a:t>
            </a:r>
            <a:endParaRPr lang="en-US" dirty="0"/>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dirty="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7D795D9-D515-7943-A185-DDAE04C1D38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4"/>
            <a:ext cx="37592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dirty="0"/>
              <a:t>マスター タイトルの書式設定</a:t>
            </a:r>
            <a:endParaRPr lang="en-US" dirty="0"/>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dirty="0">
                <a:solidFill>
                  <a:schemeClr val="bg1"/>
                </a:solidFill>
                <a:latin typeface="Yu Gothic" panose="020B0400000000000000" pitchFamily="34" charset="-128"/>
                <a:ea typeface="Yu Gothic" panose="020B0400000000000000" pitchFamily="34" charset="-128"/>
              </a:rPr>
              <a:t>IT</a:t>
            </a:r>
            <a:r>
              <a:rPr lang="ja-JP" altLang="en-US" sz="1000" b="1" dirty="0">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2460363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セクション見出し_5">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endParaRPr lang="en-US" dirty="0"/>
          </a:p>
        </p:txBody>
      </p:sp>
      <p:sp>
        <p:nvSpPr>
          <p:cNvPr id="5" name="Footer Placeholder 4"/>
          <p:cNvSpPr>
            <a:spLocks noGrp="1"/>
          </p:cNvSpPr>
          <p:nvPr>
            <p:ph type="ftr" sz="quarter" idx="11"/>
          </p:nvPr>
        </p:nvSpPr>
        <p:spPr/>
        <p:txBody>
          <a:bodyPr/>
          <a:lstStyle/>
          <a:p>
            <a:r>
              <a:rPr lang="en-US"/>
              <a:t>Copyright © 2022 SystemEXE,Inc All Rights Reserved.</a:t>
            </a:r>
            <a:endParaRPr lang="en-US" dirty="0"/>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dirty="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6EDF2FC6-1D05-234D-BFDB-6C1848F0C40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8290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dirty="0"/>
              <a:t>マスター タイトルの書式設定</a:t>
            </a:r>
            <a:endParaRPr lang="en-US" dirty="0"/>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dirty="0">
                <a:solidFill>
                  <a:schemeClr val="bg1"/>
                </a:solidFill>
                <a:latin typeface="Yu Gothic" panose="020B0400000000000000" pitchFamily="34" charset="-128"/>
                <a:ea typeface="Yu Gothic" panose="020B0400000000000000" pitchFamily="34" charset="-128"/>
              </a:rPr>
              <a:t>IT</a:t>
            </a:r>
            <a:r>
              <a:rPr lang="ja-JP" altLang="en-US" sz="1000" b="1" dirty="0">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31486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セクション見出し_6">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endParaRPr lang="en-US" dirty="0"/>
          </a:p>
        </p:txBody>
      </p:sp>
      <p:sp>
        <p:nvSpPr>
          <p:cNvPr id="5" name="Footer Placeholder 4"/>
          <p:cNvSpPr>
            <a:spLocks noGrp="1"/>
          </p:cNvSpPr>
          <p:nvPr>
            <p:ph type="ftr" sz="quarter" idx="11"/>
          </p:nvPr>
        </p:nvSpPr>
        <p:spPr/>
        <p:txBody>
          <a:bodyPr/>
          <a:lstStyle/>
          <a:p>
            <a:r>
              <a:rPr lang="en-US"/>
              <a:t>Copyright © 2022 SystemEXE,Inc All Rights Reserved.</a:t>
            </a:r>
            <a:endParaRPr lang="en-US" dirty="0"/>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dirty="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A88F7372-C6AD-A745-ADD5-0755C27AAF7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dirty="0"/>
              <a:t>マスター タイトルの書式設定</a:t>
            </a:r>
            <a:endParaRPr lang="en-US" dirty="0"/>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dirty="0">
                <a:solidFill>
                  <a:schemeClr val="bg1"/>
                </a:solidFill>
                <a:latin typeface="Yu Gothic" panose="020B0400000000000000" pitchFamily="34" charset="-128"/>
                <a:ea typeface="Yu Gothic" panose="020B0400000000000000" pitchFamily="34" charset="-128"/>
              </a:rPr>
              <a:t>IT</a:t>
            </a:r>
            <a:r>
              <a:rPr lang="ja-JP" altLang="en-US" sz="1000" b="1" dirty="0">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283270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セクション見出し_7">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endParaRPr lang="en-US" dirty="0"/>
          </a:p>
        </p:txBody>
      </p:sp>
      <p:sp>
        <p:nvSpPr>
          <p:cNvPr id="5" name="Footer Placeholder 4"/>
          <p:cNvSpPr>
            <a:spLocks noGrp="1"/>
          </p:cNvSpPr>
          <p:nvPr>
            <p:ph type="ftr" sz="quarter" idx="11"/>
          </p:nvPr>
        </p:nvSpPr>
        <p:spPr/>
        <p:txBody>
          <a:bodyPr/>
          <a:lstStyle/>
          <a:p>
            <a:r>
              <a:rPr lang="en-US"/>
              <a:t>Copyright © 2022 SystemEXE,Inc All Rights Reserved.</a:t>
            </a:r>
            <a:endParaRPr lang="en-US" dirty="0"/>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dirty="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5B467C42-11F0-014D-BB0B-3726E4832A4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dirty="0"/>
              <a:t>マスター タイトルの書式設定</a:t>
            </a:r>
            <a:endParaRPr lang="en-US" dirty="0"/>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dirty="0">
                <a:solidFill>
                  <a:schemeClr val="bg1"/>
                </a:solidFill>
                <a:latin typeface="Yu Gothic" panose="020B0400000000000000" pitchFamily="34" charset="-128"/>
                <a:ea typeface="Yu Gothic" panose="020B0400000000000000" pitchFamily="34" charset="-128"/>
              </a:rPr>
              <a:t>IT</a:t>
            </a:r>
            <a:r>
              <a:rPr lang="ja-JP" altLang="en-US" sz="1000" b="1" dirty="0">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9743180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セクション見出し_8">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endParaRPr lang="en-US" dirty="0"/>
          </a:p>
        </p:txBody>
      </p:sp>
      <p:sp>
        <p:nvSpPr>
          <p:cNvPr id="5" name="Footer Placeholder 4"/>
          <p:cNvSpPr>
            <a:spLocks noGrp="1"/>
          </p:cNvSpPr>
          <p:nvPr>
            <p:ph type="ftr" sz="quarter" idx="11"/>
          </p:nvPr>
        </p:nvSpPr>
        <p:spPr/>
        <p:txBody>
          <a:bodyPr/>
          <a:lstStyle/>
          <a:p>
            <a:r>
              <a:rPr lang="en-US"/>
              <a:t>Copyright © 2022 SystemEXE,Inc All Rights Reserved.</a:t>
            </a:r>
            <a:endParaRPr lang="en-US" dirty="0"/>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dirty="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62F1E800-89BC-AC4A-B7B7-9C3612421E2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77825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dirty="0"/>
              <a:t>マスター タイトルの書式設定</a:t>
            </a:r>
            <a:endParaRPr lang="en-US" dirty="0"/>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dirty="0">
                <a:solidFill>
                  <a:schemeClr val="bg1"/>
                </a:solidFill>
                <a:latin typeface="Yu Gothic" panose="020B0400000000000000" pitchFamily="34" charset="-128"/>
                <a:ea typeface="Yu Gothic" panose="020B0400000000000000" pitchFamily="34" charset="-128"/>
              </a:rPr>
              <a:t>IT</a:t>
            </a:r>
            <a:r>
              <a:rPr lang="ja-JP" altLang="en-US" sz="1000" b="1" dirty="0">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0130264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セクション見出し_9">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endParaRPr lang="en-US" dirty="0"/>
          </a:p>
        </p:txBody>
      </p:sp>
      <p:sp>
        <p:nvSpPr>
          <p:cNvPr id="5" name="Footer Placeholder 4"/>
          <p:cNvSpPr>
            <a:spLocks noGrp="1"/>
          </p:cNvSpPr>
          <p:nvPr>
            <p:ph type="ftr" sz="quarter" idx="11"/>
          </p:nvPr>
        </p:nvSpPr>
        <p:spPr/>
        <p:txBody>
          <a:bodyPr/>
          <a:lstStyle/>
          <a:p>
            <a:r>
              <a:rPr lang="en-US"/>
              <a:t>Copyright © 2022 SystemEXE,Inc All Rights Reserved.</a:t>
            </a:r>
            <a:endParaRPr lang="en-US" dirty="0"/>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dirty="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123C138A-4F38-464A-8513-3908AEB3E066}"/>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dirty="0"/>
              <a:t>マスター タイトルの書式設定</a:t>
            </a:r>
            <a:endParaRPr lang="en-US" dirty="0"/>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dirty="0">
                <a:solidFill>
                  <a:schemeClr val="bg1"/>
                </a:solidFill>
                <a:latin typeface="Yu Gothic" panose="020B0400000000000000" pitchFamily="34" charset="-128"/>
                <a:ea typeface="Yu Gothic" panose="020B0400000000000000" pitchFamily="34" charset="-128"/>
              </a:rPr>
              <a:t>IT</a:t>
            </a:r>
            <a:r>
              <a:rPr lang="ja-JP" altLang="en-US" sz="1000" b="1" dirty="0">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375405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セクション見出し_10">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endParaRPr lang="en-US" dirty="0"/>
          </a:p>
        </p:txBody>
      </p:sp>
      <p:sp>
        <p:nvSpPr>
          <p:cNvPr id="5" name="Footer Placeholder 4"/>
          <p:cNvSpPr>
            <a:spLocks noGrp="1"/>
          </p:cNvSpPr>
          <p:nvPr>
            <p:ph type="ftr" sz="quarter" idx="11"/>
          </p:nvPr>
        </p:nvSpPr>
        <p:spPr/>
        <p:txBody>
          <a:bodyPr/>
          <a:lstStyle/>
          <a:p>
            <a:r>
              <a:rPr lang="en-US"/>
              <a:t>Copyright © 2022 SystemEXE,Inc All Rights Reserved.</a:t>
            </a:r>
            <a:endParaRPr lang="en-US" dirty="0"/>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dirty="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372B925-BE4F-654A-B108-6CD7680708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dirty="0"/>
              <a:t>マスター タイトルの書式設定</a:t>
            </a:r>
            <a:endParaRPr lang="en-US" dirty="0"/>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dirty="0">
                <a:solidFill>
                  <a:schemeClr val="bg1"/>
                </a:solidFill>
                <a:latin typeface="Yu Gothic" panose="020B0400000000000000" pitchFamily="34" charset="-128"/>
                <a:ea typeface="Yu Gothic" panose="020B0400000000000000" pitchFamily="34" charset="-128"/>
              </a:rPr>
              <a:t>IT</a:t>
            </a:r>
            <a:r>
              <a:rPr lang="ja-JP" altLang="en-US" sz="1000" b="1" dirty="0">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0097723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6000" y="180000"/>
            <a:ext cx="11041200" cy="504000"/>
          </a:xfrm>
          <a:prstGeom prst="rect">
            <a:avLst/>
          </a:prstGeom>
        </p:spPr>
        <p:txBody>
          <a:bodyPr vert="horz" wrap="none" lIns="91440" tIns="45720" rIns="91440" bIns="45720" rtlCol="0" anchor="ctr">
            <a:noAutofit/>
          </a:bodyPr>
          <a:lstStyle/>
          <a:p>
            <a:r>
              <a:rPr lang="ja-JP" altLang="en-US" dirty="0"/>
              <a:t>マスター タイトルの書式設定</a:t>
            </a:r>
            <a:endParaRPr lang="en-US" dirty="0"/>
          </a:p>
        </p:txBody>
      </p:sp>
      <p:sp>
        <p:nvSpPr>
          <p:cNvPr id="3" name="Text Placeholder 2"/>
          <p:cNvSpPr>
            <a:spLocks noGrp="1"/>
          </p:cNvSpPr>
          <p:nvPr>
            <p:ph type="body" idx="1"/>
          </p:nvPr>
        </p:nvSpPr>
        <p:spPr>
          <a:xfrm>
            <a:off x="576000" y="936000"/>
            <a:ext cx="11041200" cy="5328000"/>
          </a:xfrm>
          <a:prstGeom prst="rect">
            <a:avLst/>
          </a:prstGeom>
        </p:spPr>
        <p:txBody>
          <a:bodyPr vert="horz" lIns="91440" tIns="45720" rIns="91440" bIns="45720" rtlCol="0">
            <a:normAutofit/>
          </a:bodyPr>
          <a:lstStyle/>
          <a:p>
            <a:pPr lvl="0"/>
            <a:r>
              <a:rPr lang="ja-JP" altLang="en-US" dirty="0"/>
              <a:t>マスター テキストの書式設定</a:t>
            </a:r>
          </a:p>
        </p:txBody>
      </p:sp>
      <p:sp>
        <p:nvSpPr>
          <p:cNvPr id="7" name="Shape 20">
            <a:extLst>
              <a:ext uri="{FF2B5EF4-FFF2-40B4-BE49-F238E27FC236}">
                <a16:creationId xmlns:a16="http://schemas.microsoft.com/office/drawing/2014/main" id="{31B2DB08-A49E-1A4A-90DB-D7A431943820}"/>
              </a:ext>
            </a:extLst>
          </p:cNvPr>
          <p:cNvSpPr/>
          <p:nvPr userDrawn="1"/>
        </p:nvSpPr>
        <p:spPr>
          <a:xfrm>
            <a:off x="0" y="6493898"/>
            <a:ext cx="12193200" cy="360000"/>
          </a:xfrm>
          <a:prstGeom prst="rect">
            <a:avLst/>
          </a:prstGeom>
          <a:solidFill>
            <a:srgbClr val="4B4B4B"/>
          </a:solidFill>
          <a:ln w="12700">
            <a:noFill/>
            <a:miter lim="400000"/>
          </a:ln>
          <a:effectLst>
            <a:outerShdw sx="1000" sy="1000" algn="ctr" rotWithShape="0">
              <a:prstClr val="black"/>
            </a:outerShdw>
          </a:effectLst>
        </p:spPr>
        <p:txBody>
          <a:bodyPr lIns="0" tIns="0" rIns="0" bIns="0"/>
          <a:lstStyle>
            <a:lvl1pPr defTabSz="2177277">
              <a:spcBef>
                <a:spcPts val="400"/>
              </a:spcBef>
              <a:defRPr>
                <a:solidFill>
                  <a:srgbClr val="FFFFFF"/>
                </a:solidFill>
                <a:latin typeface="Calibri"/>
                <a:ea typeface="Calibri"/>
                <a:cs typeface="Calibri"/>
                <a:sym typeface="Calibri"/>
              </a:defRPr>
            </a:lvl1pPr>
            <a:lvl2pPr indent="1088448" defTabSz="2177277">
              <a:spcBef>
                <a:spcPts val="400"/>
              </a:spcBef>
              <a:defRPr>
                <a:solidFill>
                  <a:srgbClr val="FFFFFF"/>
                </a:solidFill>
                <a:latin typeface="Calibri"/>
                <a:ea typeface="Calibri"/>
                <a:cs typeface="Calibri"/>
                <a:sym typeface="Calibri"/>
              </a:defRPr>
            </a:lvl2pPr>
            <a:lvl3pPr indent="2176894" defTabSz="2177277">
              <a:spcBef>
                <a:spcPts val="400"/>
              </a:spcBef>
              <a:defRPr>
                <a:solidFill>
                  <a:srgbClr val="FFFFFF"/>
                </a:solidFill>
                <a:latin typeface="Calibri"/>
                <a:ea typeface="Calibri"/>
                <a:cs typeface="Calibri"/>
                <a:sym typeface="Calibri"/>
              </a:defRPr>
            </a:lvl3pPr>
            <a:lvl4pPr indent="3265342" defTabSz="2177277">
              <a:spcBef>
                <a:spcPts val="400"/>
              </a:spcBef>
              <a:defRPr>
                <a:solidFill>
                  <a:srgbClr val="FFFFFF"/>
                </a:solidFill>
                <a:latin typeface="Calibri"/>
                <a:ea typeface="Calibri"/>
                <a:cs typeface="Calibri"/>
                <a:sym typeface="Calibri"/>
              </a:defRPr>
            </a:lvl4pPr>
            <a:lvl5pPr indent="4353788" defTabSz="2177277">
              <a:spcBef>
                <a:spcPts val="400"/>
              </a:spcBef>
              <a:defRPr>
                <a:solidFill>
                  <a:srgbClr val="FFFFFF"/>
                </a:solidFill>
                <a:latin typeface="Calibri"/>
                <a:ea typeface="Calibri"/>
                <a:cs typeface="Calibri"/>
                <a:sym typeface="Calibri"/>
              </a:defRPr>
            </a:lvl5pPr>
            <a:lvl6pPr indent="5442237" defTabSz="2177277">
              <a:spcBef>
                <a:spcPts val="400"/>
              </a:spcBef>
              <a:defRPr>
                <a:solidFill>
                  <a:srgbClr val="FFFFFF"/>
                </a:solidFill>
                <a:latin typeface="Calibri"/>
                <a:ea typeface="Calibri"/>
                <a:cs typeface="Calibri"/>
                <a:sym typeface="Calibri"/>
              </a:defRPr>
            </a:lvl6pPr>
            <a:lvl7pPr indent="6530682" defTabSz="2177277">
              <a:spcBef>
                <a:spcPts val="400"/>
              </a:spcBef>
              <a:defRPr>
                <a:solidFill>
                  <a:srgbClr val="FFFFFF"/>
                </a:solidFill>
                <a:latin typeface="Calibri"/>
                <a:ea typeface="Calibri"/>
                <a:cs typeface="Calibri"/>
                <a:sym typeface="Calibri"/>
              </a:defRPr>
            </a:lvl7pPr>
            <a:lvl8pPr indent="7619128" defTabSz="2177277">
              <a:spcBef>
                <a:spcPts val="400"/>
              </a:spcBef>
              <a:defRPr>
                <a:solidFill>
                  <a:srgbClr val="FFFFFF"/>
                </a:solidFill>
                <a:latin typeface="Calibri"/>
                <a:ea typeface="Calibri"/>
                <a:cs typeface="Calibri"/>
                <a:sym typeface="Calibri"/>
              </a:defRPr>
            </a:lvl8pPr>
            <a:lvl9pPr indent="8707577" defTabSz="2177277">
              <a:spcBef>
                <a:spcPts val="400"/>
              </a:spcBef>
              <a:defRPr>
                <a:solidFill>
                  <a:srgbClr val="FFFFFF"/>
                </a:solidFill>
                <a:latin typeface="Calibri"/>
                <a:ea typeface="Calibri"/>
                <a:cs typeface="Calibri"/>
                <a:sym typeface="Calibri"/>
              </a:defRPr>
            </a:lvl9pPr>
          </a:lstStyle>
          <a:p>
            <a:pPr lvl="0" algn="ctr" defTabSz="884127">
              <a:spcBef>
                <a:spcPts val="0"/>
              </a:spcBef>
              <a:defRPr sz="4300">
                <a:solidFill>
                  <a:srgbClr val="000000"/>
                </a:solidFill>
              </a:defRPr>
            </a:pPr>
            <a:endParaRPr sz="1747" dirty="0">
              <a:solidFill>
                <a:schemeClr val="bg1"/>
              </a:solidFill>
            </a:endParaRPr>
          </a:p>
        </p:txBody>
      </p:sp>
      <p:cxnSp>
        <p:nvCxnSpPr>
          <p:cNvPr id="8" name="直線コネクタ 7">
            <a:extLst>
              <a:ext uri="{FF2B5EF4-FFF2-40B4-BE49-F238E27FC236}">
                <a16:creationId xmlns:a16="http://schemas.microsoft.com/office/drawing/2014/main" id="{7D91C2AF-B556-A24B-9BE1-1CF44516E0D0}"/>
              </a:ext>
            </a:extLst>
          </p:cNvPr>
          <p:cNvCxnSpPr>
            <a:cxnSpLocks/>
          </p:cNvCxnSpPr>
          <p:nvPr userDrawn="1"/>
        </p:nvCxnSpPr>
        <p:spPr>
          <a:xfrm>
            <a:off x="0" y="6498000"/>
            <a:ext cx="12192000" cy="0"/>
          </a:xfrm>
          <a:prstGeom prst="line">
            <a:avLst/>
          </a:prstGeom>
          <a:ln w="34925">
            <a:solidFill>
              <a:srgbClr val="9A3B5D"/>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E320A192-F81A-DE46-BFE4-F9AFCC5612A5}"/>
              </a:ext>
            </a:extLst>
          </p:cNvPr>
          <p:cNvCxnSpPr>
            <a:cxnSpLocks/>
          </p:cNvCxnSpPr>
          <p:nvPr userDrawn="1"/>
        </p:nvCxnSpPr>
        <p:spPr>
          <a:xfrm>
            <a:off x="0" y="0"/>
            <a:ext cx="12192000" cy="0"/>
          </a:xfrm>
          <a:prstGeom prst="line">
            <a:avLst/>
          </a:prstGeom>
          <a:ln w="25400">
            <a:solidFill>
              <a:srgbClr val="9A3B5D"/>
            </a:solidFill>
          </a:ln>
        </p:spPr>
        <p:style>
          <a:lnRef idx="1">
            <a:schemeClr val="accent1"/>
          </a:lnRef>
          <a:fillRef idx="0">
            <a:schemeClr val="accent1"/>
          </a:fillRef>
          <a:effectRef idx="0">
            <a:schemeClr val="accent1"/>
          </a:effectRef>
          <a:fontRef idx="minor">
            <a:schemeClr val="tx1"/>
          </a:fontRef>
        </p:style>
      </p:cxnSp>
      <p:pic>
        <p:nvPicPr>
          <p:cNvPr id="10" name="Picture 17" descr="C:\Documents and Settings\sysexe\デスクトップ\SystemEXEロゴ_120329\SystemEXEロゴ_印刷用.png">
            <a:extLst>
              <a:ext uri="{FF2B5EF4-FFF2-40B4-BE49-F238E27FC236}">
                <a16:creationId xmlns:a16="http://schemas.microsoft.com/office/drawing/2014/main" id="{1919A988-D9C7-F241-86D5-3FF4C05E34A4}"/>
              </a:ext>
            </a:extLst>
          </p:cNvPr>
          <p:cNvPicPr>
            <a:picLocks noChangeAspect="1" noChangeArrowheads="1"/>
          </p:cNvPicPr>
          <p:nvPr userDrawn="1"/>
        </p:nvPicPr>
        <p:blipFill rotWithShape="1">
          <a:blip r:embed="rId15" cstate="screen">
            <a:alphaModFix amt="50000"/>
            <a:extLst>
              <a:ext uri="{28A0092B-C50C-407E-A947-70E740481C1C}">
                <a14:useLocalDpi xmlns:a14="http://schemas.microsoft.com/office/drawing/2010/main"/>
              </a:ext>
            </a:extLst>
          </a:blip>
          <a:srcRect/>
          <a:stretch/>
        </p:blipFill>
        <p:spPr bwMode="auto">
          <a:xfrm>
            <a:off x="11812450" y="99099"/>
            <a:ext cx="355685" cy="196135"/>
          </a:xfrm>
          <a:prstGeom prst="rect">
            <a:avLst/>
          </a:prstGeom>
          <a:noFill/>
        </p:spPr>
      </p:pic>
      <p:sp>
        <p:nvSpPr>
          <p:cNvPr id="4" name="Date Placeholder 3"/>
          <p:cNvSpPr>
            <a:spLocks noGrp="1"/>
          </p:cNvSpPr>
          <p:nvPr>
            <p:ph type="dt" sz="half" idx="2"/>
          </p:nvPr>
        </p:nvSpPr>
        <p:spPr>
          <a:xfrm>
            <a:off x="0" y="6552000"/>
            <a:ext cx="1440000" cy="216000"/>
          </a:xfrm>
          <a:prstGeom prst="rect">
            <a:avLst/>
          </a:prstGeom>
        </p:spPr>
        <p:txBody>
          <a:bodyPr vert="horz" lIns="91440" tIns="45720" rIns="91440" bIns="45720" rtlCol="0" anchor="ctr"/>
          <a:lstStyle>
            <a:lvl1pPr algn="l">
              <a:defRPr sz="1200">
                <a:solidFill>
                  <a:schemeClr val="bg1"/>
                </a:solidFill>
                <a:latin typeface="游ゴシック" panose="020B0400000000000000" pitchFamily="50" charset="-128"/>
                <a:ea typeface="游ゴシック" panose="020B0400000000000000" pitchFamily="50" charset="-128"/>
              </a:defRPr>
            </a:lvl1pPr>
          </a:lstStyle>
          <a:p>
            <a:fld id="{12D8B19D-B70E-40EC-821A-447BB2DB0704}" type="datetime1">
              <a:rPr lang="ja-JP" altLang="en-US" smtClean="0"/>
              <a:t>2022/3/22</a:t>
            </a:fld>
            <a:endParaRPr lang="en-US" dirty="0"/>
          </a:p>
        </p:txBody>
      </p:sp>
      <p:sp>
        <p:nvSpPr>
          <p:cNvPr id="5" name="Footer Placeholder 4"/>
          <p:cNvSpPr>
            <a:spLocks noGrp="1"/>
          </p:cNvSpPr>
          <p:nvPr>
            <p:ph type="ftr" sz="quarter" idx="3"/>
          </p:nvPr>
        </p:nvSpPr>
        <p:spPr>
          <a:xfrm>
            <a:off x="3036000" y="6552000"/>
            <a:ext cx="6120000" cy="216000"/>
          </a:xfrm>
          <a:prstGeom prst="rect">
            <a:avLst/>
          </a:prstGeom>
        </p:spPr>
        <p:txBody>
          <a:bodyPr vert="horz" lIns="91440" tIns="45720" rIns="91440" bIns="45720" rtlCol="0" anchor="ctr"/>
          <a:lstStyle>
            <a:lvl1pPr algn="ctr">
              <a:defRPr sz="1200">
                <a:solidFill>
                  <a:schemeClr val="bg1"/>
                </a:solidFill>
                <a:latin typeface="游ゴシック" panose="020B0400000000000000" pitchFamily="50" charset="-128"/>
                <a:ea typeface="游ゴシック" panose="020B0400000000000000" pitchFamily="50" charset="-128"/>
              </a:defRPr>
            </a:lvl1pPr>
          </a:lstStyle>
          <a:p>
            <a:r>
              <a:rPr lang="en-US"/>
              <a:t>Copyright © 2022 SystemEXE,Inc All Rights Reserved.</a:t>
            </a:r>
            <a:endParaRPr lang="en-US" dirty="0"/>
          </a:p>
        </p:txBody>
      </p:sp>
      <p:sp>
        <p:nvSpPr>
          <p:cNvPr id="6" name="Slide Number Placeholder 5"/>
          <p:cNvSpPr>
            <a:spLocks noGrp="1"/>
          </p:cNvSpPr>
          <p:nvPr>
            <p:ph type="sldNum" sz="quarter" idx="4"/>
          </p:nvPr>
        </p:nvSpPr>
        <p:spPr>
          <a:xfrm>
            <a:off x="10752000" y="6552000"/>
            <a:ext cx="1440000" cy="216000"/>
          </a:xfrm>
          <a:prstGeom prst="rect">
            <a:avLst/>
          </a:prstGeom>
        </p:spPr>
        <p:txBody>
          <a:bodyPr vert="horz" lIns="91440" tIns="45720" rIns="91440" bIns="45720" rtlCol="0" anchor="ctr"/>
          <a:lstStyle>
            <a:lvl1pPr algn="r">
              <a:defRPr sz="1200">
                <a:solidFill>
                  <a:schemeClr val="bg1"/>
                </a:solidFill>
                <a:latin typeface="游ゴシック" panose="020B0400000000000000" pitchFamily="50" charset="-128"/>
                <a:ea typeface="游ゴシック" panose="020B0400000000000000" pitchFamily="50" charset="-128"/>
              </a:defRPr>
            </a:lvl1pPr>
          </a:lstStyle>
          <a:p>
            <a:fld id="{26CA5134-5AAC-D342-B763-43605FECB385}" type="slidenum">
              <a:rPr kumimoji="1" lang="ja-JP" altLang="en-US" smtClean="0"/>
              <a:pPr/>
              <a:t>‹#›</a:t>
            </a:fld>
            <a:endParaRPr kumimoji="1" lang="ja-JP" altLang="en-US" sz="533" dirty="0"/>
          </a:p>
        </p:txBody>
      </p:sp>
    </p:spTree>
    <p:extLst>
      <p:ext uri="{BB962C8B-B14F-4D97-AF65-F5344CB8AC3E}">
        <p14:creationId xmlns:p14="http://schemas.microsoft.com/office/powerpoint/2010/main" val="428617888"/>
      </p:ext>
    </p:extLst>
  </p:cSld>
  <p:clrMap bg1="lt1" tx1="dk1" bg2="lt2" tx2="dk2" accent1="accent1" accent2="accent2" accent3="accent3" accent4="accent4" accent5="accent5" accent6="accent6" hlink="hlink" folHlink="folHlink"/>
  <p:sldLayoutIdLst>
    <p:sldLayoutId id="2147483782" r:id="rId1"/>
    <p:sldLayoutId id="2147483772" r:id="rId2"/>
    <p:sldLayoutId id="2147483776" r:id="rId3"/>
    <p:sldLayoutId id="2147483797" r:id="rId4"/>
    <p:sldLayoutId id="2147483798" r:id="rId5"/>
    <p:sldLayoutId id="2147483799" r:id="rId6"/>
    <p:sldLayoutId id="2147483800" r:id="rId7"/>
    <p:sldLayoutId id="2147483801" r:id="rId8"/>
    <p:sldLayoutId id="2147483802" r:id="rId9"/>
    <p:sldLayoutId id="2147483803" r:id="rId10"/>
    <p:sldLayoutId id="2147483804" r:id="rId11"/>
    <p:sldLayoutId id="2147483805" r:id="rId12"/>
    <p:sldLayoutId id="2147483756" r:id="rId13"/>
  </p:sldLayoutIdLst>
  <p:hf hdr="0" dt="0"/>
  <p:txStyles>
    <p:titleStyle>
      <a:lvl1pPr algn="l" defTabSz="914400" rtl="0" eaLnBrk="1" latinLnBrk="0" hangingPunct="1">
        <a:lnSpc>
          <a:spcPct val="100000"/>
        </a:lnSpc>
        <a:spcBef>
          <a:spcPct val="0"/>
        </a:spcBef>
        <a:buNone/>
        <a:defRPr kumimoji="1" sz="2400" b="0" kern="1200">
          <a:solidFill>
            <a:srgbClr val="9A3B5D"/>
          </a:solidFill>
          <a:latin typeface="游ゴシック" panose="020B0400000000000000" pitchFamily="50" charset="-128"/>
          <a:ea typeface="游ゴシック" panose="020B0400000000000000" pitchFamily="50" charset="-128"/>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B0226820-D42F-434F-A96A-10AA48B6ED9F}"/>
              </a:ext>
            </a:extLst>
          </p:cNvPr>
          <p:cNvSpPr>
            <a:spLocks noGrp="1"/>
          </p:cNvSpPr>
          <p:nvPr>
            <p:ph type="ftr" sz="quarter" idx="11"/>
          </p:nvPr>
        </p:nvSpPr>
        <p:spPr/>
        <p:txBody>
          <a:bodyPr/>
          <a:lstStyle/>
          <a:p>
            <a:r>
              <a:rPr lang="en-US"/>
              <a:t>Copyright © 2022 SystemEXE,Inc All Rights Reserved.</a:t>
            </a:r>
            <a:endParaRPr lang="en-US" dirty="0"/>
          </a:p>
        </p:txBody>
      </p:sp>
      <p:sp>
        <p:nvSpPr>
          <p:cNvPr id="3" name="タイトル 2">
            <a:extLst>
              <a:ext uri="{FF2B5EF4-FFF2-40B4-BE49-F238E27FC236}">
                <a16:creationId xmlns:a16="http://schemas.microsoft.com/office/drawing/2014/main" id="{00DA55AE-83AD-428F-B0F5-652396FD4F68}"/>
              </a:ext>
            </a:extLst>
          </p:cNvPr>
          <p:cNvSpPr>
            <a:spLocks noGrp="1"/>
          </p:cNvSpPr>
          <p:nvPr>
            <p:ph type="ctrTitle"/>
          </p:nvPr>
        </p:nvSpPr>
        <p:spPr/>
        <p:txBody>
          <a:bodyPr/>
          <a:lstStyle/>
          <a:p>
            <a:r>
              <a:rPr kumimoji="1" lang="ja-JP" altLang="en-US" dirty="0">
                <a:latin typeface="+mn-ea"/>
                <a:ea typeface="+mn-ea"/>
              </a:rPr>
              <a:t>定例会</a:t>
            </a:r>
          </a:p>
        </p:txBody>
      </p:sp>
      <p:sp>
        <p:nvSpPr>
          <p:cNvPr id="4" name="字幕 3">
            <a:extLst>
              <a:ext uri="{FF2B5EF4-FFF2-40B4-BE49-F238E27FC236}">
                <a16:creationId xmlns:a16="http://schemas.microsoft.com/office/drawing/2014/main" id="{6B5316FC-BC3F-4413-A3D5-79054102DAB0}"/>
              </a:ext>
            </a:extLst>
          </p:cNvPr>
          <p:cNvSpPr>
            <a:spLocks noGrp="1"/>
          </p:cNvSpPr>
          <p:nvPr>
            <p:ph type="subTitle" idx="1"/>
          </p:nvPr>
        </p:nvSpPr>
        <p:spPr/>
        <p:txBody>
          <a:bodyPr/>
          <a:lstStyle/>
          <a:p>
            <a:r>
              <a:rPr kumimoji="1" lang="ja-JP" altLang="en-US" dirty="0">
                <a:latin typeface="+mn-ea"/>
                <a:ea typeface="+mn-ea"/>
              </a:rPr>
              <a:t>次世代</a:t>
            </a:r>
            <a:r>
              <a:rPr kumimoji="1" lang="en-US" altLang="ja-JP" dirty="0">
                <a:latin typeface="+mn-ea"/>
                <a:ea typeface="+mn-ea"/>
              </a:rPr>
              <a:t>KOMTRAX R1.2 </a:t>
            </a:r>
            <a:r>
              <a:rPr kumimoji="1" lang="ja-JP" altLang="en-US" dirty="0">
                <a:latin typeface="+mn-ea"/>
                <a:ea typeface="+mn-ea"/>
              </a:rPr>
              <a:t>ビジネスアプリ対応</a:t>
            </a:r>
          </a:p>
        </p:txBody>
      </p:sp>
      <p:sp>
        <p:nvSpPr>
          <p:cNvPr id="5" name="テキスト プレースホルダー 4">
            <a:extLst>
              <a:ext uri="{FF2B5EF4-FFF2-40B4-BE49-F238E27FC236}">
                <a16:creationId xmlns:a16="http://schemas.microsoft.com/office/drawing/2014/main" id="{9C4D3CE1-E0E2-4407-A25B-16419730693E}"/>
              </a:ext>
            </a:extLst>
          </p:cNvPr>
          <p:cNvSpPr>
            <a:spLocks noGrp="1"/>
          </p:cNvSpPr>
          <p:nvPr>
            <p:ph type="body" sz="quarter" idx="13"/>
          </p:nvPr>
        </p:nvSpPr>
        <p:spPr>
          <a:xfrm>
            <a:off x="9407999" y="3552000"/>
            <a:ext cx="2688000" cy="401164"/>
          </a:xfrm>
        </p:spPr>
        <p:txBody>
          <a:bodyPr/>
          <a:lstStyle/>
          <a:p>
            <a:r>
              <a:rPr kumimoji="1" lang="en-US" altLang="ja-JP" sz="1400" dirty="0">
                <a:latin typeface="+mn-ea"/>
                <a:ea typeface="+mn-ea"/>
              </a:rPr>
              <a:t>2022/3/22</a:t>
            </a:r>
            <a:endParaRPr kumimoji="1" lang="ja-JP" altLang="en-US" sz="1400" dirty="0">
              <a:latin typeface="+mn-ea"/>
              <a:ea typeface="+mn-ea"/>
            </a:endParaRPr>
          </a:p>
        </p:txBody>
      </p:sp>
      <p:sp>
        <p:nvSpPr>
          <p:cNvPr id="6" name="テキスト プレースホルダー 5">
            <a:extLst>
              <a:ext uri="{FF2B5EF4-FFF2-40B4-BE49-F238E27FC236}">
                <a16:creationId xmlns:a16="http://schemas.microsoft.com/office/drawing/2014/main" id="{3F277973-68CE-4467-A97A-B565309973B4}"/>
              </a:ext>
            </a:extLst>
          </p:cNvPr>
          <p:cNvSpPr>
            <a:spLocks noGrp="1"/>
          </p:cNvSpPr>
          <p:nvPr>
            <p:ph type="body" sz="quarter" idx="14"/>
          </p:nvPr>
        </p:nvSpPr>
        <p:spPr/>
        <p:txBody>
          <a:bodyPr/>
          <a:lstStyle/>
          <a:p>
            <a:r>
              <a:rPr kumimoji="1" lang="ja-JP" altLang="en-US" dirty="0">
                <a:latin typeface="+mn-ea"/>
                <a:ea typeface="+mn-ea"/>
              </a:rPr>
              <a:t>株式会社小松製作所 御中</a:t>
            </a:r>
          </a:p>
        </p:txBody>
      </p:sp>
    </p:spTree>
    <p:extLst>
      <p:ext uri="{BB962C8B-B14F-4D97-AF65-F5344CB8AC3E}">
        <p14:creationId xmlns:p14="http://schemas.microsoft.com/office/powerpoint/2010/main" val="28971918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E6B0F6B-6C3A-4D56-8446-740470E15E07}"/>
              </a:ext>
            </a:extLst>
          </p:cNvPr>
          <p:cNvSpPr>
            <a:spLocks noGrp="1"/>
          </p:cNvSpPr>
          <p:nvPr>
            <p:ph type="title"/>
          </p:nvPr>
        </p:nvSpPr>
        <p:spPr/>
        <p:txBody>
          <a:bodyPr/>
          <a:lstStyle/>
          <a:p>
            <a:r>
              <a:rPr kumimoji="1" lang="ja-JP" altLang="en-US" dirty="0"/>
              <a:t>目次</a:t>
            </a:r>
          </a:p>
        </p:txBody>
      </p:sp>
      <p:sp>
        <p:nvSpPr>
          <p:cNvPr id="3" name="フッター プレースホルダー 2">
            <a:extLst>
              <a:ext uri="{FF2B5EF4-FFF2-40B4-BE49-F238E27FC236}">
                <a16:creationId xmlns:a16="http://schemas.microsoft.com/office/drawing/2014/main" id="{EB7AE831-A6FF-4609-B0FD-67067954C7F7}"/>
              </a:ext>
            </a:extLst>
          </p:cNvPr>
          <p:cNvSpPr>
            <a:spLocks noGrp="1"/>
          </p:cNvSpPr>
          <p:nvPr>
            <p:ph type="ftr" sz="quarter" idx="11"/>
          </p:nvPr>
        </p:nvSpPr>
        <p:spPr/>
        <p:txBody>
          <a:bodyPr/>
          <a:lstStyle/>
          <a:p>
            <a:r>
              <a:rPr lang="en-US"/>
              <a:t>Copyright © 2022 SystemEXE,Inc All Rights Reserved.</a:t>
            </a:r>
            <a:endParaRPr lang="en-US" dirty="0"/>
          </a:p>
        </p:txBody>
      </p:sp>
      <p:sp>
        <p:nvSpPr>
          <p:cNvPr id="4" name="スライド番号プレースホルダー 3">
            <a:extLst>
              <a:ext uri="{FF2B5EF4-FFF2-40B4-BE49-F238E27FC236}">
                <a16:creationId xmlns:a16="http://schemas.microsoft.com/office/drawing/2014/main" id="{2ADB89EF-4D96-4BCA-AC64-BE7B40A31AB9}"/>
              </a:ext>
            </a:extLst>
          </p:cNvPr>
          <p:cNvSpPr>
            <a:spLocks noGrp="1"/>
          </p:cNvSpPr>
          <p:nvPr>
            <p:ph type="sldNum" sz="quarter" idx="12"/>
          </p:nvPr>
        </p:nvSpPr>
        <p:spPr/>
        <p:txBody>
          <a:bodyPr/>
          <a:lstStyle/>
          <a:p>
            <a:fld id="{26CA5134-5AAC-D342-B763-43605FECB385}" type="slidenum">
              <a:rPr kumimoji="1" lang="ja-JP" altLang="en-US" smtClean="0"/>
              <a:pPr/>
              <a:t>1</a:t>
            </a:fld>
            <a:endParaRPr kumimoji="1" lang="ja-JP" altLang="en-US" sz="700"/>
          </a:p>
        </p:txBody>
      </p:sp>
      <p:sp>
        <p:nvSpPr>
          <p:cNvPr id="5" name="テキスト プレースホルダー 4">
            <a:extLst>
              <a:ext uri="{FF2B5EF4-FFF2-40B4-BE49-F238E27FC236}">
                <a16:creationId xmlns:a16="http://schemas.microsoft.com/office/drawing/2014/main" id="{1BEC382F-3374-42B7-9F26-F2688BCF92E3}"/>
              </a:ext>
            </a:extLst>
          </p:cNvPr>
          <p:cNvSpPr>
            <a:spLocks noGrp="1"/>
          </p:cNvSpPr>
          <p:nvPr>
            <p:ph type="body" sz="quarter" idx="13"/>
          </p:nvPr>
        </p:nvSpPr>
        <p:spPr/>
        <p:txBody>
          <a:bodyPr/>
          <a:lstStyle/>
          <a:p>
            <a:pPr marL="342900" indent="-342900">
              <a:buFont typeface="+mj-lt"/>
              <a:buAutoNum type="arabicPeriod"/>
            </a:pPr>
            <a:r>
              <a:rPr kumimoji="1" lang="ja-JP" altLang="en-US" b="0" u="none" dirty="0"/>
              <a:t>進捗状況報告</a:t>
            </a:r>
            <a:r>
              <a:rPr kumimoji="1" lang="en-US" altLang="ja-JP" b="0" u="none" dirty="0"/>
              <a:t>(</a:t>
            </a:r>
            <a:r>
              <a:rPr kumimoji="1" lang="ja-JP" altLang="en-US" b="0" u="none" dirty="0"/>
              <a:t>全体</a:t>
            </a:r>
            <a:r>
              <a:rPr kumimoji="1" lang="en-US" altLang="ja-JP" b="0" u="none" dirty="0"/>
              <a:t>)</a:t>
            </a:r>
          </a:p>
          <a:p>
            <a:pPr marL="342900" indent="-342900">
              <a:buFont typeface="+mj-lt"/>
              <a:buAutoNum type="arabicPeriod"/>
            </a:pPr>
            <a:r>
              <a:rPr kumimoji="1" lang="ja-JP" altLang="en-US" b="0" u="none" dirty="0"/>
              <a:t>進捗状況報告</a:t>
            </a:r>
            <a:r>
              <a:rPr kumimoji="1" lang="en-US" altLang="ja-JP" b="0" u="none" dirty="0"/>
              <a:t>(</a:t>
            </a:r>
            <a:r>
              <a:rPr kumimoji="1" lang="ja-JP" altLang="en-US" b="0" u="none" dirty="0"/>
              <a:t>工程別</a:t>
            </a:r>
            <a:r>
              <a:rPr kumimoji="1" lang="en-US" altLang="ja-JP" b="0" u="none" dirty="0"/>
              <a:t>)</a:t>
            </a:r>
          </a:p>
          <a:p>
            <a:pPr marL="519113" lvl="1" indent="-342900">
              <a:buFont typeface="+mj-lt"/>
              <a:buAutoNum type="arabicPeriod"/>
            </a:pPr>
            <a:r>
              <a:rPr kumimoji="1" lang="ja-JP" altLang="en-US" dirty="0"/>
              <a:t>基本設計</a:t>
            </a:r>
          </a:p>
          <a:p>
            <a:pPr marL="342900" indent="-342900">
              <a:buFont typeface="+mj-lt"/>
              <a:buAutoNum type="arabicPeriod"/>
            </a:pPr>
            <a:r>
              <a:rPr kumimoji="1" lang="ja-JP" altLang="en-US" b="0" u="none" dirty="0"/>
              <a:t>チケット状況共有</a:t>
            </a:r>
          </a:p>
          <a:p>
            <a:pPr marL="342900" indent="-342900">
              <a:buFont typeface="+mj-lt"/>
              <a:buAutoNum type="arabicPeriod"/>
            </a:pPr>
            <a:r>
              <a:rPr kumimoji="1" lang="ja-JP" altLang="en-US" b="0" u="none" dirty="0"/>
              <a:t>ご相談事項</a:t>
            </a:r>
          </a:p>
          <a:p>
            <a:pPr marL="342900" indent="-342900">
              <a:buFont typeface="+mj-lt"/>
              <a:buAutoNum type="arabicPeriod"/>
            </a:pPr>
            <a:r>
              <a:rPr kumimoji="1" lang="ja-JP" altLang="en-US" b="0" u="none" dirty="0"/>
              <a:t>次回予定</a:t>
            </a:r>
          </a:p>
          <a:p>
            <a:pPr marL="342900" indent="-342900">
              <a:buFont typeface="+mj-lt"/>
              <a:buAutoNum type="arabicPeriod"/>
            </a:pPr>
            <a:endParaRPr kumimoji="1" lang="ja-JP" altLang="en-US" b="0" u="none" dirty="0"/>
          </a:p>
          <a:p>
            <a:pPr marL="342900" indent="-342900">
              <a:buFont typeface="+mj-lt"/>
              <a:buAutoNum type="arabicPeriod"/>
            </a:pPr>
            <a:endParaRPr kumimoji="1" lang="ja-JP" altLang="en-US" b="0" u="none" dirty="0"/>
          </a:p>
        </p:txBody>
      </p:sp>
    </p:spTree>
    <p:extLst>
      <p:ext uri="{BB962C8B-B14F-4D97-AF65-F5344CB8AC3E}">
        <p14:creationId xmlns:p14="http://schemas.microsoft.com/office/powerpoint/2010/main" val="24212814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7575B8C-B2A8-4FD6-9B3C-3361E70A42DF}"/>
              </a:ext>
            </a:extLst>
          </p:cNvPr>
          <p:cNvSpPr>
            <a:spLocks noGrp="1"/>
          </p:cNvSpPr>
          <p:nvPr>
            <p:ph type="title"/>
          </p:nvPr>
        </p:nvSpPr>
        <p:spPr/>
        <p:txBody>
          <a:bodyPr/>
          <a:lstStyle/>
          <a:p>
            <a:r>
              <a:rPr kumimoji="1" lang="en-US" altLang="zh-TW" dirty="0"/>
              <a:t>1.</a:t>
            </a:r>
            <a:r>
              <a:rPr kumimoji="1" lang="ja-JP" altLang="en-US" dirty="0"/>
              <a:t> </a:t>
            </a:r>
            <a:r>
              <a:rPr kumimoji="1" lang="zh-TW" altLang="en-US" dirty="0"/>
              <a:t>進捗状況報告</a:t>
            </a:r>
            <a:r>
              <a:rPr kumimoji="1" lang="en-US" altLang="zh-TW" dirty="0"/>
              <a:t>(</a:t>
            </a:r>
            <a:r>
              <a:rPr kumimoji="1" lang="zh-TW" altLang="en-US" dirty="0"/>
              <a:t>全体</a:t>
            </a:r>
            <a:r>
              <a:rPr kumimoji="1" lang="en-US" altLang="zh-TW" dirty="0"/>
              <a:t>)</a:t>
            </a:r>
            <a:endParaRPr kumimoji="1" lang="ja-JP" altLang="en-US" dirty="0"/>
          </a:p>
        </p:txBody>
      </p:sp>
      <p:sp>
        <p:nvSpPr>
          <p:cNvPr id="3" name="フッター プレースホルダー 2">
            <a:extLst>
              <a:ext uri="{FF2B5EF4-FFF2-40B4-BE49-F238E27FC236}">
                <a16:creationId xmlns:a16="http://schemas.microsoft.com/office/drawing/2014/main" id="{4B4649F2-F69C-4E84-A3CD-AAC5DF012B72}"/>
              </a:ext>
            </a:extLst>
          </p:cNvPr>
          <p:cNvSpPr>
            <a:spLocks noGrp="1"/>
          </p:cNvSpPr>
          <p:nvPr>
            <p:ph type="ftr" sz="quarter" idx="11"/>
          </p:nvPr>
        </p:nvSpPr>
        <p:spPr/>
        <p:txBody>
          <a:bodyPr/>
          <a:lstStyle/>
          <a:p>
            <a:r>
              <a:rPr lang="en-US"/>
              <a:t>Copyright © 2022 SystemEXE,Inc All Rights Reserved.</a:t>
            </a:r>
            <a:endParaRPr lang="en-US" dirty="0"/>
          </a:p>
        </p:txBody>
      </p:sp>
      <p:sp>
        <p:nvSpPr>
          <p:cNvPr id="4" name="スライド番号プレースホルダー 3">
            <a:extLst>
              <a:ext uri="{FF2B5EF4-FFF2-40B4-BE49-F238E27FC236}">
                <a16:creationId xmlns:a16="http://schemas.microsoft.com/office/drawing/2014/main" id="{949BB5CC-EF8E-4959-88E5-F05931DF4F4C}"/>
              </a:ext>
            </a:extLst>
          </p:cNvPr>
          <p:cNvSpPr>
            <a:spLocks noGrp="1"/>
          </p:cNvSpPr>
          <p:nvPr>
            <p:ph type="sldNum" sz="quarter" idx="12"/>
          </p:nvPr>
        </p:nvSpPr>
        <p:spPr/>
        <p:txBody>
          <a:bodyPr/>
          <a:lstStyle/>
          <a:p>
            <a:fld id="{26CA5134-5AAC-D342-B763-43605FECB385}" type="slidenum">
              <a:rPr kumimoji="1" lang="ja-JP" altLang="en-US" smtClean="0"/>
              <a:pPr/>
              <a:t>2</a:t>
            </a:fld>
            <a:endParaRPr kumimoji="1" lang="ja-JP" altLang="en-US" sz="700"/>
          </a:p>
        </p:txBody>
      </p:sp>
      <p:graphicFrame>
        <p:nvGraphicFramePr>
          <p:cNvPr id="5" name="表 4">
            <a:extLst>
              <a:ext uri="{FF2B5EF4-FFF2-40B4-BE49-F238E27FC236}">
                <a16:creationId xmlns:a16="http://schemas.microsoft.com/office/drawing/2014/main" id="{2383CE49-5FA9-430C-BBA6-B29B7FAA3B92}"/>
              </a:ext>
            </a:extLst>
          </p:cNvPr>
          <p:cNvGraphicFramePr>
            <a:graphicFrameLocks noGrp="1"/>
          </p:cNvGraphicFramePr>
          <p:nvPr>
            <p:extLst>
              <p:ext uri="{D42A27DB-BD31-4B8C-83A1-F6EECF244321}">
                <p14:modId xmlns:p14="http://schemas.microsoft.com/office/powerpoint/2010/main" val="2453885013"/>
              </p:ext>
            </p:extLst>
          </p:nvPr>
        </p:nvGraphicFramePr>
        <p:xfrm>
          <a:off x="540000" y="827070"/>
          <a:ext cx="11042406" cy="4808465"/>
        </p:xfrm>
        <a:graphic>
          <a:graphicData uri="http://schemas.openxmlformats.org/drawingml/2006/table">
            <a:tbl>
              <a:tblPr bandRow="1">
                <a:tableStyleId>{5C22544A-7EE6-4342-B048-85BDC9FD1C3A}</a:tableStyleId>
              </a:tblPr>
              <a:tblGrid>
                <a:gridCol w="418828">
                  <a:extLst>
                    <a:ext uri="{9D8B030D-6E8A-4147-A177-3AD203B41FA5}">
                      <a16:colId xmlns:a16="http://schemas.microsoft.com/office/drawing/2014/main" val="299762358"/>
                    </a:ext>
                  </a:extLst>
                </a:gridCol>
                <a:gridCol w="2941064">
                  <a:extLst>
                    <a:ext uri="{9D8B030D-6E8A-4147-A177-3AD203B41FA5}">
                      <a16:colId xmlns:a16="http://schemas.microsoft.com/office/drawing/2014/main" val="1955541415"/>
                    </a:ext>
                  </a:extLst>
                </a:gridCol>
                <a:gridCol w="365834">
                  <a:extLst>
                    <a:ext uri="{9D8B030D-6E8A-4147-A177-3AD203B41FA5}">
                      <a16:colId xmlns:a16="http://schemas.microsoft.com/office/drawing/2014/main" val="1223022939"/>
                    </a:ext>
                  </a:extLst>
                </a:gridCol>
                <a:gridCol w="365834">
                  <a:extLst>
                    <a:ext uri="{9D8B030D-6E8A-4147-A177-3AD203B41FA5}">
                      <a16:colId xmlns:a16="http://schemas.microsoft.com/office/drawing/2014/main" val="1925268540"/>
                    </a:ext>
                  </a:extLst>
                </a:gridCol>
                <a:gridCol w="365834">
                  <a:extLst>
                    <a:ext uri="{9D8B030D-6E8A-4147-A177-3AD203B41FA5}">
                      <a16:colId xmlns:a16="http://schemas.microsoft.com/office/drawing/2014/main" val="707051986"/>
                    </a:ext>
                  </a:extLst>
                </a:gridCol>
                <a:gridCol w="365834">
                  <a:extLst>
                    <a:ext uri="{9D8B030D-6E8A-4147-A177-3AD203B41FA5}">
                      <a16:colId xmlns:a16="http://schemas.microsoft.com/office/drawing/2014/main" val="3798537124"/>
                    </a:ext>
                  </a:extLst>
                </a:gridCol>
                <a:gridCol w="365834">
                  <a:extLst>
                    <a:ext uri="{9D8B030D-6E8A-4147-A177-3AD203B41FA5}">
                      <a16:colId xmlns:a16="http://schemas.microsoft.com/office/drawing/2014/main" val="2417254186"/>
                    </a:ext>
                  </a:extLst>
                </a:gridCol>
                <a:gridCol w="365834">
                  <a:extLst>
                    <a:ext uri="{9D8B030D-6E8A-4147-A177-3AD203B41FA5}">
                      <a16:colId xmlns:a16="http://schemas.microsoft.com/office/drawing/2014/main" val="1471669787"/>
                    </a:ext>
                  </a:extLst>
                </a:gridCol>
                <a:gridCol w="365834">
                  <a:extLst>
                    <a:ext uri="{9D8B030D-6E8A-4147-A177-3AD203B41FA5}">
                      <a16:colId xmlns:a16="http://schemas.microsoft.com/office/drawing/2014/main" val="2898357741"/>
                    </a:ext>
                  </a:extLst>
                </a:gridCol>
                <a:gridCol w="365834">
                  <a:extLst>
                    <a:ext uri="{9D8B030D-6E8A-4147-A177-3AD203B41FA5}">
                      <a16:colId xmlns:a16="http://schemas.microsoft.com/office/drawing/2014/main" val="3927034935"/>
                    </a:ext>
                  </a:extLst>
                </a:gridCol>
                <a:gridCol w="365834">
                  <a:extLst>
                    <a:ext uri="{9D8B030D-6E8A-4147-A177-3AD203B41FA5}">
                      <a16:colId xmlns:a16="http://schemas.microsoft.com/office/drawing/2014/main" val="3221669589"/>
                    </a:ext>
                  </a:extLst>
                </a:gridCol>
                <a:gridCol w="365834">
                  <a:extLst>
                    <a:ext uri="{9D8B030D-6E8A-4147-A177-3AD203B41FA5}">
                      <a16:colId xmlns:a16="http://schemas.microsoft.com/office/drawing/2014/main" val="1012284930"/>
                    </a:ext>
                  </a:extLst>
                </a:gridCol>
                <a:gridCol w="365834">
                  <a:extLst>
                    <a:ext uri="{9D8B030D-6E8A-4147-A177-3AD203B41FA5}">
                      <a16:colId xmlns:a16="http://schemas.microsoft.com/office/drawing/2014/main" val="3408002077"/>
                    </a:ext>
                  </a:extLst>
                </a:gridCol>
                <a:gridCol w="365834">
                  <a:extLst>
                    <a:ext uri="{9D8B030D-6E8A-4147-A177-3AD203B41FA5}">
                      <a16:colId xmlns:a16="http://schemas.microsoft.com/office/drawing/2014/main" val="2244707780"/>
                    </a:ext>
                  </a:extLst>
                </a:gridCol>
                <a:gridCol w="365834">
                  <a:extLst>
                    <a:ext uri="{9D8B030D-6E8A-4147-A177-3AD203B41FA5}">
                      <a16:colId xmlns:a16="http://schemas.microsoft.com/office/drawing/2014/main" val="1396898731"/>
                    </a:ext>
                  </a:extLst>
                </a:gridCol>
                <a:gridCol w="365834">
                  <a:extLst>
                    <a:ext uri="{9D8B030D-6E8A-4147-A177-3AD203B41FA5}">
                      <a16:colId xmlns:a16="http://schemas.microsoft.com/office/drawing/2014/main" val="2162745279"/>
                    </a:ext>
                  </a:extLst>
                </a:gridCol>
                <a:gridCol w="365834">
                  <a:extLst>
                    <a:ext uri="{9D8B030D-6E8A-4147-A177-3AD203B41FA5}">
                      <a16:colId xmlns:a16="http://schemas.microsoft.com/office/drawing/2014/main" val="1163377196"/>
                    </a:ext>
                  </a:extLst>
                </a:gridCol>
                <a:gridCol w="365834">
                  <a:extLst>
                    <a:ext uri="{9D8B030D-6E8A-4147-A177-3AD203B41FA5}">
                      <a16:colId xmlns:a16="http://schemas.microsoft.com/office/drawing/2014/main" val="227675129"/>
                    </a:ext>
                  </a:extLst>
                </a:gridCol>
                <a:gridCol w="365834">
                  <a:extLst>
                    <a:ext uri="{9D8B030D-6E8A-4147-A177-3AD203B41FA5}">
                      <a16:colId xmlns:a16="http://schemas.microsoft.com/office/drawing/2014/main" val="3235474700"/>
                    </a:ext>
                  </a:extLst>
                </a:gridCol>
                <a:gridCol w="365834">
                  <a:extLst>
                    <a:ext uri="{9D8B030D-6E8A-4147-A177-3AD203B41FA5}">
                      <a16:colId xmlns:a16="http://schemas.microsoft.com/office/drawing/2014/main" val="1148893593"/>
                    </a:ext>
                  </a:extLst>
                </a:gridCol>
                <a:gridCol w="365834">
                  <a:extLst>
                    <a:ext uri="{9D8B030D-6E8A-4147-A177-3AD203B41FA5}">
                      <a16:colId xmlns:a16="http://schemas.microsoft.com/office/drawing/2014/main" val="3002943050"/>
                    </a:ext>
                  </a:extLst>
                </a:gridCol>
                <a:gridCol w="365834">
                  <a:extLst>
                    <a:ext uri="{9D8B030D-6E8A-4147-A177-3AD203B41FA5}">
                      <a16:colId xmlns:a16="http://schemas.microsoft.com/office/drawing/2014/main" val="3297881760"/>
                    </a:ext>
                  </a:extLst>
                </a:gridCol>
                <a:gridCol w="365834">
                  <a:extLst>
                    <a:ext uri="{9D8B030D-6E8A-4147-A177-3AD203B41FA5}">
                      <a16:colId xmlns:a16="http://schemas.microsoft.com/office/drawing/2014/main" val="3440636033"/>
                    </a:ext>
                  </a:extLst>
                </a:gridCol>
              </a:tblGrid>
              <a:tr h="291981">
                <a:tc rowSpan="3">
                  <a:txBody>
                    <a:bodyPr/>
                    <a:lstStyle/>
                    <a:p>
                      <a:pPr algn="ctr" fontAlgn="b"/>
                      <a:r>
                        <a:rPr lang="en-US" sz="1600" b="1" u="none" strike="noStrike" dirty="0">
                          <a:solidFill>
                            <a:schemeClr val="bg1"/>
                          </a:solidFill>
                          <a:effectLst/>
                          <a:latin typeface="游ゴシック" panose="020B0400000000000000" pitchFamily="50" charset="-128"/>
                          <a:ea typeface="游ゴシック" panose="020B0400000000000000" pitchFamily="50" charset="-128"/>
                        </a:rPr>
                        <a:t>No</a:t>
                      </a:r>
                      <a:endParaRPr lang="en-US" sz="1600" b="1" i="0" u="none" strike="noStrike" dirty="0">
                        <a:solidFill>
                          <a:schemeClr val="bg1"/>
                        </a:solidFill>
                        <a:effectLst/>
                        <a:latin typeface="游ゴシック" panose="020B0400000000000000" pitchFamily="50" charset="-128"/>
                        <a:ea typeface="游ゴシック" panose="020B0400000000000000" pitchFamily="50" charset="-128"/>
                      </a:endParaRPr>
                    </a:p>
                  </a:txBody>
                  <a:tcPr marL="36000" marR="36000" marT="36000" marB="36000" anchor="ctr">
                    <a:solidFill>
                      <a:schemeClr val="accent1"/>
                    </a:solidFill>
                  </a:tcPr>
                </a:tc>
                <a:tc rowSpan="3">
                  <a:txBody>
                    <a:bodyPr/>
                    <a:lstStyle/>
                    <a:p>
                      <a:pPr algn="ctr" fontAlgn="b"/>
                      <a:r>
                        <a:rPr lang="ja-JP" altLang="en-US" sz="1600" b="1" u="none" strike="noStrike" dirty="0">
                          <a:solidFill>
                            <a:schemeClr val="bg1"/>
                          </a:solidFill>
                          <a:effectLst/>
                          <a:latin typeface="游ゴシック" panose="020B0400000000000000" pitchFamily="50" charset="-128"/>
                          <a:ea typeface="游ゴシック" panose="020B0400000000000000" pitchFamily="50" charset="-128"/>
                        </a:rPr>
                        <a:t>　項目</a:t>
                      </a:r>
                      <a:endParaRPr lang="ja-JP" altLang="en-US" sz="1600" b="1" i="0" u="none" strike="noStrike" dirty="0">
                        <a:solidFill>
                          <a:schemeClr val="bg1"/>
                        </a:solidFill>
                        <a:effectLst/>
                        <a:latin typeface="游ゴシック" panose="020B0400000000000000" pitchFamily="50" charset="-128"/>
                        <a:ea typeface="游ゴシック" panose="020B0400000000000000" pitchFamily="50" charset="-128"/>
                      </a:endParaRPr>
                    </a:p>
                  </a:txBody>
                  <a:tcPr marL="36000" marR="36000" marT="36000" marB="36000" anchor="ctr">
                    <a:solidFill>
                      <a:schemeClr val="accent1"/>
                    </a:solidFill>
                  </a:tcPr>
                </a:tc>
                <a:tc gridSpan="2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600" b="1" u="none" strike="noStrike" dirty="0">
                          <a:solidFill>
                            <a:schemeClr val="bg1"/>
                          </a:solidFill>
                          <a:effectLst/>
                          <a:latin typeface="游ゴシック" panose="020B0400000000000000" pitchFamily="50" charset="-128"/>
                          <a:ea typeface="游ゴシック" panose="020B0400000000000000" pitchFamily="50" charset="-128"/>
                        </a:rPr>
                        <a:t>2022</a:t>
                      </a:r>
                      <a:r>
                        <a:rPr lang="ja-JP" altLang="en-US" sz="1600" b="1" u="none" strike="noStrike" dirty="0">
                          <a:solidFill>
                            <a:schemeClr val="bg1"/>
                          </a:solidFill>
                          <a:effectLst/>
                          <a:latin typeface="游ゴシック" panose="020B0400000000000000" pitchFamily="50" charset="-128"/>
                          <a:ea typeface="游ゴシック" panose="020B0400000000000000" pitchFamily="50" charset="-128"/>
                        </a:rPr>
                        <a:t>年</a:t>
                      </a:r>
                      <a:endParaRPr lang="ja-JP" altLang="en-US" sz="1600" b="1" i="0" u="none" strike="noStrike" dirty="0">
                        <a:solidFill>
                          <a:schemeClr val="bg1"/>
                        </a:solidFill>
                        <a:effectLst/>
                        <a:latin typeface="游ゴシック" panose="020B0400000000000000" pitchFamily="50" charset="-128"/>
                        <a:ea typeface="游ゴシック" panose="020B0400000000000000" pitchFamily="50" charset="-128"/>
                      </a:endParaRPr>
                    </a:p>
                  </a:txBody>
                  <a:tcPr marL="36000" marR="36000" marT="36000" marB="36000" anchor="ctr">
                    <a:solidFill>
                      <a:schemeClr val="accent1"/>
                    </a:solidFill>
                  </a:tcPr>
                </a:tc>
                <a:tc hMerge="1">
                  <a:txBody>
                    <a:bodyPr/>
                    <a:lstStyle/>
                    <a:p>
                      <a:endParaRPr kumimoji="1" lang="ja-JP" altLang="en-US"/>
                    </a:p>
                  </a:txBody>
                  <a:tcPr/>
                </a:tc>
                <a:tc hMerge="1">
                  <a:txBody>
                    <a:bodyPr/>
                    <a:lstStyle/>
                    <a:p>
                      <a:endParaRPr kumimoji="1" lang="ja-JP" altLang="en-US"/>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600" b="1" u="none" strike="noStrike" dirty="0">
                          <a:solidFill>
                            <a:schemeClr val="bg1"/>
                          </a:solidFill>
                          <a:effectLst/>
                          <a:latin typeface="游ゴシック" panose="020B0400000000000000" pitchFamily="50" charset="-128"/>
                          <a:ea typeface="游ゴシック" panose="020B0400000000000000" pitchFamily="50" charset="-128"/>
                        </a:rPr>
                        <a:t>2022</a:t>
                      </a:r>
                      <a:r>
                        <a:rPr lang="ja-JP" altLang="en-US" sz="1600" b="1" u="none" strike="noStrike" dirty="0">
                          <a:solidFill>
                            <a:schemeClr val="bg1"/>
                          </a:solidFill>
                          <a:effectLst/>
                          <a:latin typeface="游ゴシック" panose="020B0400000000000000" pitchFamily="50" charset="-128"/>
                          <a:ea typeface="游ゴシック" panose="020B0400000000000000" pitchFamily="50" charset="-128"/>
                        </a:rPr>
                        <a:t>年</a:t>
                      </a:r>
                      <a:endParaRPr lang="ja-JP" altLang="en-US" sz="1600" b="1" i="0" u="none" strike="noStrike" dirty="0">
                        <a:solidFill>
                          <a:schemeClr val="bg1"/>
                        </a:solidFill>
                        <a:effectLst/>
                        <a:latin typeface="游ゴシック" panose="020B0400000000000000" pitchFamily="50" charset="-128"/>
                        <a:ea typeface="游ゴシック" panose="020B0400000000000000" pitchFamily="50" charset="-128"/>
                      </a:endParaRPr>
                    </a:p>
                  </a:txBody>
                  <a:tcPr marL="36000" marR="36000" marT="36000" marB="36000" anchor="ctr">
                    <a:solidFill>
                      <a:schemeClr val="accent1"/>
                    </a:solidFill>
                  </a:tcPr>
                </a:tc>
                <a:tc hMerge="1">
                  <a:txBody>
                    <a:bodyPr/>
                    <a:lstStyle/>
                    <a:p>
                      <a:endParaRPr kumimoji="1" lang="ja-JP" altLang="en-US"/>
                    </a:p>
                  </a:txBody>
                  <a:tcPr/>
                </a:tc>
                <a:tc hMerge="1">
                  <a:txBody>
                    <a:bodyPr/>
                    <a:lstStyle/>
                    <a:p>
                      <a:endParaRPr kumimoji="1" lang="ja-JP" altLang="en-US"/>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ja-JP" altLang="en-US" sz="1100" b="1" i="0" u="none" strike="noStrike" dirty="0">
                        <a:solidFill>
                          <a:schemeClr val="bg1"/>
                        </a:solidFill>
                        <a:effectLst/>
                        <a:latin typeface="Meiryo UI" panose="020B0604030504040204" pitchFamily="50" charset="-128"/>
                        <a:ea typeface="Meiryo UI" panose="020B0604030504040204" pitchFamily="50" charset="-128"/>
                      </a:endParaRPr>
                    </a:p>
                  </a:txBody>
                  <a:tcPr marL="36000" marR="36000" marT="36000" marB="36000" anchor="ctr">
                    <a:solidFill>
                      <a:schemeClr val="accent1"/>
                    </a:solidFill>
                  </a:tcPr>
                </a:tc>
                <a:tc hMerge="1">
                  <a:txBody>
                    <a:bodyPr/>
                    <a:lstStyle/>
                    <a:p>
                      <a:pPr algn="l" fontAlgn="b"/>
                      <a:endParaRPr lang="ja-JP" altLang="en-US" sz="900" b="0" i="0" u="none" strike="noStrike" dirty="0">
                        <a:solidFill>
                          <a:schemeClr val="bg1"/>
                        </a:solidFill>
                        <a:effectLst/>
                        <a:latin typeface="Meiryo UI" panose="020B0604030504040204" pitchFamily="50" charset="-128"/>
                        <a:ea typeface="Meiryo UI" panose="020B0604030504040204" pitchFamily="50" charset="-128"/>
                      </a:endParaRPr>
                    </a:p>
                  </a:txBody>
                  <a:tcPr marL="5324" marR="5324" marT="5324" marB="0" anchor="ctr">
                    <a:solidFill>
                      <a:schemeClr val="accent5"/>
                    </a:solidFill>
                  </a:tcPr>
                </a:tc>
                <a:tc hMerge="1">
                  <a:txBody>
                    <a:bodyPr/>
                    <a:lstStyle/>
                    <a:p>
                      <a:pPr algn="l" fontAlgn="b"/>
                      <a:endParaRPr lang="ja-JP" altLang="en-US" sz="900" b="0" i="0" u="none" strike="noStrike" dirty="0">
                        <a:solidFill>
                          <a:schemeClr val="bg1"/>
                        </a:solidFill>
                        <a:effectLst/>
                        <a:latin typeface="Meiryo UI" panose="020B0604030504040204" pitchFamily="50" charset="-128"/>
                        <a:ea typeface="Meiryo UI" panose="020B0604030504040204" pitchFamily="50" charset="-128"/>
                      </a:endParaRPr>
                    </a:p>
                  </a:txBody>
                  <a:tcPr marL="5324" marR="5324" marT="5324" marB="0" anchor="ctr">
                    <a:solidFill>
                      <a:schemeClr val="accent5"/>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ja-JP" altLang="en-US" sz="1100" b="1" i="0" u="none" strike="noStrike" dirty="0">
                        <a:solidFill>
                          <a:schemeClr val="bg1"/>
                        </a:solidFill>
                        <a:effectLst/>
                        <a:latin typeface="Meiryo UI" panose="020B0604030504040204" pitchFamily="50" charset="-128"/>
                        <a:ea typeface="Meiryo UI" panose="020B0604030504040204" pitchFamily="50" charset="-128"/>
                      </a:endParaRPr>
                    </a:p>
                  </a:txBody>
                  <a:tcPr marL="36000" marR="36000" marT="36000" marB="36000" anchor="ctr">
                    <a:solidFill>
                      <a:srgbClr val="A5A5A5"/>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ja-JP" altLang="en-US" sz="1100" b="1" i="0" u="none" strike="noStrike" dirty="0">
                        <a:solidFill>
                          <a:schemeClr val="bg1"/>
                        </a:solidFill>
                        <a:effectLst/>
                        <a:latin typeface="Meiryo UI" panose="020B0604030504040204" pitchFamily="50" charset="-128"/>
                        <a:ea typeface="Meiryo UI" panose="020B0604030504040204" pitchFamily="50" charset="-128"/>
                      </a:endParaRPr>
                    </a:p>
                  </a:txBody>
                  <a:tcPr marL="36000" marR="36000" marT="36000" marB="36000" anchor="ctr">
                    <a:solidFill>
                      <a:srgbClr val="A5A5A5"/>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ja-JP" altLang="en-US" sz="1100" b="1" i="0" u="none" strike="noStrike" dirty="0">
                        <a:solidFill>
                          <a:schemeClr val="bg1"/>
                        </a:solidFill>
                        <a:effectLst/>
                        <a:latin typeface="Meiryo UI" panose="020B0604030504040204" pitchFamily="50" charset="-128"/>
                        <a:ea typeface="Meiryo UI" panose="020B0604030504040204" pitchFamily="50" charset="-128"/>
                      </a:endParaRPr>
                    </a:p>
                  </a:txBody>
                  <a:tcPr marL="36000" marR="36000" marT="36000" marB="36000" anchor="ctr">
                    <a:solidFill>
                      <a:srgbClr val="A5A5A5"/>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ja-JP" altLang="en-US" sz="1100" b="1" i="0" u="none" strike="noStrike" dirty="0">
                        <a:solidFill>
                          <a:schemeClr val="bg1"/>
                        </a:solidFill>
                        <a:effectLst/>
                        <a:latin typeface="Meiryo UI" panose="020B0604030504040204" pitchFamily="50" charset="-128"/>
                        <a:ea typeface="Meiryo UI" panose="020B0604030504040204" pitchFamily="50" charset="-128"/>
                      </a:endParaRPr>
                    </a:p>
                  </a:txBody>
                  <a:tcPr marL="36000" marR="36000" marT="36000" marB="36000" anchor="ctr">
                    <a:solidFill>
                      <a:schemeClr val="accent1"/>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ja-JP" altLang="en-US" sz="1100" b="1" i="0" u="none" strike="noStrike" dirty="0">
                        <a:solidFill>
                          <a:schemeClr val="bg1"/>
                        </a:solidFill>
                        <a:effectLst/>
                        <a:latin typeface="Meiryo UI" panose="020B0604030504040204" pitchFamily="50" charset="-128"/>
                        <a:ea typeface="Meiryo UI" panose="020B0604030504040204" pitchFamily="50" charset="-128"/>
                      </a:endParaRPr>
                    </a:p>
                  </a:txBody>
                  <a:tcPr marL="36000" marR="36000" marT="36000" marB="36000" anchor="ctr">
                    <a:solidFill>
                      <a:srgbClr val="A5A5A5"/>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ja-JP" altLang="en-US" sz="1100" b="1" i="0" u="none" strike="noStrike" dirty="0">
                        <a:solidFill>
                          <a:schemeClr val="bg1"/>
                        </a:solidFill>
                        <a:effectLst/>
                        <a:latin typeface="Meiryo UI" panose="020B0604030504040204" pitchFamily="50" charset="-128"/>
                        <a:ea typeface="Meiryo UI" panose="020B0604030504040204" pitchFamily="50" charset="-128"/>
                      </a:endParaRPr>
                    </a:p>
                  </a:txBody>
                  <a:tcPr marL="36000" marR="36000" marT="36000" marB="36000" anchor="ctr">
                    <a:solidFill>
                      <a:srgbClr val="A5A5A5"/>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ja-JP" altLang="en-US" sz="1100" b="1" i="0" u="none" strike="noStrike" dirty="0">
                        <a:solidFill>
                          <a:schemeClr val="bg1"/>
                        </a:solidFill>
                        <a:effectLst/>
                        <a:latin typeface="Meiryo UI" panose="020B0604030504040204" pitchFamily="50" charset="-128"/>
                        <a:ea typeface="Meiryo UI" panose="020B0604030504040204" pitchFamily="50" charset="-128"/>
                      </a:endParaRPr>
                    </a:p>
                  </a:txBody>
                  <a:tcPr marL="36000" marR="36000" marT="36000" marB="36000" anchor="ctr">
                    <a:solidFill>
                      <a:srgbClr val="A5A5A5"/>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ja-JP" altLang="en-US" sz="1100" b="1" i="0" u="none" strike="noStrike" dirty="0">
                        <a:solidFill>
                          <a:schemeClr val="bg1"/>
                        </a:solidFill>
                        <a:effectLst/>
                        <a:latin typeface="Meiryo UI" panose="020B0604030504040204" pitchFamily="50" charset="-128"/>
                        <a:ea typeface="Meiryo UI" panose="020B0604030504040204" pitchFamily="50" charset="-128"/>
                      </a:endParaRPr>
                    </a:p>
                  </a:txBody>
                  <a:tcPr marL="36000" marR="36000" marT="36000" marB="36000" anchor="ctr">
                    <a:solidFill>
                      <a:srgbClr val="A5A5A5"/>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ja-JP" altLang="en-US" sz="1100" b="1" i="0" u="none" strike="noStrike" dirty="0">
                        <a:solidFill>
                          <a:schemeClr val="bg1"/>
                        </a:solidFill>
                        <a:effectLst/>
                        <a:latin typeface="Meiryo UI" panose="020B0604030504040204" pitchFamily="50" charset="-128"/>
                        <a:ea typeface="Meiryo UI" panose="020B0604030504040204" pitchFamily="50" charset="-128"/>
                      </a:endParaRPr>
                    </a:p>
                  </a:txBody>
                  <a:tcPr marL="36000" marR="36000" marT="36000" marB="36000" anchor="ctr">
                    <a:solidFill>
                      <a:srgbClr val="A5A5A5"/>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ja-JP" altLang="en-US" sz="1600" b="1" i="0" u="none" strike="noStrike" dirty="0">
                        <a:solidFill>
                          <a:schemeClr val="bg1"/>
                        </a:solidFill>
                        <a:effectLst/>
                        <a:latin typeface="游ゴシック" panose="020B0400000000000000" pitchFamily="50" charset="-128"/>
                        <a:ea typeface="游ゴシック" panose="020B0400000000000000" pitchFamily="50" charset="-128"/>
                      </a:endParaRPr>
                    </a:p>
                  </a:txBody>
                  <a:tcPr marL="36000" marR="36000" marT="36000" marB="36000" anchor="ctr">
                    <a:solidFill>
                      <a:schemeClr val="accent1"/>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ja-JP" altLang="en-US" sz="1600" b="1" i="0" u="none" strike="noStrike" dirty="0">
                        <a:solidFill>
                          <a:schemeClr val="bg1"/>
                        </a:solidFill>
                        <a:effectLst/>
                        <a:latin typeface="游ゴシック" panose="020B0400000000000000" pitchFamily="50" charset="-128"/>
                        <a:ea typeface="游ゴシック" panose="020B0400000000000000" pitchFamily="50" charset="-128"/>
                      </a:endParaRPr>
                    </a:p>
                  </a:txBody>
                  <a:tcPr marL="36000" marR="36000" marT="36000" marB="36000" anchor="ctr">
                    <a:solidFill>
                      <a:schemeClr val="accent1"/>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ja-JP" altLang="en-US" sz="1600" b="1" i="0" u="none" strike="noStrike" dirty="0">
                        <a:solidFill>
                          <a:schemeClr val="bg1"/>
                        </a:solidFill>
                        <a:effectLst/>
                        <a:latin typeface="游ゴシック" panose="020B0400000000000000" pitchFamily="50" charset="-128"/>
                        <a:ea typeface="游ゴシック" panose="020B0400000000000000" pitchFamily="50" charset="-128"/>
                      </a:endParaRPr>
                    </a:p>
                  </a:txBody>
                  <a:tcPr marL="36000" marR="36000" marT="36000" marB="36000" anchor="ctr">
                    <a:solidFill>
                      <a:schemeClr val="accent1"/>
                    </a:solidFill>
                  </a:tcPr>
                </a:tc>
                <a:extLst>
                  <a:ext uri="{0D108BD9-81ED-4DB2-BD59-A6C34878D82A}">
                    <a16:rowId xmlns:a16="http://schemas.microsoft.com/office/drawing/2014/main" val="3769741277"/>
                  </a:ext>
                </a:extLst>
              </a:tr>
              <a:tr h="291981">
                <a:tc vMerge="1">
                  <a:txBody>
                    <a:bodyPr/>
                    <a:lstStyle/>
                    <a:p>
                      <a:pPr algn="ctr" fontAlgn="b"/>
                      <a:endParaRPr lang="en-US" sz="900" b="0" i="0" u="none" strike="noStrike" dirty="0">
                        <a:solidFill>
                          <a:schemeClr val="bg1"/>
                        </a:solidFill>
                        <a:effectLst/>
                        <a:latin typeface="Meiryo UI" panose="020B0604030504040204" pitchFamily="50" charset="-128"/>
                        <a:ea typeface="Meiryo UI" panose="020B0604030504040204" pitchFamily="50" charset="-128"/>
                      </a:endParaRPr>
                    </a:p>
                  </a:txBody>
                  <a:tcPr marL="5324" marR="5324" marT="5324" marB="0" anchor="ctr">
                    <a:solidFill>
                      <a:schemeClr val="accent5"/>
                    </a:solidFill>
                  </a:tcPr>
                </a:tc>
                <a:tc vMerge="1">
                  <a:txBody>
                    <a:bodyPr/>
                    <a:lstStyle/>
                    <a:p>
                      <a:pPr algn="ctr" fontAlgn="b"/>
                      <a:endParaRPr lang="ja-JP" altLang="en-US" sz="900" b="0" i="0" u="none" strike="noStrike" dirty="0">
                        <a:solidFill>
                          <a:schemeClr val="bg1"/>
                        </a:solidFill>
                        <a:effectLst/>
                        <a:latin typeface="Meiryo UI" panose="020B0604030504040204" pitchFamily="50" charset="-128"/>
                        <a:ea typeface="Meiryo UI" panose="020B0604030504040204" pitchFamily="50" charset="-128"/>
                      </a:endParaRPr>
                    </a:p>
                  </a:txBody>
                  <a:tcPr marL="5324" marR="5324" marT="5324" marB="0" anchor="ctr">
                    <a:solidFill>
                      <a:schemeClr val="accent5"/>
                    </a:solidFill>
                  </a:tcPr>
                </a:tc>
                <a:tc gridSpan="3">
                  <a:txBody>
                    <a:bodyPr/>
                    <a:lstStyle/>
                    <a:p>
                      <a:pPr algn="ctr" fontAlgn="b"/>
                      <a:r>
                        <a:rPr lang="en-US" altLang="ja-JP" sz="1600" b="1" u="none" strike="noStrike" dirty="0">
                          <a:solidFill>
                            <a:schemeClr val="bg1"/>
                          </a:solidFill>
                          <a:effectLst/>
                          <a:latin typeface="游ゴシック" panose="020B0400000000000000" pitchFamily="50" charset="-128"/>
                          <a:ea typeface="游ゴシック" panose="020B0400000000000000" pitchFamily="50" charset="-128"/>
                        </a:rPr>
                        <a:t>3</a:t>
                      </a:r>
                      <a:r>
                        <a:rPr lang="ja-JP" altLang="en-US" sz="1600" b="1" u="none" strike="noStrike" dirty="0">
                          <a:solidFill>
                            <a:schemeClr val="bg1"/>
                          </a:solidFill>
                          <a:effectLst/>
                          <a:latin typeface="游ゴシック" panose="020B0400000000000000" pitchFamily="50" charset="-128"/>
                          <a:ea typeface="游ゴシック" panose="020B0400000000000000" pitchFamily="50" charset="-128"/>
                        </a:rPr>
                        <a:t>月</a:t>
                      </a:r>
                      <a:endParaRPr lang="ja-JP" altLang="en-US" sz="1600" b="1" i="0" u="none" strike="noStrike" dirty="0">
                        <a:solidFill>
                          <a:schemeClr val="bg1"/>
                        </a:solidFill>
                        <a:effectLst/>
                        <a:latin typeface="游ゴシック" panose="020B0400000000000000" pitchFamily="50" charset="-128"/>
                        <a:ea typeface="游ゴシック" panose="020B0400000000000000" pitchFamily="50" charset="-128"/>
                      </a:endParaRPr>
                    </a:p>
                  </a:txBody>
                  <a:tcPr marL="36000" marR="36000" marT="36000" marB="36000" anchor="ctr">
                    <a:solidFill>
                      <a:schemeClr val="accent1"/>
                    </a:solidFill>
                  </a:tcPr>
                </a:tc>
                <a:tc hMerge="1">
                  <a:txBody>
                    <a:bodyPr/>
                    <a:lstStyle/>
                    <a:p>
                      <a:pPr algn="ctr" fontAlgn="b"/>
                      <a:endParaRPr lang="ja-JP" altLang="en-US" sz="900" b="0" i="0" u="none" strike="noStrike" dirty="0">
                        <a:solidFill>
                          <a:schemeClr val="bg1"/>
                        </a:solidFill>
                        <a:effectLst/>
                        <a:latin typeface="Meiryo UI" panose="020B0604030504040204" pitchFamily="50" charset="-128"/>
                        <a:ea typeface="Meiryo UI" panose="020B0604030504040204" pitchFamily="50" charset="-128"/>
                      </a:endParaRPr>
                    </a:p>
                  </a:txBody>
                  <a:tcPr marL="5324" marR="5324" marT="5324" marB="0" anchor="ctr">
                    <a:solidFill>
                      <a:schemeClr val="accent5"/>
                    </a:solidFill>
                  </a:tcPr>
                </a:tc>
                <a:tc hMerge="1">
                  <a:txBody>
                    <a:bodyPr/>
                    <a:lstStyle/>
                    <a:p>
                      <a:pPr algn="ctr" fontAlgn="b"/>
                      <a:endParaRPr lang="ja-JP" altLang="en-US" sz="900" b="0" i="0" u="none" strike="noStrike" dirty="0">
                        <a:solidFill>
                          <a:schemeClr val="bg1"/>
                        </a:solidFill>
                        <a:effectLst/>
                        <a:latin typeface="Meiryo UI" panose="020B0604030504040204" pitchFamily="50" charset="-128"/>
                        <a:ea typeface="Meiryo UI" panose="020B0604030504040204" pitchFamily="50" charset="-128"/>
                      </a:endParaRPr>
                    </a:p>
                  </a:txBody>
                  <a:tcPr marL="5324" marR="5324" marT="5324" marB="0" anchor="ctr">
                    <a:solidFill>
                      <a:schemeClr val="accent5"/>
                    </a:solidFill>
                  </a:tcPr>
                </a:tc>
                <a:tc gridSpan="3">
                  <a:txBody>
                    <a:bodyPr/>
                    <a:lstStyle/>
                    <a:p>
                      <a:pPr algn="ctr" fontAlgn="b"/>
                      <a:r>
                        <a:rPr lang="en-US" altLang="ja-JP" sz="1600" b="1" u="none" strike="noStrike" dirty="0">
                          <a:solidFill>
                            <a:schemeClr val="bg1"/>
                          </a:solidFill>
                          <a:effectLst/>
                          <a:latin typeface="游ゴシック" panose="020B0400000000000000" pitchFamily="50" charset="-128"/>
                          <a:ea typeface="游ゴシック" panose="020B0400000000000000" pitchFamily="50" charset="-128"/>
                        </a:rPr>
                        <a:t>4</a:t>
                      </a:r>
                      <a:r>
                        <a:rPr lang="ja-JP" altLang="en-US" sz="1600" b="1" u="none" strike="noStrike" dirty="0">
                          <a:solidFill>
                            <a:schemeClr val="bg1"/>
                          </a:solidFill>
                          <a:effectLst/>
                          <a:latin typeface="游ゴシック" panose="020B0400000000000000" pitchFamily="50" charset="-128"/>
                          <a:ea typeface="游ゴシック" panose="020B0400000000000000" pitchFamily="50" charset="-128"/>
                        </a:rPr>
                        <a:t>月</a:t>
                      </a:r>
                      <a:endParaRPr lang="ja-JP" altLang="en-US" sz="1600" b="1" i="0" u="none" strike="noStrike" dirty="0">
                        <a:solidFill>
                          <a:schemeClr val="bg1"/>
                        </a:solidFill>
                        <a:effectLst/>
                        <a:latin typeface="游ゴシック" panose="020B0400000000000000" pitchFamily="50" charset="-128"/>
                        <a:ea typeface="游ゴシック" panose="020B0400000000000000" pitchFamily="50" charset="-128"/>
                      </a:endParaRPr>
                    </a:p>
                  </a:txBody>
                  <a:tcPr marL="36000" marR="36000" marT="36000" marB="36000" anchor="ctr">
                    <a:solidFill>
                      <a:schemeClr val="accent1"/>
                    </a:solidFill>
                  </a:tcPr>
                </a:tc>
                <a:tc hMerge="1">
                  <a:txBody>
                    <a:bodyPr/>
                    <a:lstStyle/>
                    <a:p>
                      <a:pPr algn="ctr" fontAlgn="b"/>
                      <a:endParaRPr lang="ja-JP" altLang="en-US" sz="900" b="0" i="0" u="none" strike="noStrike" dirty="0">
                        <a:solidFill>
                          <a:schemeClr val="bg1"/>
                        </a:solidFill>
                        <a:effectLst/>
                        <a:latin typeface="Meiryo UI" panose="020B0604030504040204" pitchFamily="50" charset="-128"/>
                        <a:ea typeface="Meiryo UI" panose="020B0604030504040204" pitchFamily="50" charset="-128"/>
                      </a:endParaRPr>
                    </a:p>
                  </a:txBody>
                  <a:tcPr marL="5324" marR="5324" marT="5324" marB="0" anchor="ctr">
                    <a:solidFill>
                      <a:schemeClr val="accent5"/>
                    </a:solidFill>
                  </a:tcPr>
                </a:tc>
                <a:tc hMerge="1">
                  <a:txBody>
                    <a:bodyPr/>
                    <a:lstStyle/>
                    <a:p>
                      <a:pPr algn="ctr" fontAlgn="b"/>
                      <a:endParaRPr lang="ja-JP" altLang="en-US" sz="900" b="0" i="0" u="none" strike="noStrike" dirty="0">
                        <a:solidFill>
                          <a:schemeClr val="bg1"/>
                        </a:solidFill>
                        <a:effectLst/>
                        <a:latin typeface="Meiryo UI" panose="020B0604030504040204" pitchFamily="50" charset="-128"/>
                        <a:ea typeface="Meiryo UI" panose="020B0604030504040204" pitchFamily="50" charset="-128"/>
                      </a:endParaRPr>
                    </a:p>
                  </a:txBody>
                  <a:tcPr marL="5324" marR="5324" marT="5324" marB="0" anchor="ctr">
                    <a:solidFill>
                      <a:schemeClr val="accent5"/>
                    </a:solidFill>
                  </a:tcPr>
                </a:tc>
                <a:tc gridSpan="3">
                  <a:txBody>
                    <a:bodyPr/>
                    <a:lstStyle/>
                    <a:p>
                      <a:pPr algn="ctr" fontAlgn="b"/>
                      <a:r>
                        <a:rPr lang="en-US" altLang="ja-JP" sz="1600" b="1" i="0" u="none" strike="noStrike" dirty="0">
                          <a:solidFill>
                            <a:schemeClr val="bg1"/>
                          </a:solidFill>
                          <a:effectLst/>
                          <a:latin typeface="游ゴシック" panose="020B0400000000000000" pitchFamily="50" charset="-128"/>
                          <a:ea typeface="游ゴシック" panose="020B0400000000000000" pitchFamily="50" charset="-128"/>
                        </a:rPr>
                        <a:t>5</a:t>
                      </a:r>
                      <a:r>
                        <a:rPr lang="ja-JP" altLang="en-US" sz="1600" b="1" i="0" u="none" strike="noStrike" dirty="0">
                          <a:solidFill>
                            <a:schemeClr val="bg1"/>
                          </a:solidFill>
                          <a:effectLst/>
                          <a:latin typeface="游ゴシック" panose="020B0400000000000000" pitchFamily="50" charset="-128"/>
                          <a:ea typeface="游ゴシック" panose="020B0400000000000000" pitchFamily="50" charset="-128"/>
                        </a:rPr>
                        <a:t>月</a:t>
                      </a:r>
                    </a:p>
                  </a:txBody>
                  <a:tcPr marL="36000" marR="36000" marT="36000" marB="36000" anchor="ctr">
                    <a:solidFill>
                      <a:schemeClr val="accent1"/>
                    </a:solidFill>
                  </a:tcPr>
                </a:tc>
                <a:tc hMerge="1">
                  <a:txBody>
                    <a:bodyPr/>
                    <a:lstStyle/>
                    <a:p>
                      <a:pPr algn="ctr" fontAlgn="b"/>
                      <a:endParaRPr lang="ja-JP" altLang="en-US" sz="900" b="0" i="0" u="none" strike="noStrike" dirty="0">
                        <a:solidFill>
                          <a:schemeClr val="bg1"/>
                        </a:solidFill>
                        <a:effectLst/>
                        <a:latin typeface="Meiryo UI" panose="020B0604030504040204" pitchFamily="50" charset="-128"/>
                        <a:ea typeface="Meiryo UI" panose="020B0604030504040204" pitchFamily="50" charset="-128"/>
                      </a:endParaRPr>
                    </a:p>
                  </a:txBody>
                  <a:tcPr marL="5324" marR="5324" marT="5324" marB="0" anchor="ctr">
                    <a:solidFill>
                      <a:schemeClr val="accent5"/>
                    </a:solidFill>
                  </a:tcPr>
                </a:tc>
                <a:tc hMerge="1">
                  <a:txBody>
                    <a:bodyPr/>
                    <a:lstStyle/>
                    <a:p>
                      <a:pPr algn="ctr" fontAlgn="b"/>
                      <a:endParaRPr lang="ja-JP" altLang="en-US" sz="900" b="0" i="0" u="none" strike="noStrike" dirty="0">
                        <a:solidFill>
                          <a:schemeClr val="bg1"/>
                        </a:solidFill>
                        <a:effectLst/>
                        <a:latin typeface="Meiryo UI" panose="020B0604030504040204" pitchFamily="50" charset="-128"/>
                        <a:ea typeface="Meiryo UI" panose="020B0604030504040204" pitchFamily="50" charset="-128"/>
                      </a:endParaRPr>
                    </a:p>
                  </a:txBody>
                  <a:tcPr marL="5324" marR="5324" marT="5324" marB="0" anchor="ctr">
                    <a:solidFill>
                      <a:schemeClr val="accent5"/>
                    </a:solidFill>
                  </a:tcPr>
                </a:tc>
                <a:tc gridSpan="3">
                  <a:txBody>
                    <a:bodyPr/>
                    <a:lstStyle/>
                    <a:p>
                      <a:pPr algn="ctr" fontAlgn="b"/>
                      <a:r>
                        <a:rPr lang="en-US" altLang="ja-JP" sz="1600" b="1" u="none" strike="noStrike" dirty="0">
                          <a:solidFill>
                            <a:schemeClr val="bg1"/>
                          </a:solidFill>
                          <a:effectLst/>
                          <a:latin typeface="游ゴシック" panose="020B0400000000000000" pitchFamily="50" charset="-128"/>
                          <a:ea typeface="游ゴシック" panose="020B0400000000000000" pitchFamily="50" charset="-128"/>
                        </a:rPr>
                        <a:t>6</a:t>
                      </a:r>
                      <a:r>
                        <a:rPr lang="ja-JP" altLang="en-US" sz="1600" b="1" u="none" strike="noStrike" dirty="0">
                          <a:solidFill>
                            <a:schemeClr val="bg1"/>
                          </a:solidFill>
                          <a:effectLst/>
                          <a:latin typeface="游ゴシック" panose="020B0400000000000000" pitchFamily="50" charset="-128"/>
                          <a:ea typeface="游ゴシック" panose="020B0400000000000000" pitchFamily="50" charset="-128"/>
                        </a:rPr>
                        <a:t>月</a:t>
                      </a:r>
                      <a:endParaRPr lang="ja-JP" altLang="en-US" sz="1600" b="1" i="0" u="none" strike="noStrike" dirty="0">
                        <a:solidFill>
                          <a:schemeClr val="bg1"/>
                        </a:solidFill>
                        <a:effectLst/>
                        <a:latin typeface="游ゴシック" panose="020B0400000000000000" pitchFamily="50" charset="-128"/>
                        <a:ea typeface="游ゴシック" panose="020B0400000000000000" pitchFamily="50" charset="-128"/>
                      </a:endParaRPr>
                    </a:p>
                  </a:txBody>
                  <a:tcPr marL="36000" marR="36000" marT="36000" marB="36000" anchor="ctr">
                    <a:solidFill>
                      <a:schemeClr val="accent1"/>
                    </a:solidFill>
                  </a:tcPr>
                </a:tc>
                <a:tc hMerge="1">
                  <a:txBody>
                    <a:bodyPr/>
                    <a:lstStyle/>
                    <a:p>
                      <a:pPr algn="ctr" fontAlgn="b"/>
                      <a:endParaRPr lang="ja-JP" altLang="en-US" sz="900" b="0" i="0" u="none" strike="noStrike" dirty="0">
                        <a:solidFill>
                          <a:schemeClr val="bg1"/>
                        </a:solidFill>
                        <a:effectLst/>
                        <a:latin typeface="Meiryo UI" panose="020B0604030504040204" pitchFamily="50" charset="-128"/>
                        <a:ea typeface="Meiryo UI" panose="020B0604030504040204" pitchFamily="50" charset="-128"/>
                      </a:endParaRPr>
                    </a:p>
                  </a:txBody>
                  <a:tcPr marL="5324" marR="5324" marT="5324" marB="0" anchor="ctr">
                    <a:solidFill>
                      <a:srgbClr val="A5A5A5"/>
                    </a:solidFill>
                  </a:tcPr>
                </a:tc>
                <a:tc hMerge="1">
                  <a:txBody>
                    <a:bodyPr/>
                    <a:lstStyle/>
                    <a:p>
                      <a:pPr algn="ctr" fontAlgn="b"/>
                      <a:endParaRPr lang="ja-JP" altLang="en-US" sz="900" b="0" i="0" u="none" strike="noStrike" dirty="0">
                        <a:solidFill>
                          <a:schemeClr val="bg1"/>
                        </a:solidFill>
                        <a:effectLst/>
                        <a:latin typeface="Meiryo UI" panose="020B0604030504040204" pitchFamily="50" charset="-128"/>
                        <a:ea typeface="Meiryo UI" panose="020B0604030504040204" pitchFamily="50" charset="-128"/>
                      </a:endParaRPr>
                    </a:p>
                  </a:txBody>
                  <a:tcPr marL="5324" marR="5324" marT="5324" marB="0" anchor="ctr">
                    <a:solidFill>
                      <a:srgbClr val="A5A5A5"/>
                    </a:solidFill>
                  </a:tcPr>
                </a:tc>
                <a:tc gridSpan="3">
                  <a:txBody>
                    <a:bodyPr/>
                    <a:lstStyle/>
                    <a:p>
                      <a:pPr algn="ctr" fontAlgn="b"/>
                      <a:r>
                        <a:rPr lang="en-US" altLang="ja-JP" sz="1600" b="1" u="none" strike="noStrike" dirty="0">
                          <a:solidFill>
                            <a:schemeClr val="bg1"/>
                          </a:solidFill>
                          <a:effectLst/>
                          <a:latin typeface="游ゴシック" panose="020B0400000000000000" pitchFamily="50" charset="-128"/>
                          <a:ea typeface="游ゴシック" panose="020B0400000000000000" pitchFamily="50" charset="-128"/>
                        </a:rPr>
                        <a:t>7</a:t>
                      </a:r>
                      <a:r>
                        <a:rPr lang="ja-JP" altLang="en-US" sz="1600" b="1" u="none" strike="noStrike" dirty="0">
                          <a:solidFill>
                            <a:schemeClr val="bg1"/>
                          </a:solidFill>
                          <a:effectLst/>
                          <a:latin typeface="游ゴシック" panose="020B0400000000000000" pitchFamily="50" charset="-128"/>
                          <a:ea typeface="游ゴシック" panose="020B0400000000000000" pitchFamily="50" charset="-128"/>
                        </a:rPr>
                        <a:t>月</a:t>
                      </a:r>
                      <a:endParaRPr lang="ja-JP" altLang="en-US" sz="1600" b="1" i="0" u="none" strike="noStrike" dirty="0">
                        <a:solidFill>
                          <a:schemeClr val="bg1"/>
                        </a:solidFill>
                        <a:effectLst/>
                        <a:latin typeface="游ゴシック" panose="020B0400000000000000" pitchFamily="50" charset="-128"/>
                        <a:ea typeface="游ゴシック" panose="020B0400000000000000" pitchFamily="50" charset="-128"/>
                      </a:endParaRPr>
                    </a:p>
                  </a:txBody>
                  <a:tcPr marL="36000" marR="36000" marT="36000" marB="36000" anchor="ctr">
                    <a:solidFill>
                      <a:schemeClr val="accent1"/>
                    </a:solidFill>
                  </a:tcPr>
                </a:tc>
                <a:tc hMerge="1">
                  <a:txBody>
                    <a:bodyPr/>
                    <a:lstStyle/>
                    <a:p>
                      <a:pPr algn="ctr" fontAlgn="b"/>
                      <a:endParaRPr lang="ja-JP" altLang="en-US" sz="900" b="0" i="0" u="none" strike="noStrike" dirty="0">
                        <a:solidFill>
                          <a:schemeClr val="bg1"/>
                        </a:solidFill>
                        <a:effectLst/>
                        <a:latin typeface="Meiryo UI" panose="020B0604030504040204" pitchFamily="50" charset="-128"/>
                        <a:ea typeface="Meiryo UI" panose="020B0604030504040204" pitchFamily="50" charset="-128"/>
                      </a:endParaRPr>
                    </a:p>
                  </a:txBody>
                  <a:tcPr marL="5324" marR="5324" marT="5324" marB="0" anchor="ctr">
                    <a:solidFill>
                      <a:srgbClr val="A5A5A5"/>
                    </a:solidFill>
                  </a:tcPr>
                </a:tc>
                <a:tc hMerge="1">
                  <a:txBody>
                    <a:bodyPr/>
                    <a:lstStyle/>
                    <a:p>
                      <a:pPr algn="ctr" fontAlgn="b"/>
                      <a:endParaRPr lang="ja-JP" altLang="en-US" sz="900" b="0" i="0" u="none" strike="noStrike" dirty="0">
                        <a:solidFill>
                          <a:schemeClr val="bg1"/>
                        </a:solidFill>
                        <a:effectLst/>
                        <a:latin typeface="Meiryo UI" panose="020B0604030504040204" pitchFamily="50" charset="-128"/>
                        <a:ea typeface="Meiryo UI" panose="020B0604030504040204" pitchFamily="50" charset="-128"/>
                      </a:endParaRPr>
                    </a:p>
                  </a:txBody>
                  <a:tcPr marL="5324" marR="5324" marT="5324" marB="0" anchor="ctr">
                    <a:solidFill>
                      <a:srgbClr val="A5A5A5"/>
                    </a:solidFill>
                  </a:tcPr>
                </a:tc>
                <a:tc gridSpan="3">
                  <a:txBody>
                    <a:bodyPr/>
                    <a:lstStyle/>
                    <a:p>
                      <a:pPr algn="ctr" fontAlgn="b"/>
                      <a:r>
                        <a:rPr lang="en-US" altLang="ja-JP" sz="1600" b="1" i="0" u="none" strike="noStrike" dirty="0">
                          <a:solidFill>
                            <a:schemeClr val="bg1"/>
                          </a:solidFill>
                          <a:effectLst/>
                          <a:latin typeface="游ゴシック" panose="020B0400000000000000" pitchFamily="50" charset="-128"/>
                          <a:ea typeface="游ゴシック" panose="020B0400000000000000" pitchFamily="50" charset="-128"/>
                        </a:rPr>
                        <a:t>8</a:t>
                      </a:r>
                      <a:r>
                        <a:rPr lang="ja-JP" altLang="en-US" sz="1600" b="1" i="0" u="none" strike="noStrike" dirty="0">
                          <a:solidFill>
                            <a:schemeClr val="bg1"/>
                          </a:solidFill>
                          <a:effectLst/>
                          <a:latin typeface="游ゴシック" panose="020B0400000000000000" pitchFamily="50" charset="-128"/>
                          <a:ea typeface="游ゴシック" panose="020B0400000000000000" pitchFamily="50" charset="-128"/>
                        </a:rPr>
                        <a:t>月</a:t>
                      </a:r>
                    </a:p>
                  </a:txBody>
                  <a:tcPr marL="36000" marR="36000" marT="36000" marB="36000" anchor="ctr">
                    <a:solidFill>
                      <a:schemeClr val="accent1"/>
                    </a:solidFill>
                  </a:tcPr>
                </a:tc>
                <a:tc hMerge="1">
                  <a:txBody>
                    <a:bodyPr/>
                    <a:lstStyle/>
                    <a:p>
                      <a:pPr algn="ctr" fontAlgn="b"/>
                      <a:endParaRPr lang="ja-JP" altLang="en-US" sz="900" b="0" i="0" u="none" strike="noStrike" dirty="0">
                        <a:solidFill>
                          <a:schemeClr val="bg1"/>
                        </a:solidFill>
                        <a:effectLst/>
                        <a:latin typeface="Meiryo UI" panose="020B0604030504040204" pitchFamily="50" charset="-128"/>
                        <a:ea typeface="Meiryo UI" panose="020B0604030504040204" pitchFamily="50" charset="-128"/>
                      </a:endParaRPr>
                    </a:p>
                  </a:txBody>
                  <a:tcPr marL="5324" marR="5324" marT="5324" marB="0" anchor="ctr">
                    <a:solidFill>
                      <a:srgbClr val="A5A5A5"/>
                    </a:solidFill>
                  </a:tcPr>
                </a:tc>
                <a:tc hMerge="1">
                  <a:txBody>
                    <a:bodyPr/>
                    <a:lstStyle/>
                    <a:p>
                      <a:pPr algn="ctr" fontAlgn="b"/>
                      <a:endParaRPr lang="ja-JP" altLang="en-US" sz="900" b="0" i="0" u="none" strike="noStrike" dirty="0">
                        <a:solidFill>
                          <a:schemeClr val="bg1"/>
                        </a:solidFill>
                        <a:effectLst/>
                        <a:latin typeface="Meiryo UI" panose="020B0604030504040204" pitchFamily="50" charset="-128"/>
                        <a:ea typeface="Meiryo UI" panose="020B0604030504040204" pitchFamily="50" charset="-128"/>
                      </a:endParaRPr>
                    </a:p>
                  </a:txBody>
                  <a:tcPr marL="5324" marR="5324" marT="5324" marB="0" anchor="ctr">
                    <a:solidFill>
                      <a:srgbClr val="A5A5A5"/>
                    </a:solidFill>
                  </a:tcPr>
                </a:tc>
                <a:tc gridSpan="3">
                  <a:txBody>
                    <a:bodyPr/>
                    <a:lstStyle/>
                    <a:p>
                      <a:pPr algn="ctr" fontAlgn="b"/>
                      <a:r>
                        <a:rPr lang="en-US" altLang="ja-JP" sz="1600" b="1" u="none" strike="noStrike" dirty="0">
                          <a:solidFill>
                            <a:schemeClr val="bg1"/>
                          </a:solidFill>
                          <a:effectLst/>
                          <a:latin typeface="游ゴシック" panose="020B0400000000000000" pitchFamily="50" charset="-128"/>
                          <a:ea typeface="游ゴシック" panose="020B0400000000000000" pitchFamily="50" charset="-128"/>
                        </a:rPr>
                        <a:t>9</a:t>
                      </a:r>
                      <a:r>
                        <a:rPr lang="ja-JP" altLang="en-US" sz="1600" b="1" u="none" strike="noStrike" dirty="0">
                          <a:solidFill>
                            <a:schemeClr val="bg1"/>
                          </a:solidFill>
                          <a:effectLst/>
                          <a:latin typeface="游ゴシック" panose="020B0400000000000000" pitchFamily="50" charset="-128"/>
                          <a:ea typeface="游ゴシック" panose="020B0400000000000000" pitchFamily="50" charset="-128"/>
                        </a:rPr>
                        <a:t>月</a:t>
                      </a:r>
                      <a:endParaRPr lang="ja-JP" altLang="en-US" sz="1600" b="1" i="0" u="none" strike="noStrike" dirty="0">
                        <a:solidFill>
                          <a:schemeClr val="bg1"/>
                        </a:solidFill>
                        <a:effectLst/>
                        <a:latin typeface="游ゴシック" panose="020B0400000000000000" pitchFamily="50" charset="-128"/>
                        <a:ea typeface="游ゴシック" panose="020B0400000000000000" pitchFamily="50" charset="-128"/>
                      </a:endParaRPr>
                    </a:p>
                  </a:txBody>
                  <a:tcPr marL="36000" marR="36000" marT="36000" marB="36000" anchor="ctr">
                    <a:solidFill>
                      <a:schemeClr val="accent1"/>
                    </a:solidFill>
                  </a:tcPr>
                </a:tc>
                <a:tc hMerge="1">
                  <a:txBody>
                    <a:bodyPr/>
                    <a:lstStyle/>
                    <a:p>
                      <a:pPr algn="ctr" fontAlgn="b"/>
                      <a:endParaRPr lang="ja-JP" altLang="en-US" sz="900" b="0" i="0" u="none" strike="noStrike" dirty="0">
                        <a:solidFill>
                          <a:schemeClr val="bg1"/>
                        </a:solidFill>
                        <a:effectLst/>
                        <a:latin typeface="Meiryo UI" panose="020B0604030504040204" pitchFamily="50" charset="-128"/>
                        <a:ea typeface="Meiryo UI" panose="020B0604030504040204" pitchFamily="50" charset="-128"/>
                      </a:endParaRPr>
                    </a:p>
                  </a:txBody>
                  <a:tcPr marL="5324" marR="5324" marT="5324" marB="0" anchor="ctr">
                    <a:solidFill>
                      <a:schemeClr val="accent1"/>
                    </a:solidFill>
                  </a:tcPr>
                </a:tc>
                <a:tc hMerge="1">
                  <a:txBody>
                    <a:bodyPr/>
                    <a:lstStyle/>
                    <a:p>
                      <a:pPr algn="ctr" fontAlgn="b"/>
                      <a:endParaRPr lang="ja-JP" altLang="en-US" sz="900" b="0" i="0" u="none" strike="noStrike" dirty="0">
                        <a:solidFill>
                          <a:schemeClr val="bg1"/>
                        </a:solidFill>
                        <a:effectLst/>
                        <a:latin typeface="Meiryo UI" panose="020B0604030504040204" pitchFamily="50" charset="-128"/>
                        <a:ea typeface="Meiryo UI" panose="020B0604030504040204" pitchFamily="50" charset="-128"/>
                      </a:endParaRPr>
                    </a:p>
                  </a:txBody>
                  <a:tcPr marL="5324" marR="5324" marT="5324" marB="0" anchor="ctr">
                    <a:solidFill>
                      <a:schemeClr val="accent1"/>
                    </a:solidFill>
                  </a:tcPr>
                </a:tc>
                <a:extLst>
                  <a:ext uri="{0D108BD9-81ED-4DB2-BD59-A6C34878D82A}">
                    <a16:rowId xmlns:a16="http://schemas.microsoft.com/office/drawing/2014/main" val="2112426870"/>
                  </a:ext>
                </a:extLst>
              </a:tr>
              <a:tr h="291981">
                <a:tc vMerge="1">
                  <a:txBody>
                    <a:bodyPr/>
                    <a:lstStyle/>
                    <a:p>
                      <a:pPr algn="ctr" fontAlgn="b"/>
                      <a:endParaRPr lang="en-US" sz="900" b="0" i="0" u="none" strike="noStrike" dirty="0">
                        <a:solidFill>
                          <a:schemeClr val="bg1"/>
                        </a:solidFill>
                        <a:effectLst/>
                        <a:latin typeface="Meiryo UI" panose="020B0604030504040204" pitchFamily="50" charset="-128"/>
                        <a:ea typeface="Meiryo UI" panose="020B0604030504040204" pitchFamily="50" charset="-128"/>
                      </a:endParaRPr>
                    </a:p>
                  </a:txBody>
                  <a:tcPr marL="5324" marR="5324" marT="5324" marB="0" anchor="ctr">
                    <a:solidFill>
                      <a:schemeClr val="accent5"/>
                    </a:solidFill>
                  </a:tcPr>
                </a:tc>
                <a:tc vMerge="1">
                  <a:txBody>
                    <a:bodyPr/>
                    <a:lstStyle/>
                    <a:p>
                      <a:pPr algn="ctr" fontAlgn="b"/>
                      <a:endParaRPr lang="ja-JP" altLang="en-US" sz="900" b="0" i="0" u="none" strike="noStrike" dirty="0">
                        <a:solidFill>
                          <a:schemeClr val="bg1"/>
                        </a:solidFill>
                        <a:effectLst/>
                        <a:latin typeface="Meiryo UI" panose="020B0604030504040204" pitchFamily="50" charset="-128"/>
                        <a:ea typeface="Meiryo UI" panose="020B0604030504040204" pitchFamily="50" charset="-128"/>
                      </a:endParaRPr>
                    </a:p>
                  </a:txBody>
                  <a:tcPr marL="5324" marR="5324" marT="5324" marB="0" anchor="ctr">
                    <a:lnR w="12700" cap="flat" cmpd="sng" algn="ctr">
                      <a:solidFill>
                        <a:schemeClr val="bg1"/>
                      </a:solidFill>
                      <a:prstDash val="solid"/>
                      <a:round/>
                      <a:headEnd type="none" w="med" len="med"/>
                      <a:tailEnd type="none" w="med" len="med"/>
                    </a:lnR>
                    <a:solidFill>
                      <a:schemeClr val="accent5"/>
                    </a:solidFill>
                  </a:tcPr>
                </a:tc>
                <a:tc>
                  <a:txBody>
                    <a:bodyPr/>
                    <a:lstStyle/>
                    <a:p>
                      <a:pPr algn="ctr" fontAlgn="b"/>
                      <a:r>
                        <a:rPr lang="ja-JP" altLang="en-US" sz="1600" b="1" u="none" strike="noStrike" dirty="0">
                          <a:solidFill>
                            <a:schemeClr val="bg1"/>
                          </a:solidFill>
                          <a:effectLst/>
                          <a:latin typeface="游ゴシック" panose="020B0400000000000000" pitchFamily="50" charset="-128"/>
                          <a:ea typeface="游ゴシック" panose="020B0400000000000000" pitchFamily="50" charset="-128"/>
                        </a:rPr>
                        <a:t>上</a:t>
                      </a:r>
                      <a:endParaRPr lang="ja-JP" altLang="en-US" sz="1600" b="1" i="0" u="none" strike="noStrike" dirty="0">
                        <a:solidFill>
                          <a:schemeClr val="bg1"/>
                        </a:solidFill>
                        <a:effectLst/>
                        <a:latin typeface="游ゴシック" panose="020B0400000000000000" pitchFamily="50" charset="-128"/>
                        <a:ea typeface="游ゴシック" panose="020B0400000000000000" pitchFamily="50" charset="-128"/>
                      </a:endParaRPr>
                    </a:p>
                  </a:txBody>
                  <a:tcPr marL="36000" marR="36000" marT="36000" marB="36000" anchor="ctr">
                    <a:solidFill>
                      <a:schemeClr val="accent1"/>
                    </a:solidFill>
                  </a:tcPr>
                </a:tc>
                <a:tc>
                  <a:txBody>
                    <a:bodyPr/>
                    <a:lstStyle/>
                    <a:p>
                      <a:pPr algn="ctr" fontAlgn="b"/>
                      <a:r>
                        <a:rPr lang="ja-JP" altLang="en-US" sz="1600" b="1" u="none" strike="noStrike" dirty="0">
                          <a:solidFill>
                            <a:schemeClr val="bg1"/>
                          </a:solidFill>
                          <a:effectLst/>
                          <a:latin typeface="游ゴシック" panose="020B0400000000000000" pitchFamily="50" charset="-128"/>
                          <a:ea typeface="游ゴシック" panose="020B0400000000000000" pitchFamily="50" charset="-128"/>
                        </a:rPr>
                        <a:t>中</a:t>
                      </a:r>
                      <a:endParaRPr lang="ja-JP" altLang="en-US" sz="1600" b="1" i="0" u="none" strike="noStrike" dirty="0">
                        <a:solidFill>
                          <a:schemeClr val="bg1"/>
                        </a:solidFill>
                        <a:effectLst/>
                        <a:latin typeface="游ゴシック" panose="020B0400000000000000" pitchFamily="50" charset="-128"/>
                        <a:ea typeface="游ゴシック" panose="020B0400000000000000" pitchFamily="50" charset="-128"/>
                      </a:endParaRPr>
                    </a:p>
                  </a:txBody>
                  <a:tcPr marL="36000" marR="36000" marT="36000" marB="36000" anchor="ctr">
                    <a:solidFill>
                      <a:schemeClr val="accent1"/>
                    </a:solidFill>
                  </a:tcPr>
                </a:tc>
                <a:tc>
                  <a:txBody>
                    <a:bodyPr/>
                    <a:lstStyle/>
                    <a:p>
                      <a:pPr algn="ctr" fontAlgn="b"/>
                      <a:r>
                        <a:rPr lang="ja-JP" altLang="en-US" sz="1600" b="1" u="none" strike="noStrike" dirty="0">
                          <a:solidFill>
                            <a:schemeClr val="bg1"/>
                          </a:solidFill>
                          <a:effectLst/>
                          <a:latin typeface="游ゴシック" panose="020B0400000000000000" pitchFamily="50" charset="-128"/>
                          <a:ea typeface="游ゴシック" panose="020B0400000000000000" pitchFamily="50" charset="-128"/>
                        </a:rPr>
                        <a:t>下</a:t>
                      </a:r>
                      <a:endParaRPr lang="ja-JP" altLang="en-US" sz="1600" b="1" i="0" u="none" strike="noStrike" dirty="0">
                        <a:solidFill>
                          <a:schemeClr val="bg1"/>
                        </a:solidFill>
                        <a:effectLst/>
                        <a:latin typeface="游ゴシック" panose="020B0400000000000000" pitchFamily="50" charset="-128"/>
                        <a:ea typeface="游ゴシック" panose="020B0400000000000000" pitchFamily="50" charset="-128"/>
                      </a:endParaRPr>
                    </a:p>
                  </a:txBody>
                  <a:tcPr marL="36000" marR="36000" marT="36000" marB="36000" anchor="ctr">
                    <a:solidFill>
                      <a:schemeClr val="accent1"/>
                    </a:solidFill>
                  </a:tcPr>
                </a:tc>
                <a:tc>
                  <a:txBody>
                    <a:bodyPr/>
                    <a:lstStyle/>
                    <a:p>
                      <a:pPr algn="ctr" fontAlgn="b"/>
                      <a:r>
                        <a:rPr lang="ja-JP" altLang="en-US" sz="1600" b="1" u="none" strike="noStrike" dirty="0">
                          <a:solidFill>
                            <a:schemeClr val="bg1"/>
                          </a:solidFill>
                          <a:effectLst/>
                          <a:latin typeface="游ゴシック" panose="020B0400000000000000" pitchFamily="50" charset="-128"/>
                          <a:ea typeface="游ゴシック" panose="020B0400000000000000" pitchFamily="50" charset="-128"/>
                        </a:rPr>
                        <a:t>上</a:t>
                      </a:r>
                      <a:endParaRPr lang="ja-JP" altLang="en-US" sz="1600" b="1" i="0" u="none" strike="noStrike" dirty="0">
                        <a:solidFill>
                          <a:schemeClr val="bg1"/>
                        </a:solidFill>
                        <a:effectLst/>
                        <a:latin typeface="游ゴシック" panose="020B0400000000000000" pitchFamily="50" charset="-128"/>
                        <a:ea typeface="游ゴシック" panose="020B0400000000000000" pitchFamily="50" charset="-128"/>
                      </a:endParaRPr>
                    </a:p>
                  </a:txBody>
                  <a:tcPr marL="36000" marR="36000" marT="36000" marB="36000" anchor="ctr">
                    <a:solidFill>
                      <a:schemeClr val="accent1"/>
                    </a:solidFill>
                  </a:tcPr>
                </a:tc>
                <a:tc>
                  <a:txBody>
                    <a:bodyPr/>
                    <a:lstStyle/>
                    <a:p>
                      <a:pPr algn="ctr" fontAlgn="b"/>
                      <a:r>
                        <a:rPr lang="ja-JP" altLang="en-US" sz="1600" b="1" u="none" strike="noStrike" dirty="0">
                          <a:solidFill>
                            <a:schemeClr val="bg1"/>
                          </a:solidFill>
                          <a:effectLst/>
                          <a:latin typeface="游ゴシック" panose="020B0400000000000000" pitchFamily="50" charset="-128"/>
                          <a:ea typeface="游ゴシック" panose="020B0400000000000000" pitchFamily="50" charset="-128"/>
                        </a:rPr>
                        <a:t>中</a:t>
                      </a:r>
                      <a:endParaRPr lang="ja-JP" altLang="en-US" sz="1600" b="1" i="0" u="none" strike="noStrike" dirty="0">
                        <a:solidFill>
                          <a:schemeClr val="bg1"/>
                        </a:solidFill>
                        <a:effectLst/>
                        <a:latin typeface="游ゴシック" panose="020B0400000000000000" pitchFamily="50" charset="-128"/>
                        <a:ea typeface="游ゴシック" panose="020B0400000000000000" pitchFamily="50" charset="-128"/>
                      </a:endParaRPr>
                    </a:p>
                  </a:txBody>
                  <a:tcPr marL="36000" marR="36000" marT="36000" marB="36000" anchor="ctr">
                    <a:solidFill>
                      <a:schemeClr val="accent1"/>
                    </a:solidFill>
                  </a:tcPr>
                </a:tc>
                <a:tc>
                  <a:txBody>
                    <a:bodyPr/>
                    <a:lstStyle/>
                    <a:p>
                      <a:pPr algn="ctr" fontAlgn="b"/>
                      <a:r>
                        <a:rPr lang="ja-JP" altLang="en-US" sz="1600" b="1" u="none" strike="noStrike" dirty="0">
                          <a:solidFill>
                            <a:schemeClr val="bg1"/>
                          </a:solidFill>
                          <a:effectLst/>
                          <a:latin typeface="游ゴシック" panose="020B0400000000000000" pitchFamily="50" charset="-128"/>
                          <a:ea typeface="游ゴシック" panose="020B0400000000000000" pitchFamily="50" charset="-128"/>
                        </a:rPr>
                        <a:t>下</a:t>
                      </a:r>
                      <a:endParaRPr lang="ja-JP" altLang="en-US" sz="1600" b="1" i="0" u="none" strike="noStrike" dirty="0">
                        <a:solidFill>
                          <a:schemeClr val="bg1"/>
                        </a:solidFill>
                        <a:effectLst/>
                        <a:latin typeface="游ゴシック" panose="020B0400000000000000" pitchFamily="50" charset="-128"/>
                        <a:ea typeface="游ゴシック" panose="020B0400000000000000" pitchFamily="50" charset="-128"/>
                      </a:endParaRPr>
                    </a:p>
                  </a:txBody>
                  <a:tcPr marL="36000" marR="36000" marT="36000" marB="36000" anchor="ctr">
                    <a:solidFill>
                      <a:schemeClr val="accent1"/>
                    </a:solidFill>
                  </a:tcPr>
                </a:tc>
                <a:tc>
                  <a:txBody>
                    <a:bodyPr/>
                    <a:lstStyle/>
                    <a:p>
                      <a:pPr algn="ctr" fontAlgn="b"/>
                      <a:r>
                        <a:rPr lang="ja-JP" altLang="en-US" sz="1600" b="1" u="none" strike="noStrike" dirty="0">
                          <a:solidFill>
                            <a:schemeClr val="bg1"/>
                          </a:solidFill>
                          <a:effectLst/>
                          <a:latin typeface="游ゴシック" panose="020B0400000000000000" pitchFamily="50" charset="-128"/>
                          <a:ea typeface="游ゴシック" panose="020B0400000000000000" pitchFamily="50" charset="-128"/>
                        </a:rPr>
                        <a:t>上</a:t>
                      </a:r>
                      <a:endParaRPr lang="ja-JP" altLang="en-US" sz="1600" b="1" i="0" u="none" strike="noStrike" dirty="0">
                        <a:solidFill>
                          <a:schemeClr val="bg1"/>
                        </a:solidFill>
                        <a:effectLst/>
                        <a:latin typeface="游ゴシック" panose="020B0400000000000000" pitchFamily="50" charset="-128"/>
                        <a:ea typeface="游ゴシック" panose="020B0400000000000000" pitchFamily="50" charset="-128"/>
                      </a:endParaRPr>
                    </a:p>
                  </a:txBody>
                  <a:tcPr marL="36000" marR="36000" marT="36000" marB="36000" anchor="ctr">
                    <a:solidFill>
                      <a:schemeClr val="accent1"/>
                    </a:solidFill>
                  </a:tcPr>
                </a:tc>
                <a:tc>
                  <a:txBody>
                    <a:bodyPr/>
                    <a:lstStyle/>
                    <a:p>
                      <a:pPr algn="ctr" fontAlgn="b"/>
                      <a:r>
                        <a:rPr lang="ja-JP" altLang="en-US" sz="1600" b="1" u="none" strike="noStrike" dirty="0">
                          <a:solidFill>
                            <a:schemeClr val="bg1"/>
                          </a:solidFill>
                          <a:effectLst/>
                          <a:latin typeface="游ゴシック" panose="020B0400000000000000" pitchFamily="50" charset="-128"/>
                          <a:ea typeface="游ゴシック" panose="020B0400000000000000" pitchFamily="50" charset="-128"/>
                        </a:rPr>
                        <a:t>中</a:t>
                      </a:r>
                      <a:endParaRPr lang="ja-JP" altLang="en-US" sz="1600" b="1" i="0" u="none" strike="noStrike" dirty="0">
                        <a:solidFill>
                          <a:schemeClr val="bg1"/>
                        </a:solidFill>
                        <a:effectLst/>
                        <a:latin typeface="游ゴシック" panose="020B0400000000000000" pitchFamily="50" charset="-128"/>
                        <a:ea typeface="游ゴシック" panose="020B0400000000000000" pitchFamily="50" charset="-128"/>
                      </a:endParaRPr>
                    </a:p>
                  </a:txBody>
                  <a:tcPr marL="36000" marR="36000" marT="36000" marB="36000" anchor="ctr">
                    <a:solidFill>
                      <a:schemeClr val="accent1"/>
                    </a:solidFill>
                  </a:tcPr>
                </a:tc>
                <a:tc>
                  <a:txBody>
                    <a:bodyPr/>
                    <a:lstStyle/>
                    <a:p>
                      <a:pPr algn="ctr" fontAlgn="b"/>
                      <a:r>
                        <a:rPr lang="ja-JP" altLang="en-US" sz="1600" b="1" u="none" strike="noStrike" dirty="0">
                          <a:solidFill>
                            <a:schemeClr val="bg1"/>
                          </a:solidFill>
                          <a:effectLst/>
                          <a:latin typeface="游ゴシック" panose="020B0400000000000000" pitchFamily="50" charset="-128"/>
                          <a:ea typeface="游ゴシック" panose="020B0400000000000000" pitchFamily="50" charset="-128"/>
                        </a:rPr>
                        <a:t>下</a:t>
                      </a:r>
                      <a:endParaRPr lang="ja-JP" altLang="en-US" sz="1600" b="1" i="0" u="none" strike="noStrike" dirty="0">
                        <a:solidFill>
                          <a:schemeClr val="bg1"/>
                        </a:solidFill>
                        <a:effectLst/>
                        <a:latin typeface="游ゴシック" panose="020B0400000000000000" pitchFamily="50" charset="-128"/>
                        <a:ea typeface="游ゴシック" panose="020B0400000000000000" pitchFamily="50" charset="-128"/>
                      </a:endParaRPr>
                    </a:p>
                  </a:txBody>
                  <a:tcPr marL="36000" marR="36000" marT="36000" marB="36000" anchor="ctr">
                    <a:solidFill>
                      <a:schemeClr val="accent1"/>
                    </a:solidFill>
                  </a:tcPr>
                </a:tc>
                <a:tc>
                  <a:txBody>
                    <a:bodyPr/>
                    <a:lstStyle/>
                    <a:p>
                      <a:pPr algn="ctr" fontAlgn="b"/>
                      <a:r>
                        <a:rPr lang="ja-JP" altLang="en-US" sz="1600" b="1" u="none" strike="noStrike" dirty="0">
                          <a:solidFill>
                            <a:schemeClr val="bg1"/>
                          </a:solidFill>
                          <a:effectLst/>
                          <a:latin typeface="游ゴシック" panose="020B0400000000000000" pitchFamily="50" charset="-128"/>
                          <a:ea typeface="游ゴシック" panose="020B0400000000000000" pitchFamily="50" charset="-128"/>
                        </a:rPr>
                        <a:t>上</a:t>
                      </a:r>
                      <a:endParaRPr lang="ja-JP" altLang="en-US" sz="1600" b="1" i="0" u="none" strike="noStrike" dirty="0">
                        <a:solidFill>
                          <a:schemeClr val="bg1"/>
                        </a:solidFill>
                        <a:effectLst/>
                        <a:latin typeface="游ゴシック" panose="020B0400000000000000" pitchFamily="50" charset="-128"/>
                        <a:ea typeface="游ゴシック" panose="020B0400000000000000" pitchFamily="50" charset="-128"/>
                      </a:endParaRPr>
                    </a:p>
                  </a:txBody>
                  <a:tcPr marL="36000" marR="36000" marT="36000" marB="36000" anchor="ctr">
                    <a:solidFill>
                      <a:schemeClr val="accent1"/>
                    </a:solidFill>
                  </a:tcPr>
                </a:tc>
                <a:tc>
                  <a:txBody>
                    <a:bodyPr/>
                    <a:lstStyle/>
                    <a:p>
                      <a:pPr algn="ctr" fontAlgn="b"/>
                      <a:r>
                        <a:rPr lang="ja-JP" altLang="en-US" sz="1600" b="1" u="none" strike="noStrike" dirty="0">
                          <a:solidFill>
                            <a:schemeClr val="bg1"/>
                          </a:solidFill>
                          <a:effectLst/>
                          <a:latin typeface="游ゴシック" panose="020B0400000000000000" pitchFamily="50" charset="-128"/>
                          <a:ea typeface="游ゴシック" panose="020B0400000000000000" pitchFamily="50" charset="-128"/>
                        </a:rPr>
                        <a:t>中</a:t>
                      </a:r>
                      <a:endParaRPr lang="ja-JP" altLang="en-US" sz="1600" b="1" i="0" u="none" strike="noStrike" dirty="0">
                        <a:solidFill>
                          <a:schemeClr val="bg1"/>
                        </a:solidFill>
                        <a:effectLst/>
                        <a:latin typeface="游ゴシック" panose="020B0400000000000000" pitchFamily="50" charset="-128"/>
                        <a:ea typeface="游ゴシック" panose="020B0400000000000000" pitchFamily="50" charset="-128"/>
                      </a:endParaRPr>
                    </a:p>
                  </a:txBody>
                  <a:tcPr marL="36000" marR="36000" marT="36000" marB="36000" anchor="ctr">
                    <a:solidFill>
                      <a:schemeClr val="accent1"/>
                    </a:solidFill>
                  </a:tcPr>
                </a:tc>
                <a:tc>
                  <a:txBody>
                    <a:bodyPr/>
                    <a:lstStyle/>
                    <a:p>
                      <a:pPr algn="ctr" fontAlgn="b"/>
                      <a:r>
                        <a:rPr lang="ja-JP" altLang="en-US" sz="1600" b="1" u="none" strike="noStrike" dirty="0">
                          <a:solidFill>
                            <a:schemeClr val="bg1"/>
                          </a:solidFill>
                          <a:effectLst/>
                          <a:latin typeface="游ゴシック" panose="020B0400000000000000" pitchFamily="50" charset="-128"/>
                          <a:ea typeface="游ゴシック" panose="020B0400000000000000" pitchFamily="50" charset="-128"/>
                        </a:rPr>
                        <a:t>下</a:t>
                      </a:r>
                      <a:endParaRPr lang="ja-JP" altLang="en-US" sz="1600" b="1" i="0" u="none" strike="noStrike" dirty="0">
                        <a:solidFill>
                          <a:schemeClr val="bg1"/>
                        </a:solidFill>
                        <a:effectLst/>
                        <a:latin typeface="游ゴシック" panose="020B0400000000000000" pitchFamily="50" charset="-128"/>
                        <a:ea typeface="游ゴシック" panose="020B0400000000000000" pitchFamily="50" charset="-128"/>
                      </a:endParaRPr>
                    </a:p>
                  </a:txBody>
                  <a:tcPr marL="36000" marR="36000" marT="36000" marB="36000" anchor="ctr">
                    <a:solidFill>
                      <a:schemeClr val="accent1"/>
                    </a:solidFill>
                  </a:tcPr>
                </a:tc>
                <a:tc>
                  <a:txBody>
                    <a:bodyPr/>
                    <a:lstStyle/>
                    <a:p>
                      <a:pPr algn="ctr" fontAlgn="b"/>
                      <a:r>
                        <a:rPr lang="ja-JP" altLang="en-US" sz="1600" b="1" u="none" strike="noStrike" dirty="0">
                          <a:solidFill>
                            <a:schemeClr val="bg1"/>
                          </a:solidFill>
                          <a:effectLst/>
                          <a:latin typeface="游ゴシック" panose="020B0400000000000000" pitchFamily="50" charset="-128"/>
                          <a:ea typeface="游ゴシック" panose="020B0400000000000000" pitchFamily="50" charset="-128"/>
                        </a:rPr>
                        <a:t>上</a:t>
                      </a:r>
                      <a:endParaRPr lang="ja-JP" altLang="en-US" sz="1600" b="1" i="0" u="none" strike="noStrike" dirty="0">
                        <a:solidFill>
                          <a:schemeClr val="bg1"/>
                        </a:solidFill>
                        <a:effectLst/>
                        <a:latin typeface="游ゴシック" panose="020B0400000000000000" pitchFamily="50" charset="-128"/>
                        <a:ea typeface="游ゴシック" panose="020B0400000000000000" pitchFamily="50" charset="-128"/>
                      </a:endParaRPr>
                    </a:p>
                  </a:txBody>
                  <a:tcPr marL="36000" marR="36000" marT="36000" marB="36000" anchor="ctr">
                    <a:solidFill>
                      <a:schemeClr val="accent1"/>
                    </a:solidFill>
                  </a:tcPr>
                </a:tc>
                <a:tc>
                  <a:txBody>
                    <a:bodyPr/>
                    <a:lstStyle/>
                    <a:p>
                      <a:pPr algn="ctr" fontAlgn="b"/>
                      <a:r>
                        <a:rPr lang="ja-JP" altLang="en-US" sz="1600" b="1" u="none" strike="noStrike" dirty="0">
                          <a:solidFill>
                            <a:schemeClr val="bg1"/>
                          </a:solidFill>
                          <a:effectLst/>
                          <a:latin typeface="游ゴシック" panose="020B0400000000000000" pitchFamily="50" charset="-128"/>
                          <a:ea typeface="游ゴシック" panose="020B0400000000000000" pitchFamily="50" charset="-128"/>
                        </a:rPr>
                        <a:t>中</a:t>
                      </a:r>
                      <a:endParaRPr lang="ja-JP" altLang="en-US" sz="1600" b="1" i="0" u="none" strike="noStrike" dirty="0">
                        <a:solidFill>
                          <a:schemeClr val="bg1"/>
                        </a:solidFill>
                        <a:effectLst/>
                        <a:latin typeface="游ゴシック" panose="020B0400000000000000" pitchFamily="50" charset="-128"/>
                        <a:ea typeface="游ゴシック" panose="020B0400000000000000" pitchFamily="50" charset="-128"/>
                      </a:endParaRPr>
                    </a:p>
                  </a:txBody>
                  <a:tcPr marL="36000" marR="36000" marT="36000" marB="36000" anchor="ctr">
                    <a:solidFill>
                      <a:schemeClr val="accent1"/>
                    </a:solidFill>
                  </a:tcPr>
                </a:tc>
                <a:tc>
                  <a:txBody>
                    <a:bodyPr/>
                    <a:lstStyle/>
                    <a:p>
                      <a:pPr algn="ctr" fontAlgn="b"/>
                      <a:r>
                        <a:rPr lang="ja-JP" altLang="en-US" sz="1600" b="1" u="none" strike="noStrike" dirty="0">
                          <a:solidFill>
                            <a:schemeClr val="bg1"/>
                          </a:solidFill>
                          <a:effectLst/>
                          <a:latin typeface="游ゴシック" panose="020B0400000000000000" pitchFamily="50" charset="-128"/>
                          <a:ea typeface="游ゴシック" panose="020B0400000000000000" pitchFamily="50" charset="-128"/>
                        </a:rPr>
                        <a:t>下</a:t>
                      </a:r>
                      <a:endParaRPr lang="ja-JP" altLang="en-US" sz="1600" b="1" i="0" u="none" strike="noStrike" dirty="0">
                        <a:solidFill>
                          <a:schemeClr val="bg1"/>
                        </a:solidFill>
                        <a:effectLst/>
                        <a:latin typeface="游ゴシック" panose="020B0400000000000000" pitchFamily="50" charset="-128"/>
                        <a:ea typeface="游ゴシック" panose="020B0400000000000000" pitchFamily="50" charset="-128"/>
                      </a:endParaRPr>
                    </a:p>
                  </a:txBody>
                  <a:tcPr marL="36000" marR="36000" marT="36000" marB="36000" anchor="ctr">
                    <a:solidFill>
                      <a:schemeClr val="accent1"/>
                    </a:solidFill>
                  </a:tcPr>
                </a:tc>
                <a:tc>
                  <a:txBody>
                    <a:bodyPr/>
                    <a:lstStyle/>
                    <a:p>
                      <a:pPr algn="ctr" fontAlgn="b"/>
                      <a:r>
                        <a:rPr lang="ja-JP" altLang="en-US" sz="1600" b="1" u="none" strike="noStrike" dirty="0">
                          <a:solidFill>
                            <a:schemeClr val="bg1"/>
                          </a:solidFill>
                          <a:effectLst/>
                          <a:latin typeface="游ゴシック" panose="020B0400000000000000" pitchFamily="50" charset="-128"/>
                          <a:ea typeface="游ゴシック" panose="020B0400000000000000" pitchFamily="50" charset="-128"/>
                        </a:rPr>
                        <a:t>上</a:t>
                      </a:r>
                      <a:endParaRPr lang="ja-JP" altLang="en-US" sz="1600" b="1" i="0" u="none" strike="noStrike" dirty="0">
                        <a:solidFill>
                          <a:schemeClr val="bg1"/>
                        </a:solidFill>
                        <a:effectLst/>
                        <a:latin typeface="游ゴシック" panose="020B0400000000000000" pitchFamily="50" charset="-128"/>
                        <a:ea typeface="游ゴシック" panose="020B0400000000000000" pitchFamily="50" charset="-128"/>
                      </a:endParaRPr>
                    </a:p>
                  </a:txBody>
                  <a:tcPr marL="36000" marR="36000" marT="36000" marB="36000" anchor="ctr">
                    <a:solidFill>
                      <a:schemeClr val="accent1"/>
                    </a:solidFill>
                  </a:tcPr>
                </a:tc>
                <a:tc>
                  <a:txBody>
                    <a:bodyPr/>
                    <a:lstStyle/>
                    <a:p>
                      <a:pPr algn="ctr" fontAlgn="b"/>
                      <a:r>
                        <a:rPr lang="ja-JP" altLang="en-US" sz="1600" b="1" u="none" strike="noStrike" dirty="0">
                          <a:solidFill>
                            <a:schemeClr val="bg1"/>
                          </a:solidFill>
                          <a:effectLst/>
                          <a:latin typeface="游ゴシック" panose="020B0400000000000000" pitchFamily="50" charset="-128"/>
                          <a:ea typeface="游ゴシック" panose="020B0400000000000000" pitchFamily="50" charset="-128"/>
                        </a:rPr>
                        <a:t>中</a:t>
                      </a:r>
                      <a:endParaRPr lang="ja-JP" altLang="en-US" sz="1600" b="1" i="0" u="none" strike="noStrike" dirty="0">
                        <a:solidFill>
                          <a:schemeClr val="bg1"/>
                        </a:solidFill>
                        <a:effectLst/>
                        <a:latin typeface="游ゴシック" panose="020B0400000000000000" pitchFamily="50" charset="-128"/>
                        <a:ea typeface="游ゴシック" panose="020B0400000000000000" pitchFamily="50" charset="-128"/>
                      </a:endParaRPr>
                    </a:p>
                  </a:txBody>
                  <a:tcPr marL="36000" marR="36000" marT="36000" marB="36000" anchor="ctr">
                    <a:solidFill>
                      <a:schemeClr val="accent1"/>
                    </a:solidFill>
                  </a:tcPr>
                </a:tc>
                <a:tc>
                  <a:txBody>
                    <a:bodyPr/>
                    <a:lstStyle/>
                    <a:p>
                      <a:pPr algn="ctr" fontAlgn="b"/>
                      <a:r>
                        <a:rPr lang="ja-JP" altLang="en-US" sz="1600" b="1" u="none" strike="noStrike" dirty="0">
                          <a:solidFill>
                            <a:schemeClr val="bg1"/>
                          </a:solidFill>
                          <a:effectLst/>
                          <a:latin typeface="游ゴシック" panose="020B0400000000000000" pitchFamily="50" charset="-128"/>
                          <a:ea typeface="游ゴシック" panose="020B0400000000000000" pitchFamily="50" charset="-128"/>
                        </a:rPr>
                        <a:t>下</a:t>
                      </a:r>
                      <a:endParaRPr lang="ja-JP" altLang="en-US" sz="1600" b="1" i="0" u="none" strike="noStrike" dirty="0">
                        <a:solidFill>
                          <a:schemeClr val="bg1"/>
                        </a:solidFill>
                        <a:effectLst/>
                        <a:latin typeface="游ゴシック" panose="020B0400000000000000" pitchFamily="50" charset="-128"/>
                        <a:ea typeface="游ゴシック" panose="020B0400000000000000" pitchFamily="50" charset="-128"/>
                      </a:endParaRPr>
                    </a:p>
                  </a:txBody>
                  <a:tcPr marL="36000" marR="36000" marT="36000" marB="36000" anchor="ctr">
                    <a:solidFill>
                      <a:schemeClr val="accent1"/>
                    </a:solidFill>
                  </a:tcPr>
                </a:tc>
                <a:tc>
                  <a:txBody>
                    <a:bodyPr/>
                    <a:lstStyle/>
                    <a:p>
                      <a:pPr algn="ctr" fontAlgn="b"/>
                      <a:r>
                        <a:rPr lang="ja-JP" altLang="en-US" sz="1600" b="1" u="none" strike="noStrike" dirty="0">
                          <a:solidFill>
                            <a:schemeClr val="bg1"/>
                          </a:solidFill>
                          <a:effectLst/>
                          <a:latin typeface="游ゴシック" panose="020B0400000000000000" pitchFamily="50" charset="-128"/>
                          <a:ea typeface="游ゴシック" panose="020B0400000000000000" pitchFamily="50" charset="-128"/>
                        </a:rPr>
                        <a:t>上</a:t>
                      </a:r>
                      <a:endParaRPr lang="ja-JP" altLang="en-US" sz="1600" b="1" i="0" u="none" strike="noStrike" dirty="0">
                        <a:solidFill>
                          <a:schemeClr val="bg1"/>
                        </a:solidFill>
                        <a:effectLst/>
                        <a:latin typeface="游ゴシック" panose="020B0400000000000000" pitchFamily="50" charset="-128"/>
                        <a:ea typeface="游ゴシック" panose="020B0400000000000000" pitchFamily="50" charset="-128"/>
                      </a:endParaRPr>
                    </a:p>
                  </a:txBody>
                  <a:tcPr marL="36000" marR="36000" marT="36000" marB="36000" anchor="ctr">
                    <a:solidFill>
                      <a:schemeClr val="accent1"/>
                    </a:solidFill>
                  </a:tcPr>
                </a:tc>
                <a:tc>
                  <a:txBody>
                    <a:bodyPr/>
                    <a:lstStyle/>
                    <a:p>
                      <a:pPr algn="ctr" fontAlgn="b"/>
                      <a:r>
                        <a:rPr lang="ja-JP" altLang="en-US" sz="1600" b="1" u="none" strike="noStrike" dirty="0">
                          <a:solidFill>
                            <a:schemeClr val="bg1"/>
                          </a:solidFill>
                          <a:effectLst/>
                          <a:latin typeface="游ゴシック" panose="020B0400000000000000" pitchFamily="50" charset="-128"/>
                          <a:ea typeface="游ゴシック" panose="020B0400000000000000" pitchFamily="50" charset="-128"/>
                        </a:rPr>
                        <a:t>中</a:t>
                      </a:r>
                      <a:endParaRPr lang="ja-JP" altLang="en-US" sz="1600" b="1" i="0" u="none" strike="noStrike" dirty="0">
                        <a:solidFill>
                          <a:schemeClr val="bg1"/>
                        </a:solidFill>
                        <a:effectLst/>
                        <a:latin typeface="游ゴシック" panose="020B0400000000000000" pitchFamily="50" charset="-128"/>
                        <a:ea typeface="游ゴシック" panose="020B0400000000000000" pitchFamily="50" charset="-128"/>
                      </a:endParaRPr>
                    </a:p>
                  </a:txBody>
                  <a:tcPr marL="36000" marR="36000" marT="36000" marB="36000" anchor="ctr">
                    <a:solidFill>
                      <a:schemeClr val="accent1"/>
                    </a:solidFill>
                  </a:tcPr>
                </a:tc>
                <a:tc>
                  <a:txBody>
                    <a:bodyPr/>
                    <a:lstStyle/>
                    <a:p>
                      <a:pPr algn="ctr" fontAlgn="b"/>
                      <a:r>
                        <a:rPr lang="ja-JP" altLang="en-US" sz="1600" b="1" u="none" strike="noStrike" dirty="0">
                          <a:solidFill>
                            <a:schemeClr val="bg1"/>
                          </a:solidFill>
                          <a:effectLst/>
                          <a:latin typeface="游ゴシック" panose="020B0400000000000000" pitchFamily="50" charset="-128"/>
                          <a:ea typeface="游ゴシック" panose="020B0400000000000000" pitchFamily="50" charset="-128"/>
                        </a:rPr>
                        <a:t>下</a:t>
                      </a:r>
                      <a:endParaRPr lang="ja-JP" altLang="en-US" sz="1600" b="1" i="0" u="none" strike="noStrike" dirty="0">
                        <a:solidFill>
                          <a:schemeClr val="bg1"/>
                        </a:solidFill>
                        <a:effectLst/>
                        <a:latin typeface="游ゴシック" panose="020B0400000000000000" pitchFamily="50" charset="-128"/>
                        <a:ea typeface="游ゴシック" panose="020B0400000000000000" pitchFamily="50" charset="-128"/>
                      </a:endParaRPr>
                    </a:p>
                  </a:txBody>
                  <a:tcPr marL="36000" marR="36000" marT="36000" marB="36000" anchor="ctr">
                    <a:solidFill>
                      <a:schemeClr val="accent1"/>
                    </a:solidFill>
                  </a:tcPr>
                </a:tc>
                <a:extLst>
                  <a:ext uri="{0D108BD9-81ED-4DB2-BD59-A6C34878D82A}">
                    <a16:rowId xmlns:a16="http://schemas.microsoft.com/office/drawing/2014/main" val="795423593"/>
                  </a:ext>
                </a:extLst>
              </a:tr>
              <a:tr h="772189">
                <a:tc>
                  <a:txBody>
                    <a:bodyPr/>
                    <a:lstStyle/>
                    <a:p>
                      <a:pPr algn="ctr" fontAlgn="b"/>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r>
                        <a:rPr lang="ja-JP" altLang="en-US" sz="1600" u="none" strike="noStrike" dirty="0">
                          <a:effectLst/>
                          <a:latin typeface="游ゴシック" panose="020B0400000000000000" pitchFamily="50" charset="-128"/>
                          <a:ea typeface="游ゴシック" panose="020B0400000000000000" pitchFamily="50" charset="-128"/>
                        </a:rPr>
                        <a:t>マイルストーン</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extLst>
                  <a:ext uri="{0D108BD9-81ED-4DB2-BD59-A6C34878D82A}">
                    <a16:rowId xmlns:a16="http://schemas.microsoft.com/office/drawing/2014/main" val="1373167707"/>
                  </a:ext>
                </a:extLst>
              </a:tr>
              <a:tr h="772189">
                <a:tc>
                  <a:txBody>
                    <a:bodyPr/>
                    <a:lstStyle/>
                    <a:p>
                      <a:pPr algn="ctr" fontAlgn="t"/>
                      <a:r>
                        <a:rPr lang="en-US" sz="1600" u="none" strike="noStrike" dirty="0">
                          <a:effectLst/>
                          <a:latin typeface="游ゴシック" panose="020B0400000000000000" pitchFamily="50" charset="-128"/>
                          <a:ea typeface="游ゴシック" panose="020B0400000000000000" pitchFamily="50" charset="-128"/>
                        </a:rPr>
                        <a:t>1</a:t>
                      </a:r>
                      <a:endParaRPr lang="en-US" sz="1600" b="0" i="0" u="none" strike="noStrike" dirty="0">
                        <a:solidFill>
                          <a:schemeClr val="tx1"/>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r>
                        <a:rPr kumimoji="1" lang="ja-JP" altLang="en-US" sz="1600" dirty="0">
                          <a:latin typeface="游ゴシック" panose="020B0400000000000000" pitchFamily="50" charset="-128"/>
                          <a:ea typeface="游ゴシック" panose="020B0400000000000000" pitchFamily="50" charset="-128"/>
                        </a:rPr>
                        <a:t>基本設計</a:t>
                      </a:r>
                    </a:p>
                  </a:txBody>
                  <a:tcPr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extLst>
                  <a:ext uri="{0D108BD9-81ED-4DB2-BD59-A6C34878D82A}">
                    <a16:rowId xmlns:a16="http://schemas.microsoft.com/office/drawing/2014/main" val="3145181180"/>
                  </a:ext>
                </a:extLst>
              </a:tr>
              <a:tr h="772189">
                <a:tc>
                  <a:txBody>
                    <a:bodyPr/>
                    <a:lstStyle/>
                    <a:p>
                      <a:pPr algn="ctr" fontAlgn="t"/>
                      <a:r>
                        <a:rPr lang="en-US" sz="1600" b="0" i="0" u="none" strike="noStrike" dirty="0">
                          <a:solidFill>
                            <a:schemeClr val="tx1"/>
                          </a:solidFill>
                          <a:effectLst/>
                          <a:latin typeface="游ゴシック" panose="020B0400000000000000" pitchFamily="50" charset="-128"/>
                          <a:ea typeface="游ゴシック" panose="020B0400000000000000" pitchFamily="50" charset="-128"/>
                        </a:rPr>
                        <a:t>2</a:t>
                      </a:r>
                    </a:p>
                  </a:txBody>
                  <a:tcPr marL="36000" marR="36000" marT="36000" marB="36000" anchor="ctr"/>
                </a:tc>
                <a:tc>
                  <a:txBody>
                    <a:bodyPr/>
                    <a:lstStyle/>
                    <a:p>
                      <a:r>
                        <a:rPr kumimoji="1" lang="ja-JP" altLang="en-US" sz="1600" dirty="0">
                          <a:latin typeface="游ゴシック" panose="020B0400000000000000" pitchFamily="50" charset="-128"/>
                          <a:ea typeface="游ゴシック" panose="020B0400000000000000" pitchFamily="50" charset="-128"/>
                        </a:rPr>
                        <a:t>詳細設計</a:t>
                      </a:r>
                    </a:p>
                  </a:txBody>
                  <a:tcPr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extLst>
                  <a:ext uri="{0D108BD9-81ED-4DB2-BD59-A6C34878D82A}">
                    <a16:rowId xmlns:a16="http://schemas.microsoft.com/office/drawing/2014/main" val="3940839836"/>
                  </a:ext>
                </a:extLst>
              </a:tr>
              <a:tr h="772189">
                <a:tc>
                  <a:txBody>
                    <a:bodyPr/>
                    <a:lstStyle/>
                    <a:p>
                      <a:pPr algn="ctr" fontAlgn="t"/>
                      <a:r>
                        <a:rPr lang="en-US" sz="1600" b="0" i="0" u="none" strike="noStrike" dirty="0">
                          <a:solidFill>
                            <a:schemeClr val="tx1"/>
                          </a:solidFill>
                          <a:effectLst/>
                          <a:latin typeface="游ゴシック" panose="020B0400000000000000" pitchFamily="50" charset="-128"/>
                          <a:ea typeface="游ゴシック" panose="020B0400000000000000" pitchFamily="50" charset="-128"/>
                        </a:rPr>
                        <a:t>3</a:t>
                      </a:r>
                    </a:p>
                  </a:txBody>
                  <a:tcPr marL="36000" marR="36000" marT="36000" marB="36000" anchor="ctr"/>
                </a:tc>
                <a:tc>
                  <a:txBody>
                    <a:bodyPr/>
                    <a:lstStyle/>
                    <a:p>
                      <a:r>
                        <a:rPr kumimoji="1" lang="ja-JP" altLang="en-US" sz="1600" dirty="0">
                          <a:latin typeface="游ゴシック" panose="020B0400000000000000" pitchFamily="50" charset="-128"/>
                          <a:ea typeface="游ゴシック" panose="020B0400000000000000" pitchFamily="50" charset="-128"/>
                        </a:rPr>
                        <a:t>製造・単体テスト</a:t>
                      </a:r>
                    </a:p>
                  </a:txBody>
                  <a:tcPr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extLst>
                  <a:ext uri="{0D108BD9-81ED-4DB2-BD59-A6C34878D82A}">
                    <a16:rowId xmlns:a16="http://schemas.microsoft.com/office/drawing/2014/main" val="503168459"/>
                  </a:ext>
                </a:extLst>
              </a:tr>
              <a:tr h="772189">
                <a:tc>
                  <a:txBody>
                    <a:bodyPr/>
                    <a:lstStyle/>
                    <a:p>
                      <a:pPr algn="ctr" fontAlgn="t"/>
                      <a:r>
                        <a:rPr lang="en-US" sz="1600" b="0" i="0" u="none" strike="noStrike" dirty="0">
                          <a:solidFill>
                            <a:schemeClr val="tx1"/>
                          </a:solidFill>
                          <a:effectLst/>
                          <a:latin typeface="游ゴシック" panose="020B0400000000000000" pitchFamily="50" charset="-128"/>
                          <a:ea typeface="游ゴシック" panose="020B0400000000000000" pitchFamily="50" charset="-128"/>
                        </a:rPr>
                        <a:t>4</a:t>
                      </a:r>
                    </a:p>
                  </a:txBody>
                  <a:tcPr marL="36000" marR="36000" marT="36000" marB="36000" anchor="ctr"/>
                </a:tc>
                <a:tc>
                  <a:txBody>
                    <a:bodyPr/>
                    <a:lstStyle/>
                    <a:p>
                      <a:r>
                        <a:rPr kumimoji="1" lang="ja-JP" altLang="en-US" sz="1600" dirty="0">
                          <a:latin typeface="游ゴシック" panose="020B0400000000000000" pitchFamily="50" charset="-128"/>
                          <a:ea typeface="游ゴシック" panose="020B0400000000000000" pitchFamily="50" charset="-128"/>
                        </a:rPr>
                        <a:t>結合テスト</a:t>
                      </a:r>
                    </a:p>
                  </a:txBody>
                  <a:tcPr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tc>
                  <a:txBody>
                    <a:bodyPr/>
                    <a:lstStyle/>
                    <a:p>
                      <a:pPr algn="l" fontAlgn="b"/>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000" marR="36000" marT="36000" marB="36000" anchor="ctr"/>
                </a:tc>
                <a:extLst>
                  <a:ext uri="{0D108BD9-81ED-4DB2-BD59-A6C34878D82A}">
                    <a16:rowId xmlns:a16="http://schemas.microsoft.com/office/drawing/2014/main" val="2494387319"/>
                  </a:ext>
                </a:extLst>
              </a:tr>
            </a:tbl>
          </a:graphicData>
        </a:graphic>
      </p:graphicFrame>
      <p:sp>
        <p:nvSpPr>
          <p:cNvPr id="6" name="正方形/長方形 5">
            <a:extLst>
              <a:ext uri="{FF2B5EF4-FFF2-40B4-BE49-F238E27FC236}">
                <a16:creationId xmlns:a16="http://schemas.microsoft.com/office/drawing/2014/main" id="{6FCEAAA2-0FB3-460F-A776-827E9EA80DEF}"/>
              </a:ext>
            </a:extLst>
          </p:cNvPr>
          <p:cNvSpPr/>
          <p:nvPr/>
        </p:nvSpPr>
        <p:spPr>
          <a:xfrm>
            <a:off x="4631913" y="2769803"/>
            <a:ext cx="955221" cy="360000"/>
          </a:xfrm>
          <a:prstGeom prst="rect">
            <a:avLst/>
          </a:prstGeom>
          <a:solidFill>
            <a:schemeClr val="accent1"/>
          </a:solidFill>
          <a:ln>
            <a:solidFill>
              <a:schemeClr val="bg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sz="800" dirty="0">
              <a:solidFill>
                <a:schemeClr val="tx1"/>
              </a:solidFill>
              <a:latin typeface="游ゴシック" panose="020B0400000000000000" pitchFamily="50" charset="-128"/>
              <a:ea typeface="游ゴシック" panose="020B0400000000000000" pitchFamily="50" charset="-128"/>
            </a:endParaRPr>
          </a:p>
        </p:txBody>
      </p:sp>
      <p:grpSp>
        <p:nvGrpSpPr>
          <p:cNvPr id="7" name="グループ化 6">
            <a:extLst>
              <a:ext uri="{FF2B5EF4-FFF2-40B4-BE49-F238E27FC236}">
                <a16:creationId xmlns:a16="http://schemas.microsoft.com/office/drawing/2014/main" id="{E356D5F0-4E7B-4EA3-99D2-1BEE89E16869}"/>
              </a:ext>
            </a:extLst>
          </p:cNvPr>
          <p:cNvGrpSpPr/>
          <p:nvPr/>
        </p:nvGrpSpPr>
        <p:grpSpPr>
          <a:xfrm>
            <a:off x="4365769" y="1946771"/>
            <a:ext cx="955221" cy="471612"/>
            <a:chOff x="5215514" y="1440892"/>
            <a:chExt cx="955221" cy="471612"/>
          </a:xfrm>
        </p:grpSpPr>
        <p:sp>
          <p:nvSpPr>
            <p:cNvPr id="8" name="二等辺三角形 7">
              <a:extLst>
                <a:ext uri="{FF2B5EF4-FFF2-40B4-BE49-F238E27FC236}">
                  <a16:creationId xmlns:a16="http://schemas.microsoft.com/office/drawing/2014/main" id="{8E44405E-F3A8-4677-B3B7-FE95C9ED0E99}"/>
                </a:ext>
              </a:extLst>
            </p:cNvPr>
            <p:cNvSpPr/>
            <p:nvPr/>
          </p:nvSpPr>
          <p:spPr bwMode="auto">
            <a:xfrm rot="10800000">
              <a:off x="5219702" y="1691512"/>
              <a:ext cx="288272" cy="220992"/>
            </a:xfrm>
            <a:prstGeom prst="triangle">
              <a:avLst/>
            </a:prstGeom>
            <a:ln>
              <a:solidFill>
                <a:schemeClr val="accent1"/>
              </a:solidFill>
              <a:headEnd/>
              <a:tailEnd/>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0" lang="ja-JP" altLang="en-US" sz="1200" dirty="0">
                <a:solidFill>
                  <a:schemeClr val="tx1"/>
                </a:solidFill>
                <a:latin typeface="游ゴシック" panose="020B0400000000000000" pitchFamily="50" charset="-128"/>
                <a:ea typeface="游ゴシック" panose="020B0400000000000000" pitchFamily="50" charset="-128"/>
              </a:endParaRPr>
            </a:p>
          </p:txBody>
        </p:sp>
        <p:sp>
          <p:nvSpPr>
            <p:cNvPr id="9" name="テキスト ボックス 8">
              <a:extLst>
                <a:ext uri="{FF2B5EF4-FFF2-40B4-BE49-F238E27FC236}">
                  <a16:creationId xmlns:a16="http://schemas.microsoft.com/office/drawing/2014/main" id="{EFBC31EC-6CF4-4744-BF1A-A4D1EF2321B2}"/>
                </a:ext>
              </a:extLst>
            </p:cNvPr>
            <p:cNvSpPr txBox="1"/>
            <p:nvPr/>
          </p:nvSpPr>
          <p:spPr>
            <a:xfrm>
              <a:off x="5215514" y="1440892"/>
              <a:ext cx="955221" cy="257369"/>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wrap="square" lIns="36000" tIns="36000" rIns="36000" bIns="36000" rtlCol="0" anchor="ctr" anchorCtr="0">
              <a:spAutoFit/>
            </a:bodyPr>
            <a:lstStyle/>
            <a:p>
              <a:pPr algn="ctr"/>
              <a:r>
                <a:rPr lang="ja-JP" altLang="en-US" sz="1200" dirty="0">
                  <a:latin typeface="游ゴシック" panose="020B0400000000000000" pitchFamily="50" charset="-128"/>
                  <a:ea typeface="游ゴシック" panose="020B0400000000000000" pitchFamily="50" charset="-128"/>
                  <a:cs typeface="Meiryo UI" panose="020B0604030504040204" pitchFamily="50" charset="-128"/>
                </a:rPr>
                <a:t>キックオフ</a:t>
              </a:r>
              <a:endParaRPr lang="en-US" altLang="ja-JP" sz="1200" dirty="0">
                <a:latin typeface="游ゴシック" panose="020B0400000000000000" pitchFamily="50" charset="-128"/>
                <a:ea typeface="游ゴシック" panose="020B0400000000000000" pitchFamily="50" charset="-128"/>
                <a:cs typeface="Meiryo UI" panose="020B0604030504040204" pitchFamily="50" charset="-128"/>
              </a:endParaRPr>
            </a:p>
          </p:txBody>
        </p:sp>
      </p:grpSp>
      <p:grpSp>
        <p:nvGrpSpPr>
          <p:cNvPr id="10" name="グループ化 9">
            <a:extLst>
              <a:ext uri="{FF2B5EF4-FFF2-40B4-BE49-F238E27FC236}">
                <a16:creationId xmlns:a16="http://schemas.microsoft.com/office/drawing/2014/main" id="{78620B4D-9D40-4F46-B89D-BEEFFEA684FC}"/>
              </a:ext>
            </a:extLst>
          </p:cNvPr>
          <p:cNvGrpSpPr/>
          <p:nvPr/>
        </p:nvGrpSpPr>
        <p:grpSpPr>
          <a:xfrm>
            <a:off x="7997341" y="1946771"/>
            <a:ext cx="584921" cy="471612"/>
            <a:chOff x="5215514" y="1440892"/>
            <a:chExt cx="584921" cy="471612"/>
          </a:xfrm>
        </p:grpSpPr>
        <p:sp>
          <p:nvSpPr>
            <p:cNvPr id="11" name="二等辺三角形 10">
              <a:extLst>
                <a:ext uri="{FF2B5EF4-FFF2-40B4-BE49-F238E27FC236}">
                  <a16:creationId xmlns:a16="http://schemas.microsoft.com/office/drawing/2014/main" id="{1A29D922-1DA9-4972-A93C-4360E988D3D9}"/>
                </a:ext>
              </a:extLst>
            </p:cNvPr>
            <p:cNvSpPr/>
            <p:nvPr/>
          </p:nvSpPr>
          <p:spPr bwMode="auto">
            <a:xfrm rot="10800000">
              <a:off x="5219702" y="1691512"/>
              <a:ext cx="288272" cy="220992"/>
            </a:xfrm>
            <a:prstGeom prst="triangle">
              <a:avLst/>
            </a:prstGeom>
            <a:ln>
              <a:solidFill>
                <a:schemeClr val="accent1"/>
              </a:solidFill>
              <a:headEnd/>
              <a:tailEnd/>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0" lang="ja-JP" altLang="en-US" sz="1200" dirty="0">
                <a:solidFill>
                  <a:schemeClr val="tx1"/>
                </a:solidFill>
                <a:latin typeface="游ゴシック" panose="020B0400000000000000" pitchFamily="50" charset="-128"/>
                <a:ea typeface="游ゴシック" panose="020B0400000000000000" pitchFamily="50" charset="-128"/>
              </a:endParaRPr>
            </a:p>
          </p:txBody>
        </p:sp>
        <p:sp>
          <p:nvSpPr>
            <p:cNvPr id="12" name="テキスト ボックス 11">
              <a:extLst>
                <a:ext uri="{FF2B5EF4-FFF2-40B4-BE49-F238E27FC236}">
                  <a16:creationId xmlns:a16="http://schemas.microsoft.com/office/drawing/2014/main" id="{17D0BAA3-EDDA-4771-BA5C-36410F7AD540}"/>
                </a:ext>
              </a:extLst>
            </p:cNvPr>
            <p:cNvSpPr txBox="1"/>
            <p:nvPr/>
          </p:nvSpPr>
          <p:spPr>
            <a:xfrm>
              <a:off x="5215514" y="1440892"/>
              <a:ext cx="584921" cy="257369"/>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wrap="square" lIns="36000" tIns="36000" rIns="36000" bIns="36000" rtlCol="0" anchor="ctr" anchorCtr="0">
              <a:spAutoFit/>
            </a:bodyPr>
            <a:lstStyle/>
            <a:p>
              <a:pPr algn="ctr"/>
              <a:r>
                <a:rPr lang="ja-JP" altLang="en-US" sz="1200" dirty="0">
                  <a:latin typeface="游ゴシック" panose="020B0400000000000000" pitchFamily="50" charset="-128"/>
                  <a:ea typeface="游ゴシック" panose="020B0400000000000000" pitchFamily="50" charset="-128"/>
                  <a:cs typeface="Meiryo UI" panose="020B0604030504040204" pitchFamily="50" charset="-128"/>
                </a:rPr>
                <a:t>納品</a:t>
              </a:r>
              <a:endParaRPr lang="en-US" altLang="ja-JP" sz="1200" dirty="0">
                <a:latin typeface="游ゴシック" panose="020B0400000000000000" pitchFamily="50" charset="-128"/>
                <a:ea typeface="游ゴシック" panose="020B0400000000000000" pitchFamily="50" charset="-128"/>
                <a:cs typeface="Meiryo UI" panose="020B0604030504040204" pitchFamily="50" charset="-128"/>
              </a:endParaRPr>
            </a:p>
          </p:txBody>
        </p:sp>
      </p:grpSp>
      <p:grpSp>
        <p:nvGrpSpPr>
          <p:cNvPr id="13" name="グループ化 12">
            <a:extLst>
              <a:ext uri="{FF2B5EF4-FFF2-40B4-BE49-F238E27FC236}">
                <a16:creationId xmlns:a16="http://schemas.microsoft.com/office/drawing/2014/main" id="{C94C31F5-F5BB-464A-A24D-ECE3F51AC8C6}"/>
              </a:ext>
            </a:extLst>
          </p:cNvPr>
          <p:cNvGrpSpPr/>
          <p:nvPr/>
        </p:nvGrpSpPr>
        <p:grpSpPr>
          <a:xfrm>
            <a:off x="8876472" y="1946771"/>
            <a:ext cx="584921" cy="471612"/>
            <a:chOff x="5215514" y="1440892"/>
            <a:chExt cx="584921" cy="471612"/>
          </a:xfrm>
        </p:grpSpPr>
        <p:sp>
          <p:nvSpPr>
            <p:cNvPr id="14" name="二等辺三角形 13">
              <a:extLst>
                <a:ext uri="{FF2B5EF4-FFF2-40B4-BE49-F238E27FC236}">
                  <a16:creationId xmlns:a16="http://schemas.microsoft.com/office/drawing/2014/main" id="{F5484CFF-CDF9-4B92-A86B-E622E41A5F7A}"/>
                </a:ext>
              </a:extLst>
            </p:cNvPr>
            <p:cNvSpPr/>
            <p:nvPr/>
          </p:nvSpPr>
          <p:spPr bwMode="auto">
            <a:xfrm rot="10800000">
              <a:off x="5219702" y="1691512"/>
              <a:ext cx="288272" cy="220992"/>
            </a:xfrm>
            <a:prstGeom prst="triangle">
              <a:avLst/>
            </a:prstGeom>
            <a:ln>
              <a:solidFill>
                <a:schemeClr val="accent1"/>
              </a:solidFill>
              <a:headEnd/>
              <a:tailEnd/>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0" lang="ja-JP" altLang="en-US" sz="1200" dirty="0">
                <a:solidFill>
                  <a:schemeClr val="tx1"/>
                </a:solidFill>
                <a:latin typeface="游ゴシック" panose="020B0400000000000000" pitchFamily="50" charset="-128"/>
                <a:ea typeface="游ゴシック" panose="020B0400000000000000" pitchFamily="50" charset="-128"/>
              </a:endParaRPr>
            </a:p>
          </p:txBody>
        </p:sp>
        <p:sp>
          <p:nvSpPr>
            <p:cNvPr id="15" name="テキスト ボックス 14">
              <a:extLst>
                <a:ext uri="{FF2B5EF4-FFF2-40B4-BE49-F238E27FC236}">
                  <a16:creationId xmlns:a16="http://schemas.microsoft.com/office/drawing/2014/main" id="{DB2CC987-37FE-479A-B89A-46874A4CF307}"/>
                </a:ext>
              </a:extLst>
            </p:cNvPr>
            <p:cNvSpPr txBox="1"/>
            <p:nvPr/>
          </p:nvSpPr>
          <p:spPr>
            <a:xfrm>
              <a:off x="5215514" y="1440892"/>
              <a:ext cx="584921" cy="257369"/>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wrap="square" lIns="36000" tIns="36000" rIns="36000" bIns="36000" rtlCol="0" anchor="ctr" anchorCtr="0">
              <a:spAutoFit/>
            </a:bodyPr>
            <a:lstStyle/>
            <a:p>
              <a:pPr algn="ctr"/>
              <a:r>
                <a:rPr lang="ja-JP" altLang="en-US" sz="1200" dirty="0">
                  <a:latin typeface="游ゴシック" panose="020B0400000000000000" pitchFamily="50" charset="-128"/>
                  <a:ea typeface="游ゴシック" panose="020B0400000000000000" pitchFamily="50" charset="-128"/>
                  <a:cs typeface="Meiryo UI" panose="020B0604030504040204" pitchFamily="50" charset="-128"/>
                </a:rPr>
                <a:t>検収</a:t>
              </a:r>
              <a:endParaRPr lang="en-US" altLang="ja-JP" sz="1200" dirty="0">
                <a:latin typeface="游ゴシック" panose="020B0400000000000000" pitchFamily="50" charset="-128"/>
                <a:ea typeface="游ゴシック" panose="020B0400000000000000" pitchFamily="50" charset="-128"/>
                <a:cs typeface="Meiryo UI" panose="020B0604030504040204" pitchFamily="50" charset="-128"/>
              </a:endParaRPr>
            </a:p>
          </p:txBody>
        </p:sp>
      </p:grpSp>
      <p:sp>
        <p:nvSpPr>
          <p:cNvPr id="16" name="正方形/長方形 15">
            <a:extLst>
              <a:ext uri="{FF2B5EF4-FFF2-40B4-BE49-F238E27FC236}">
                <a16:creationId xmlns:a16="http://schemas.microsoft.com/office/drawing/2014/main" id="{F4AC0B4F-CBE8-43C2-9A0A-0294A4A28EF8}"/>
              </a:ext>
            </a:extLst>
          </p:cNvPr>
          <p:cNvSpPr/>
          <p:nvPr/>
        </p:nvSpPr>
        <p:spPr>
          <a:xfrm>
            <a:off x="5005986" y="3548198"/>
            <a:ext cx="1061439" cy="360000"/>
          </a:xfrm>
          <a:prstGeom prst="rect">
            <a:avLst/>
          </a:prstGeom>
          <a:solidFill>
            <a:schemeClr val="accent2">
              <a:lumMod val="40000"/>
              <a:lumOff val="60000"/>
            </a:schemeClr>
          </a:solidFill>
          <a:ln>
            <a:solidFill>
              <a:schemeClr val="bg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sz="800" dirty="0">
              <a:solidFill>
                <a:schemeClr val="tx1"/>
              </a:solidFill>
              <a:latin typeface="游ゴシック" panose="020B0400000000000000" pitchFamily="50" charset="-128"/>
              <a:ea typeface="游ゴシック" panose="020B0400000000000000" pitchFamily="50" charset="-128"/>
            </a:endParaRPr>
          </a:p>
        </p:txBody>
      </p:sp>
      <p:sp>
        <p:nvSpPr>
          <p:cNvPr id="17" name="正方形/長方形 16">
            <a:extLst>
              <a:ext uri="{FF2B5EF4-FFF2-40B4-BE49-F238E27FC236}">
                <a16:creationId xmlns:a16="http://schemas.microsoft.com/office/drawing/2014/main" id="{3CFA8DD4-4878-4332-8B13-3F71A02BC2A7}"/>
              </a:ext>
            </a:extLst>
          </p:cNvPr>
          <p:cNvSpPr/>
          <p:nvPr/>
        </p:nvSpPr>
        <p:spPr>
          <a:xfrm>
            <a:off x="5361586" y="4300961"/>
            <a:ext cx="1844357" cy="360000"/>
          </a:xfrm>
          <a:prstGeom prst="rect">
            <a:avLst/>
          </a:prstGeom>
          <a:solidFill>
            <a:schemeClr val="accent2">
              <a:lumMod val="40000"/>
              <a:lumOff val="60000"/>
            </a:schemeClr>
          </a:solidFill>
          <a:ln>
            <a:solidFill>
              <a:schemeClr val="bg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sz="800" dirty="0">
              <a:solidFill>
                <a:schemeClr val="tx1"/>
              </a:solidFill>
              <a:latin typeface="游ゴシック" panose="020B0400000000000000" pitchFamily="50" charset="-128"/>
              <a:ea typeface="游ゴシック" panose="020B0400000000000000" pitchFamily="50" charset="-128"/>
            </a:endParaRPr>
          </a:p>
        </p:txBody>
      </p:sp>
      <p:sp>
        <p:nvSpPr>
          <p:cNvPr id="18" name="正方形/長方形 17">
            <a:extLst>
              <a:ext uri="{FF2B5EF4-FFF2-40B4-BE49-F238E27FC236}">
                <a16:creationId xmlns:a16="http://schemas.microsoft.com/office/drawing/2014/main" id="{47699B7B-02DC-4526-8DDB-0F21CEEABEAF}"/>
              </a:ext>
            </a:extLst>
          </p:cNvPr>
          <p:cNvSpPr/>
          <p:nvPr/>
        </p:nvSpPr>
        <p:spPr>
          <a:xfrm>
            <a:off x="6787862" y="4994342"/>
            <a:ext cx="758740" cy="360000"/>
          </a:xfrm>
          <a:prstGeom prst="rect">
            <a:avLst/>
          </a:prstGeom>
          <a:solidFill>
            <a:schemeClr val="bg1"/>
          </a:solidFill>
          <a:ln w="19050">
            <a:solidFill>
              <a:schemeClr val="tx1"/>
            </a:solidFill>
            <a:prstDash val="dash"/>
          </a:ln>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sz="800" dirty="0">
              <a:solidFill>
                <a:schemeClr val="tx1"/>
              </a:solidFill>
              <a:latin typeface="游ゴシック" panose="020B0400000000000000" pitchFamily="50" charset="-128"/>
              <a:ea typeface="游ゴシック" panose="020B0400000000000000" pitchFamily="50" charset="-128"/>
            </a:endParaRPr>
          </a:p>
        </p:txBody>
      </p:sp>
      <p:sp>
        <p:nvSpPr>
          <p:cNvPr id="19" name="正方形/長方形 18">
            <a:extLst>
              <a:ext uri="{FF2B5EF4-FFF2-40B4-BE49-F238E27FC236}">
                <a16:creationId xmlns:a16="http://schemas.microsoft.com/office/drawing/2014/main" id="{26479706-D802-412A-B8FA-46E1EC2309B5}"/>
              </a:ext>
            </a:extLst>
          </p:cNvPr>
          <p:cNvSpPr/>
          <p:nvPr/>
        </p:nvSpPr>
        <p:spPr>
          <a:xfrm>
            <a:off x="10213053" y="1897131"/>
            <a:ext cx="1316629" cy="12326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dirty="0">
              <a:solidFill>
                <a:srgbClr val="323232"/>
              </a:solidFill>
              <a:latin typeface="游ゴシック" panose="020B0400000000000000" pitchFamily="50" charset="-128"/>
              <a:ea typeface="游ゴシック" panose="020B0400000000000000" pitchFamily="50" charset="-128"/>
            </a:endParaRPr>
          </a:p>
        </p:txBody>
      </p:sp>
      <p:sp>
        <p:nvSpPr>
          <p:cNvPr id="20" name="テキスト ボックス 19">
            <a:extLst>
              <a:ext uri="{FF2B5EF4-FFF2-40B4-BE49-F238E27FC236}">
                <a16:creationId xmlns:a16="http://schemas.microsoft.com/office/drawing/2014/main" id="{E25FF163-3623-4AFE-B6DF-4819283285ED}"/>
              </a:ext>
            </a:extLst>
          </p:cNvPr>
          <p:cNvSpPr txBox="1"/>
          <p:nvPr/>
        </p:nvSpPr>
        <p:spPr>
          <a:xfrm>
            <a:off x="10517476" y="2674786"/>
            <a:ext cx="1005403" cy="338554"/>
          </a:xfrm>
          <a:prstGeom prst="rect">
            <a:avLst/>
          </a:prstGeom>
          <a:noFill/>
        </p:spPr>
        <p:txBody>
          <a:bodyPr wrap="none" rtlCol="0">
            <a:spAutoFit/>
          </a:bodyPr>
          <a:lstStyle/>
          <a:p>
            <a:pPr algn="ctr"/>
            <a:r>
              <a:rPr kumimoji="1" lang="ja-JP" altLang="en-US" sz="1600" dirty="0">
                <a:solidFill>
                  <a:srgbClr val="323232"/>
                </a:solidFill>
                <a:latin typeface="游ゴシック" panose="020B0400000000000000" pitchFamily="50" charset="-128"/>
                <a:ea typeface="游ゴシック" panose="020B0400000000000000" pitchFamily="50" charset="-128"/>
              </a:rPr>
              <a:t>作業完了</a:t>
            </a:r>
          </a:p>
        </p:txBody>
      </p:sp>
      <p:sp>
        <p:nvSpPr>
          <p:cNvPr id="21" name="テキスト ボックス 20">
            <a:extLst>
              <a:ext uri="{FF2B5EF4-FFF2-40B4-BE49-F238E27FC236}">
                <a16:creationId xmlns:a16="http://schemas.microsoft.com/office/drawing/2014/main" id="{7CA79B1F-C557-4226-99E5-6F8D7AD5ED17}"/>
              </a:ext>
            </a:extLst>
          </p:cNvPr>
          <p:cNvSpPr txBox="1"/>
          <p:nvPr/>
        </p:nvSpPr>
        <p:spPr>
          <a:xfrm>
            <a:off x="10510146" y="2365669"/>
            <a:ext cx="800219" cy="338554"/>
          </a:xfrm>
          <a:prstGeom prst="rect">
            <a:avLst/>
          </a:prstGeom>
          <a:noFill/>
        </p:spPr>
        <p:txBody>
          <a:bodyPr wrap="none" rtlCol="0">
            <a:spAutoFit/>
          </a:bodyPr>
          <a:lstStyle/>
          <a:p>
            <a:pPr algn="ctr"/>
            <a:r>
              <a:rPr kumimoji="1" lang="ja-JP" altLang="en-US" sz="1600" dirty="0">
                <a:solidFill>
                  <a:srgbClr val="323232"/>
                </a:solidFill>
                <a:latin typeface="游ゴシック" panose="020B0400000000000000" pitchFamily="50" charset="-128"/>
                <a:ea typeface="游ゴシック" panose="020B0400000000000000" pitchFamily="50" charset="-128"/>
              </a:rPr>
              <a:t>着手中</a:t>
            </a:r>
          </a:p>
        </p:txBody>
      </p:sp>
      <p:sp>
        <p:nvSpPr>
          <p:cNvPr id="22" name="テキスト ボックス 21">
            <a:extLst>
              <a:ext uri="{FF2B5EF4-FFF2-40B4-BE49-F238E27FC236}">
                <a16:creationId xmlns:a16="http://schemas.microsoft.com/office/drawing/2014/main" id="{328FE937-CE3A-4BA8-B636-B0ED9F88B316}"/>
              </a:ext>
            </a:extLst>
          </p:cNvPr>
          <p:cNvSpPr txBox="1"/>
          <p:nvPr/>
        </p:nvSpPr>
        <p:spPr>
          <a:xfrm>
            <a:off x="10505514" y="2016462"/>
            <a:ext cx="800219" cy="338554"/>
          </a:xfrm>
          <a:prstGeom prst="rect">
            <a:avLst/>
          </a:prstGeom>
          <a:noFill/>
        </p:spPr>
        <p:txBody>
          <a:bodyPr wrap="none" rtlCol="0">
            <a:spAutoFit/>
          </a:bodyPr>
          <a:lstStyle/>
          <a:p>
            <a:pPr algn="ctr"/>
            <a:r>
              <a:rPr kumimoji="1" lang="ja-JP" altLang="en-US" sz="1600" dirty="0">
                <a:solidFill>
                  <a:srgbClr val="323232"/>
                </a:solidFill>
                <a:latin typeface="游ゴシック" panose="020B0400000000000000" pitchFamily="50" charset="-128"/>
                <a:ea typeface="游ゴシック" panose="020B0400000000000000" pitchFamily="50" charset="-128"/>
              </a:rPr>
              <a:t>未着手</a:t>
            </a:r>
          </a:p>
        </p:txBody>
      </p:sp>
      <p:sp>
        <p:nvSpPr>
          <p:cNvPr id="23" name="正方形/長方形 22">
            <a:extLst>
              <a:ext uri="{FF2B5EF4-FFF2-40B4-BE49-F238E27FC236}">
                <a16:creationId xmlns:a16="http://schemas.microsoft.com/office/drawing/2014/main" id="{946A6C05-F991-47AA-A85E-1EEC35473BEF}"/>
              </a:ext>
            </a:extLst>
          </p:cNvPr>
          <p:cNvSpPr/>
          <p:nvPr/>
        </p:nvSpPr>
        <p:spPr>
          <a:xfrm>
            <a:off x="10409476" y="2364986"/>
            <a:ext cx="108000" cy="252000"/>
          </a:xfrm>
          <a:prstGeom prst="rect">
            <a:avLst/>
          </a:prstGeom>
          <a:solidFill>
            <a:schemeClr val="accent1"/>
          </a:solidFill>
          <a:ln>
            <a:solidFill>
              <a:schemeClr val="bg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sz="800" dirty="0">
              <a:solidFill>
                <a:schemeClr val="tx1"/>
              </a:solidFill>
              <a:latin typeface="游ゴシック" panose="020B0400000000000000" pitchFamily="50" charset="-128"/>
              <a:ea typeface="游ゴシック" panose="020B0400000000000000" pitchFamily="50" charset="-128"/>
            </a:endParaRPr>
          </a:p>
        </p:txBody>
      </p:sp>
      <p:sp>
        <p:nvSpPr>
          <p:cNvPr id="24" name="正方形/長方形 23">
            <a:extLst>
              <a:ext uri="{FF2B5EF4-FFF2-40B4-BE49-F238E27FC236}">
                <a16:creationId xmlns:a16="http://schemas.microsoft.com/office/drawing/2014/main" id="{BA427BBA-1534-43F8-B48F-2B052BB748AB}"/>
              </a:ext>
            </a:extLst>
          </p:cNvPr>
          <p:cNvSpPr/>
          <p:nvPr/>
        </p:nvSpPr>
        <p:spPr>
          <a:xfrm>
            <a:off x="10409476" y="2022309"/>
            <a:ext cx="108000" cy="252000"/>
          </a:xfrm>
          <a:prstGeom prst="rect">
            <a:avLst/>
          </a:prstGeom>
          <a:solidFill>
            <a:schemeClr val="accent2">
              <a:lumMod val="40000"/>
              <a:lumOff val="60000"/>
            </a:schemeClr>
          </a:solidFill>
          <a:ln>
            <a:solidFill>
              <a:schemeClr val="bg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sz="800" dirty="0">
              <a:solidFill>
                <a:schemeClr val="tx1"/>
              </a:solidFill>
              <a:latin typeface="游ゴシック" panose="020B0400000000000000" pitchFamily="50" charset="-128"/>
              <a:ea typeface="游ゴシック" panose="020B0400000000000000" pitchFamily="50" charset="-128"/>
            </a:endParaRPr>
          </a:p>
        </p:txBody>
      </p:sp>
      <p:sp>
        <p:nvSpPr>
          <p:cNvPr id="25" name="正方形/長方形 24">
            <a:extLst>
              <a:ext uri="{FF2B5EF4-FFF2-40B4-BE49-F238E27FC236}">
                <a16:creationId xmlns:a16="http://schemas.microsoft.com/office/drawing/2014/main" id="{CA6A636A-FBFE-47AB-9062-4AA1B5E3A4C5}"/>
              </a:ext>
            </a:extLst>
          </p:cNvPr>
          <p:cNvSpPr/>
          <p:nvPr/>
        </p:nvSpPr>
        <p:spPr>
          <a:xfrm>
            <a:off x="10409476" y="2684756"/>
            <a:ext cx="108000" cy="252000"/>
          </a:xfrm>
          <a:prstGeom prst="rect">
            <a:avLst/>
          </a:prstGeom>
          <a:solidFill>
            <a:schemeClr val="accent6">
              <a:lumMod val="85000"/>
            </a:schemeClr>
          </a:solidFill>
          <a:ln>
            <a:solidFill>
              <a:schemeClr val="bg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sz="800" dirty="0">
              <a:solidFill>
                <a:schemeClr val="tx1"/>
              </a:solidFill>
              <a:latin typeface="游ゴシック" panose="020B0400000000000000" pitchFamily="50" charset="-128"/>
              <a:ea typeface="游ゴシック" panose="020B0400000000000000" pitchFamily="50" charset="-128"/>
            </a:endParaRPr>
          </a:p>
        </p:txBody>
      </p:sp>
      <p:cxnSp>
        <p:nvCxnSpPr>
          <p:cNvPr id="26" name="直線コネクタ 25">
            <a:extLst>
              <a:ext uri="{FF2B5EF4-FFF2-40B4-BE49-F238E27FC236}">
                <a16:creationId xmlns:a16="http://schemas.microsoft.com/office/drawing/2014/main" id="{BC4B24B7-4F67-45CE-8D89-44F293660B35}"/>
              </a:ext>
            </a:extLst>
          </p:cNvPr>
          <p:cNvCxnSpPr>
            <a:cxnSpLocks/>
          </p:cNvCxnSpPr>
          <p:nvPr/>
        </p:nvCxnSpPr>
        <p:spPr>
          <a:xfrm>
            <a:off x="4778324" y="2536300"/>
            <a:ext cx="0" cy="3096000"/>
          </a:xfrm>
          <a:prstGeom prst="line">
            <a:avLst/>
          </a:prstGeom>
          <a:ln w="28575">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27" name="正方形/長方形 26">
            <a:extLst>
              <a:ext uri="{FF2B5EF4-FFF2-40B4-BE49-F238E27FC236}">
                <a16:creationId xmlns:a16="http://schemas.microsoft.com/office/drawing/2014/main" id="{598290DE-CE6E-4A00-AF03-A5D5A5D4B542}"/>
              </a:ext>
            </a:extLst>
          </p:cNvPr>
          <p:cNvSpPr/>
          <p:nvPr/>
        </p:nvSpPr>
        <p:spPr>
          <a:xfrm>
            <a:off x="7968766" y="4994342"/>
            <a:ext cx="758740" cy="360000"/>
          </a:xfrm>
          <a:prstGeom prst="rect">
            <a:avLst/>
          </a:prstGeom>
          <a:solidFill>
            <a:schemeClr val="accent2">
              <a:lumMod val="40000"/>
              <a:lumOff val="60000"/>
            </a:schemeClr>
          </a:solidFill>
          <a:ln>
            <a:solidFill>
              <a:schemeClr val="bg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ja-JP" altLang="en-US" sz="800" dirty="0">
              <a:solidFill>
                <a:schemeClr val="tx1"/>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10354523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196A8E8-B19B-43C0-B57D-8BC4CDB24816}"/>
              </a:ext>
            </a:extLst>
          </p:cNvPr>
          <p:cNvSpPr>
            <a:spLocks noGrp="1"/>
          </p:cNvSpPr>
          <p:nvPr>
            <p:ph type="title"/>
          </p:nvPr>
        </p:nvSpPr>
        <p:spPr/>
        <p:txBody>
          <a:bodyPr/>
          <a:lstStyle/>
          <a:p>
            <a:r>
              <a:rPr lang="en-US" altLang="ja-JP" dirty="0"/>
              <a:t>2</a:t>
            </a:r>
            <a:r>
              <a:rPr kumimoji="1" lang="en-US" altLang="ja-JP" dirty="0"/>
              <a:t>.</a:t>
            </a:r>
            <a:r>
              <a:rPr kumimoji="1" lang="ja-JP" altLang="en-US" dirty="0"/>
              <a:t> 進捗状況報告（工程別）</a:t>
            </a:r>
            <a:r>
              <a:rPr kumimoji="1" lang="en-US" altLang="ja-JP" dirty="0"/>
              <a:t>- </a:t>
            </a:r>
            <a:r>
              <a:rPr kumimoji="1" lang="ja-JP" altLang="en-US" dirty="0"/>
              <a:t>基本設計</a:t>
            </a:r>
          </a:p>
        </p:txBody>
      </p:sp>
      <p:sp>
        <p:nvSpPr>
          <p:cNvPr id="3" name="フッター プレースホルダー 2">
            <a:extLst>
              <a:ext uri="{FF2B5EF4-FFF2-40B4-BE49-F238E27FC236}">
                <a16:creationId xmlns:a16="http://schemas.microsoft.com/office/drawing/2014/main" id="{6BB06972-D618-47EE-8C65-52A0B443D32F}"/>
              </a:ext>
            </a:extLst>
          </p:cNvPr>
          <p:cNvSpPr>
            <a:spLocks noGrp="1"/>
          </p:cNvSpPr>
          <p:nvPr>
            <p:ph type="ftr" sz="quarter" idx="11"/>
          </p:nvPr>
        </p:nvSpPr>
        <p:spPr/>
        <p:txBody>
          <a:bodyPr/>
          <a:lstStyle/>
          <a:p>
            <a:r>
              <a:rPr lang="en-US"/>
              <a:t>Copyright © 2022 SystemEXE,Inc All Rights Reserved.</a:t>
            </a:r>
            <a:endParaRPr lang="en-US" dirty="0"/>
          </a:p>
        </p:txBody>
      </p:sp>
      <p:sp>
        <p:nvSpPr>
          <p:cNvPr id="4" name="スライド番号プレースホルダー 3">
            <a:extLst>
              <a:ext uri="{FF2B5EF4-FFF2-40B4-BE49-F238E27FC236}">
                <a16:creationId xmlns:a16="http://schemas.microsoft.com/office/drawing/2014/main" id="{78A571EA-BC5D-4D52-BB0E-3ECDAE699B97}"/>
              </a:ext>
            </a:extLst>
          </p:cNvPr>
          <p:cNvSpPr>
            <a:spLocks noGrp="1"/>
          </p:cNvSpPr>
          <p:nvPr>
            <p:ph type="sldNum" sz="quarter" idx="12"/>
          </p:nvPr>
        </p:nvSpPr>
        <p:spPr/>
        <p:txBody>
          <a:bodyPr/>
          <a:lstStyle/>
          <a:p>
            <a:fld id="{26CA5134-5AAC-D342-B763-43605FECB385}" type="slidenum">
              <a:rPr kumimoji="1" lang="ja-JP" altLang="en-US" smtClean="0"/>
              <a:pPr/>
              <a:t>3</a:t>
            </a:fld>
            <a:endParaRPr kumimoji="1" lang="ja-JP" altLang="en-US" sz="700"/>
          </a:p>
        </p:txBody>
      </p:sp>
      <p:sp>
        <p:nvSpPr>
          <p:cNvPr id="5" name="テキスト プレースホルダー 4">
            <a:extLst>
              <a:ext uri="{FF2B5EF4-FFF2-40B4-BE49-F238E27FC236}">
                <a16:creationId xmlns:a16="http://schemas.microsoft.com/office/drawing/2014/main" id="{45CA91B4-C880-4AF5-919E-CB75468D1FC0}"/>
              </a:ext>
            </a:extLst>
          </p:cNvPr>
          <p:cNvSpPr>
            <a:spLocks noGrp="1"/>
          </p:cNvSpPr>
          <p:nvPr>
            <p:ph type="body" sz="quarter" idx="13"/>
          </p:nvPr>
        </p:nvSpPr>
        <p:spPr>
          <a:xfrm>
            <a:off x="576000" y="4010024"/>
            <a:ext cx="11040000" cy="2276475"/>
          </a:xfrm>
        </p:spPr>
        <p:txBody>
          <a:bodyPr/>
          <a:lstStyle/>
          <a:p>
            <a:r>
              <a:rPr kumimoji="1" lang="ja-JP" altLang="en-US" dirty="0"/>
              <a:t>注記</a:t>
            </a:r>
            <a:endParaRPr kumimoji="1" lang="en-US" altLang="ja-JP" dirty="0"/>
          </a:p>
          <a:p>
            <a:pPr lvl="1"/>
            <a:endParaRPr kumimoji="1" lang="ja-JP" altLang="en-US" dirty="0"/>
          </a:p>
        </p:txBody>
      </p:sp>
      <p:graphicFrame>
        <p:nvGraphicFramePr>
          <p:cNvPr id="6" name="表 6">
            <a:extLst>
              <a:ext uri="{FF2B5EF4-FFF2-40B4-BE49-F238E27FC236}">
                <a16:creationId xmlns:a16="http://schemas.microsoft.com/office/drawing/2014/main" id="{D32027F8-F20C-4602-A773-40D7350B3956}"/>
              </a:ext>
            </a:extLst>
          </p:cNvPr>
          <p:cNvGraphicFramePr>
            <a:graphicFrameLocks noGrp="1"/>
          </p:cNvGraphicFramePr>
          <p:nvPr>
            <p:extLst>
              <p:ext uri="{D42A27DB-BD31-4B8C-83A1-F6EECF244321}">
                <p14:modId xmlns:p14="http://schemas.microsoft.com/office/powerpoint/2010/main" val="4249374195"/>
              </p:ext>
            </p:extLst>
          </p:nvPr>
        </p:nvGraphicFramePr>
        <p:xfrm>
          <a:off x="540000" y="828000"/>
          <a:ext cx="11052000" cy="2966720"/>
        </p:xfrm>
        <a:graphic>
          <a:graphicData uri="http://schemas.openxmlformats.org/drawingml/2006/table">
            <a:tbl>
              <a:tblPr firstRow="1" lastRow="1" bandRow="1">
                <a:tableStyleId>{5C22544A-7EE6-4342-B048-85BDC9FD1C3A}</a:tableStyleId>
              </a:tblPr>
              <a:tblGrid>
                <a:gridCol w="2088000">
                  <a:extLst>
                    <a:ext uri="{9D8B030D-6E8A-4147-A177-3AD203B41FA5}">
                      <a16:colId xmlns:a16="http://schemas.microsoft.com/office/drawing/2014/main" val="3644109181"/>
                    </a:ext>
                  </a:extLst>
                </a:gridCol>
                <a:gridCol w="1584000">
                  <a:extLst>
                    <a:ext uri="{9D8B030D-6E8A-4147-A177-3AD203B41FA5}">
                      <a16:colId xmlns:a16="http://schemas.microsoft.com/office/drawing/2014/main" val="2991700005"/>
                    </a:ext>
                  </a:extLst>
                </a:gridCol>
                <a:gridCol w="1584000">
                  <a:extLst>
                    <a:ext uri="{9D8B030D-6E8A-4147-A177-3AD203B41FA5}">
                      <a16:colId xmlns:a16="http://schemas.microsoft.com/office/drawing/2014/main" val="793848442"/>
                    </a:ext>
                  </a:extLst>
                </a:gridCol>
                <a:gridCol w="1584000">
                  <a:extLst>
                    <a:ext uri="{9D8B030D-6E8A-4147-A177-3AD203B41FA5}">
                      <a16:colId xmlns:a16="http://schemas.microsoft.com/office/drawing/2014/main" val="3124962398"/>
                    </a:ext>
                  </a:extLst>
                </a:gridCol>
                <a:gridCol w="4212000">
                  <a:extLst>
                    <a:ext uri="{9D8B030D-6E8A-4147-A177-3AD203B41FA5}">
                      <a16:colId xmlns:a16="http://schemas.microsoft.com/office/drawing/2014/main" val="1546054459"/>
                    </a:ext>
                  </a:extLst>
                </a:gridCol>
              </a:tblGrid>
              <a:tr h="370840">
                <a:tc>
                  <a:txBody>
                    <a:bodyPr/>
                    <a:lstStyle/>
                    <a:p>
                      <a:pPr algn="ctr"/>
                      <a:r>
                        <a:rPr kumimoji="1" lang="ja-JP" altLang="en-US" dirty="0">
                          <a:latin typeface="游ゴシック" panose="020B0400000000000000" pitchFamily="50" charset="-128"/>
                          <a:ea typeface="游ゴシック" panose="020B0400000000000000" pitchFamily="50" charset="-128"/>
                        </a:rPr>
                        <a:t>ステータス</a:t>
                      </a:r>
                    </a:p>
                  </a:txBody>
                  <a:tcPr/>
                </a:tc>
                <a:tc>
                  <a:txBody>
                    <a:bodyPr/>
                    <a:lstStyle/>
                    <a:p>
                      <a:pPr algn="ctr"/>
                      <a:r>
                        <a:rPr kumimoji="1" lang="ja-JP" altLang="en-US" dirty="0">
                          <a:latin typeface="游ゴシック" panose="020B0400000000000000" pitchFamily="50" charset="-128"/>
                          <a:ea typeface="游ゴシック" panose="020B0400000000000000" pitchFamily="50" charset="-128"/>
                        </a:rPr>
                        <a:t>画面（タブ）</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dirty="0">
                          <a:latin typeface="游ゴシック" panose="020B0400000000000000" pitchFamily="50" charset="-128"/>
                          <a:ea typeface="游ゴシック" panose="020B0400000000000000" pitchFamily="50" charset="-128"/>
                        </a:rPr>
                        <a:t>モーダル</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dirty="0">
                          <a:latin typeface="游ゴシック" panose="020B0400000000000000" pitchFamily="50" charset="-128"/>
                          <a:ea typeface="游ゴシック" panose="020B0400000000000000" pitchFamily="50" charset="-128"/>
                        </a:rPr>
                        <a:t>他</a:t>
                      </a:r>
                    </a:p>
                  </a:txBody>
                  <a:tcPr/>
                </a:tc>
                <a:tc>
                  <a:txBody>
                    <a:bodyPr/>
                    <a:lstStyle/>
                    <a:p>
                      <a:pPr algn="ctr"/>
                      <a:r>
                        <a:rPr kumimoji="1" lang="ja-JP" altLang="en-US" dirty="0">
                          <a:latin typeface="游ゴシック" panose="020B0400000000000000" pitchFamily="50" charset="-128"/>
                          <a:ea typeface="游ゴシック" panose="020B0400000000000000" pitchFamily="50" charset="-128"/>
                        </a:rPr>
                        <a:t>備考</a:t>
                      </a:r>
                    </a:p>
                  </a:txBody>
                  <a:tcPr/>
                </a:tc>
                <a:extLst>
                  <a:ext uri="{0D108BD9-81ED-4DB2-BD59-A6C34878D82A}">
                    <a16:rowId xmlns:a16="http://schemas.microsoft.com/office/drawing/2014/main" val="1038884171"/>
                  </a:ext>
                </a:extLst>
              </a:tr>
              <a:tr h="370840">
                <a:tc>
                  <a:txBody>
                    <a:bodyPr/>
                    <a:lstStyle/>
                    <a:p>
                      <a:r>
                        <a:rPr kumimoji="1" lang="ja-JP" altLang="en-US" dirty="0">
                          <a:latin typeface="游ゴシック" panose="020B0400000000000000" pitchFamily="50" charset="-128"/>
                          <a:ea typeface="游ゴシック" panose="020B0400000000000000" pitchFamily="50" charset="-128"/>
                        </a:rPr>
                        <a:t>未着手</a:t>
                      </a:r>
                    </a:p>
                  </a:txBody>
                  <a:tcPr/>
                </a:tc>
                <a:tc>
                  <a:txBody>
                    <a:bodyPr/>
                    <a:lstStyle/>
                    <a:p>
                      <a:pPr algn="r"/>
                      <a:r>
                        <a:rPr kumimoji="1" lang="en-US" altLang="ja-JP" dirty="0">
                          <a:latin typeface="游ゴシック" panose="020B0400000000000000" pitchFamily="50" charset="-128"/>
                          <a:ea typeface="游ゴシック" panose="020B0400000000000000" pitchFamily="50" charset="-128"/>
                        </a:rPr>
                        <a:t>4</a:t>
                      </a:r>
                      <a:endParaRPr kumimoji="1" lang="ja-JP" altLang="en-US" dirty="0">
                        <a:latin typeface="游ゴシック" panose="020B0400000000000000" pitchFamily="50" charset="-128"/>
                        <a:ea typeface="游ゴシック" panose="020B0400000000000000" pitchFamily="50" charset="-128"/>
                      </a:endParaRPr>
                    </a:p>
                  </a:txBody>
                  <a:tcPr/>
                </a:tc>
                <a:tc>
                  <a:txBody>
                    <a:bodyPr/>
                    <a:lstStyle/>
                    <a:p>
                      <a:pPr algn="r"/>
                      <a:r>
                        <a:rPr kumimoji="1" lang="en-US" altLang="ja-JP" dirty="0">
                          <a:latin typeface="游ゴシック" panose="020B0400000000000000" pitchFamily="50" charset="-128"/>
                          <a:ea typeface="游ゴシック" panose="020B0400000000000000" pitchFamily="50" charset="-128"/>
                        </a:rPr>
                        <a:t>0</a:t>
                      </a:r>
                      <a:endParaRPr kumimoji="1" lang="ja-JP" altLang="en-US" dirty="0">
                        <a:latin typeface="游ゴシック" panose="020B0400000000000000" pitchFamily="50" charset="-128"/>
                        <a:ea typeface="游ゴシック" panose="020B0400000000000000" pitchFamily="50" charset="-128"/>
                      </a:endParaRPr>
                    </a:p>
                  </a:txBody>
                  <a:tcPr/>
                </a:tc>
                <a:tc>
                  <a:txBody>
                    <a:bodyPr/>
                    <a:lstStyle/>
                    <a:p>
                      <a:pPr algn="r"/>
                      <a:r>
                        <a:rPr kumimoji="1" lang="en-US" altLang="ja-JP" dirty="0">
                          <a:latin typeface="游ゴシック" panose="020B0400000000000000" pitchFamily="50" charset="-128"/>
                          <a:ea typeface="游ゴシック" panose="020B0400000000000000" pitchFamily="50" charset="-128"/>
                        </a:rPr>
                        <a:t>1</a:t>
                      </a:r>
                      <a:endParaRPr kumimoji="1" lang="ja-JP" altLang="en-US" dirty="0">
                        <a:latin typeface="游ゴシック" panose="020B0400000000000000" pitchFamily="50" charset="-128"/>
                        <a:ea typeface="游ゴシック" panose="020B0400000000000000" pitchFamily="50" charset="-128"/>
                      </a:endParaRPr>
                    </a:p>
                  </a:txBody>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a:tc>
                <a:extLst>
                  <a:ext uri="{0D108BD9-81ED-4DB2-BD59-A6C34878D82A}">
                    <a16:rowId xmlns:a16="http://schemas.microsoft.com/office/drawing/2014/main" val="2891210326"/>
                  </a:ext>
                </a:extLst>
              </a:tr>
              <a:tr h="370840">
                <a:tc>
                  <a:txBody>
                    <a:bodyPr/>
                    <a:lstStyle/>
                    <a:p>
                      <a:r>
                        <a:rPr kumimoji="1" lang="ja-JP" altLang="en-US" dirty="0">
                          <a:latin typeface="游ゴシック" panose="020B0400000000000000" pitchFamily="50" charset="-128"/>
                          <a:ea typeface="游ゴシック" panose="020B0400000000000000" pitchFamily="50" charset="-128"/>
                        </a:rPr>
                        <a:t>着手中</a:t>
                      </a:r>
                    </a:p>
                  </a:txBody>
                  <a:tcPr/>
                </a:tc>
                <a:tc>
                  <a:txBody>
                    <a:bodyPr/>
                    <a:lstStyle/>
                    <a:p>
                      <a:pPr algn="r"/>
                      <a:r>
                        <a:rPr kumimoji="1" lang="en-US" altLang="ja-JP" dirty="0">
                          <a:latin typeface="游ゴシック" panose="020B0400000000000000" pitchFamily="50" charset="-128"/>
                          <a:ea typeface="游ゴシック" panose="020B0400000000000000" pitchFamily="50" charset="-128"/>
                        </a:rPr>
                        <a:t>6</a:t>
                      </a:r>
                      <a:endParaRPr kumimoji="1" lang="ja-JP" altLang="en-US" dirty="0">
                        <a:latin typeface="游ゴシック" panose="020B0400000000000000" pitchFamily="50" charset="-128"/>
                        <a:ea typeface="游ゴシック" panose="020B0400000000000000" pitchFamily="50" charset="-128"/>
                      </a:endParaRP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dirty="0">
                          <a:latin typeface="游ゴシック" panose="020B0400000000000000" pitchFamily="50" charset="-128"/>
                          <a:ea typeface="游ゴシック" panose="020B0400000000000000" pitchFamily="50" charset="-128"/>
                        </a:rPr>
                        <a:t>13</a:t>
                      </a:r>
                      <a:endParaRPr kumimoji="1" lang="ja-JP" altLang="en-US" dirty="0">
                        <a:latin typeface="游ゴシック" panose="020B0400000000000000" pitchFamily="50" charset="-128"/>
                        <a:ea typeface="游ゴシック" panose="020B0400000000000000" pitchFamily="50" charset="-128"/>
                      </a:endParaRP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dirty="0">
                          <a:latin typeface="游ゴシック" panose="020B0400000000000000" pitchFamily="50" charset="-128"/>
                          <a:ea typeface="游ゴシック" panose="020B0400000000000000" pitchFamily="50" charset="-128"/>
                        </a:rPr>
                        <a:t>1</a:t>
                      </a:r>
                      <a:endParaRPr kumimoji="1" lang="ja-JP" altLang="en-US" dirty="0">
                        <a:latin typeface="游ゴシック" panose="020B0400000000000000" pitchFamily="50" charset="-128"/>
                        <a:ea typeface="游ゴシック" panose="020B0400000000000000" pitchFamily="50" charset="-128"/>
                      </a:endParaRPr>
                    </a:p>
                  </a:txBody>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a:tc>
                <a:extLst>
                  <a:ext uri="{0D108BD9-81ED-4DB2-BD59-A6C34878D82A}">
                    <a16:rowId xmlns:a16="http://schemas.microsoft.com/office/drawing/2014/main" val="3234142880"/>
                  </a:ext>
                </a:extLst>
              </a:tr>
              <a:tr h="370840">
                <a:tc>
                  <a:txBody>
                    <a:bodyPr/>
                    <a:lstStyle/>
                    <a:p>
                      <a:r>
                        <a:rPr kumimoji="1" lang="ja-JP" altLang="en-US" dirty="0">
                          <a:latin typeface="游ゴシック" panose="020B0400000000000000" pitchFamily="50" charset="-128"/>
                          <a:ea typeface="游ゴシック" panose="020B0400000000000000" pitchFamily="50" charset="-128"/>
                        </a:rPr>
                        <a:t>社内レビュー</a:t>
                      </a:r>
                      <a:endParaRPr kumimoji="1" lang="en-US" altLang="ja-JP" dirty="0">
                        <a:latin typeface="游ゴシック" panose="020B0400000000000000" pitchFamily="50" charset="-128"/>
                        <a:ea typeface="游ゴシック" panose="020B0400000000000000" pitchFamily="50" charset="-128"/>
                      </a:endParaRPr>
                    </a:p>
                  </a:txBody>
                  <a:tcPr/>
                </a:tc>
                <a:tc>
                  <a:txBody>
                    <a:bodyPr/>
                    <a:lstStyle/>
                    <a:p>
                      <a:pPr algn="r"/>
                      <a:r>
                        <a:rPr kumimoji="1" lang="en-US" altLang="ja-JP" dirty="0">
                          <a:latin typeface="游ゴシック" panose="020B0400000000000000" pitchFamily="50" charset="-128"/>
                          <a:ea typeface="游ゴシック" panose="020B0400000000000000" pitchFamily="50" charset="-128"/>
                        </a:rPr>
                        <a:t>0</a:t>
                      </a:r>
                      <a:endParaRPr kumimoji="1" lang="ja-JP" altLang="en-US" dirty="0">
                        <a:latin typeface="游ゴシック" panose="020B0400000000000000" pitchFamily="50" charset="-128"/>
                        <a:ea typeface="游ゴシック" panose="020B0400000000000000" pitchFamily="50" charset="-128"/>
                      </a:endParaRPr>
                    </a:p>
                  </a:txBody>
                  <a:tcPr/>
                </a:tc>
                <a:tc>
                  <a:txBody>
                    <a:bodyPr/>
                    <a:lstStyle/>
                    <a:p>
                      <a:pPr algn="r"/>
                      <a:r>
                        <a:rPr kumimoji="1" lang="en-US" altLang="ja-JP" dirty="0">
                          <a:latin typeface="游ゴシック" panose="020B0400000000000000" pitchFamily="50" charset="-128"/>
                          <a:ea typeface="游ゴシック" panose="020B0400000000000000" pitchFamily="50" charset="-128"/>
                        </a:rPr>
                        <a:t>0</a:t>
                      </a:r>
                      <a:endParaRPr kumimoji="1" lang="ja-JP" altLang="en-US" dirty="0">
                        <a:latin typeface="游ゴシック" panose="020B0400000000000000" pitchFamily="50" charset="-128"/>
                        <a:ea typeface="游ゴシック" panose="020B0400000000000000" pitchFamily="50" charset="-128"/>
                      </a:endParaRPr>
                    </a:p>
                  </a:txBody>
                  <a:tcPr/>
                </a:tc>
                <a:tc>
                  <a:txBody>
                    <a:bodyPr/>
                    <a:lstStyle/>
                    <a:p>
                      <a:pPr algn="r"/>
                      <a:r>
                        <a:rPr kumimoji="1" lang="en-US" altLang="ja-JP" dirty="0">
                          <a:latin typeface="游ゴシック" panose="020B0400000000000000" pitchFamily="50" charset="-128"/>
                          <a:ea typeface="游ゴシック" panose="020B0400000000000000" pitchFamily="50" charset="-128"/>
                        </a:rPr>
                        <a:t>0</a:t>
                      </a:r>
                      <a:endParaRPr kumimoji="1" lang="ja-JP" altLang="en-US" dirty="0">
                        <a:latin typeface="游ゴシック" panose="020B0400000000000000" pitchFamily="50" charset="-128"/>
                        <a:ea typeface="游ゴシック" panose="020B0400000000000000" pitchFamily="50" charset="-128"/>
                      </a:endParaRPr>
                    </a:p>
                  </a:txBody>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a:tc>
                <a:extLst>
                  <a:ext uri="{0D108BD9-81ED-4DB2-BD59-A6C34878D82A}">
                    <a16:rowId xmlns:a16="http://schemas.microsoft.com/office/drawing/2014/main" val="889862196"/>
                  </a:ext>
                </a:extLst>
              </a:tr>
              <a:tr h="370840">
                <a:tc>
                  <a:txBody>
                    <a:bodyPr/>
                    <a:lstStyle/>
                    <a:p>
                      <a:r>
                        <a:rPr kumimoji="1" lang="ja-JP" altLang="en-US" dirty="0">
                          <a:latin typeface="游ゴシック" panose="020B0400000000000000" pitchFamily="50" charset="-128"/>
                          <a:ea typeface="游ゴシック" panose="020B0400000000000000" pitchFamily="50" charset="-128"/>
                        </a:rPr>
                        <a:t>コマツ様レビュー</a:t>
                      </a:r>
                    </a:p>
                  </a:txBody>
                  <a:tcPr/>
                </a:tc>
                <a:tc>
                  <a:txBody>
                    <a:bodyPr/>
                    <a:lstStyle/>
                    <a:p>
                      <a:pPr algn="r"/>
                      <a:r>
                        <a:rPr kumimoji="1" lang="en-US" altLang="ja-JP" dirty="0">
                          <a:latin typeface="游ゴシック" panose="020B0400000000000000" pitchFamily="50" charset="-128"/>
                          <a:ea typeface="游ゴシック" panose="020B0400000000000000" pitchFamily="50" charset="-128"/>
                        </a:rPr>
                        <a:t>0</a:t>
                      </a:r>
                      <a:endParaRPr kumimoji="1" lang="ja-JP" altLang="en-US" dirty="0">
                        <a:latin typeface="游ゴシック" panose="020B0400000000000000" pitchFamily="50" charset="-128"/>
                        <a:ea typeface="游ゴシック" panose="020B0400000000000000" pitchFamily="50" charset="-128"/>
                      </a:endParaRPr>
                    </a:p>
                  </a:txBody>
                  <a:tcPr/>
                </a:tc>
                <a:tc>
                  <a:txBody>
                    <a:bodyPr/>
                    <a:lstStyle/>
                    <a:p>
                      <a:pPr algn="r"/>
                      <a:r>
                        <a:rPr kumimoji="1" lang="en-US" altLang="ja-JP" dirty="0">
                          <a:latin typeface="游ゴシック" panose="020B0400000000000000" pitchFamily="50" charset="-128"/>
                          <a:ea typeface="游ゴシック" panose="020B0400000000000000" pitchFamily="50" charset="-128"/>
                        </a:rPr>
                        <a:t>0</a:t>
                      </a:r>
                      <a:endParaRPr kumimoji="1" lang="ja-JP" altLang="en-US" dirty="0">
                        <a:latin typeface="游ゴシック" panose="020B0400000000000000" pitchFamily="50" charset="-128"/>
                        <a:ea typeface="游ゴシック" panose="020B0400000000000000" pitchFamily="50" charset="-128"/>
                      </a:endParaRPr>
                    </a:p>
                  </a:txBody>
                  <a:tcPr/>
                </a:tc>
                <a:tc>
                  <a:txBody>
                    <a:bodyPr/>
                    <a:lstStyle/>
                    <a:p>
                      <a:pPr algn="r"/>
                      <a:r>
                        <a:rPr kumimoji="1" lang="en-US" altLang="ja-JP" dirty="0">
                          <a:latin typeface="游ゴシック" panose="020B0400000000000000" pitchFamily="50" charset="-128"/>
                          <a:ea typeface="游ゴシック" panose="020B0400000000000000" pitchFamily="50" charset="-128"/>
                        </a:rPr>
                        <a:t>0</a:t>
                      </a:r>
                      <a:endParaRPr kumimoji="1" lang="ja-JP" altLang="en-US" dirty="0">
                        <a:latin typeface="游ゴシック" panose="020B0400000000000000" pitchFamily="50" charset="-128"/>
                        <a:ea typeface="游ゴシック" panose="020B0400000000000000" pitchFamily="50" charset="-128"/>
                      </a:endParaRPr>
                    </a:p>
                  </a:txBody>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a:tc>
                <a:extLst>
                  <a:ext uri="{0D108BD9-81ED-4DB2-BD59-A6C34878D82A}">
                    <a16:rowId xmlns:a16="http://schemas.microsoft.com/office/drawing/2014/main" val="3640358827"/>
                  </a:ext>
                </a:extLst>
              </a:tr>
              <a:tr h="370840">
                <a:tc>
                  <a:txBody>
                    <a:bodyPr/>
                    <a:lstStyle/>
                    <a:p>
                      <a:r>
                        <a:rPr kumimoji="1" lang="ja-JP" altLang="en-US" dirty="0">
                          <a:latin typeface="游ゴシック" panose="020B0400000000000000" pitchFamily="50" charset="-128"/>
                          <a:ea typeface="游ゴシック" panose="020B0400000000000000" pitchFamily="50" charset="-128"/>
                        </a:rPr>
                        <a:t>レビュー指摘反映</a:t>
                      </a:r>
                    </a:p>
                  </a:txBody>
                  <a:tcPr/>
                </a:tc>
                <a:tc>
                  <a:txBody>
                    <a:bodyPr/>
                    <a:lstStyle/>
                    <a:p>
                      <a:pPr algn="r"/>
                      <a:r>
                        <a:rPr kumimoji="1" lang="en-US" altLang="ja-JP" dirty="0">
                          <a:latin typeface="游ゴシック" panose="020B0400000000000000" pitchFamily="50" charset="-128"/>
                          <a:ea typeface="游ゴシック" panose="020B0400000000000000" pitchFamily="50" charset="-128"/>
                        </a:rPr>
                        <a:t>0</a:t>
                      </a:r>
                      <a:endParaRPr kumimoji="1" lang="ja-JP" altLang="en-US" dirty="0">
                        <a:latin typeface="游ゴシック" panose="020B0400000000000000" pitchFamily="50" charset="-128"/>
                        <a:ea typeface="游ゴシック" panose="020B0400000000000000" pitchFamily="50" charset="-128"/>
                      </a:endParaRPr>
                    </a:p>
                  </a:txBody>
                  <a:tcPr/>
                </a:tc>
                <a:tc>
                  <a:txBody>
                    <a:bodyPr/>
                    <a:lstStyle/>
                    <a:p>
                      <a:pPr algn="r"/>
                      <a:r>
                        <a:rPr kumimoji="1" lang="en-US" altLang="ja-JP" dirty="0">
                          <a:latin typeface="游ゴシック" panose="020B0400000000000000" pitchFamily="50" charset="-128"/>
                          <a:ea typeface="游ゴシック" panose="020B0400000000000000" pitchFamily="50" charset="-128"/>
                        </a:rPr>
                        <a:t>0</a:t>
                      </a:r>
                      <a:endParaRPr kumimoji="1" lang="ja-JP" altLang="en-US" dirty="0">
                        <a:latin typeface="游ゴシック" panose="020B0400000000000000" pitchFamily="50" charset="-128"/>
                        <a:ea typeface="游ゴシック" panose="020B0400000000000000" pitchFamily="50" charset="-128"/>
                      </a:endParaRPr>
                    </a:p>
                  </a:txBody>
                  <a:tcPr/>
                </a:tc>
                <a:tc>
                  <a:txBody>
                    <a:bodyPr/>
                    <a:lstStyle/>
                    <a:p>
                      <a:pPr algn="r"/>
                      <a:r>
                        <a:rPr kumimoji="1" lang="en-US" altLang="ja-JP" dirty="0">
                          <a:latin typeface="游ゴシック" panose="020B0400000000000000" pitchFamily="50" charset="-128"/>
                          <a:ea typeface="游ゴシック" panose="020B0400000000000000" pitchFamily="50" charset="-128"/>
                        </a:rPr>
                        <a:t>0</a:t>
                      </a:r>
                      <a:endParaRPr kumimoji="1" lang="ja-JP" altLang="en-US" dirty="0">
                        <a:latin typeface="游ゴシック" panose="020B0400000000000000" pitchFamily="50" charset="-128"/>
                        <a:ea typeface="游ゴシック" panose="020B0400000000000000" pitchFamily="50" charset="-128"/>
                      </a:endParaRPr>
                    </a:p>
                  </a:txBody>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a:tc>
                <a:extLst>
                  <a:ext uri="{0D108BD9-81ED-4DB2-BD59-A6C34878D82A}">
                    <a16:rowId xmlns:a16="http://schemas.microsoft.com/office/drawing/2014/main" val="2666184226"/>
                  </a:ext>
                </a:extLst>
              </a:tr>
              <a:tr h="370840">
                <a:tc>
                  <a:txBody>
                    <a:bodyPr/>
                    <a:lstStyle/>
                    <a:p>
                      <a:r>
                        <a:rPr kumimoji="1" lang="ja-JP" altLang="en-US" dirty="0">
                          <a:latin typeface="游ゴシック" panose="020B0400000000000000" pitchFamily="50" charset="-128"/>
                          <a:ea typeface="游ゴシック" panose="020B0400000000000000" pitchFamily="50" charset="-128"/>
                        </a:rPr>
                        <a:t>完了</a:t>
                      </a:r>
                    </a:p>
                  </a:txBody>
                  <a:tcPr/>
                </a:tc>
                <a:tc>
                  <a:txBody>
                    <a:bodyPr/>
                    <a:lstStyle/>
                    <a:p>
                      <a:pPr algn="r"/>
                      <a:r>
                        <a:rPr kumimoji="1" lang="en-US" altLang="ja-JP" dirty="0">
                          <a:latin typeface="游ゴシック" panose="020B0400000000000000" pitchFamily="50" charset="-128"/>
                          <a:ea typeface="游ゴシック" panose="020B0400000000000000" pitchFamily="50" charset="-128"/>
                        </a:rPr>
                        <a:t>0</a:t>
                      </a:r>
                      <a:endParaRPr kumimoji="1" lang="ja-JP" altLang="en-US" dirty="0">
                        <a:latin typeface="游ゴシック" panose="020B0400000000000000" pitchFamily="50" charset="-128"/>
                        <a:ea typeface="游ゴシック" panose="020B0400000000000000" pitchFamily="50" charset="-128"/>
                      </a:endParaRPr>
                    </a:p>
                  </a:txBody>
                  <a:tcPr/>
                </a:tc>
                <a:tc>
                  <a:txBody>
                    <a:bodyPr/>
                    <a:lstStyle/>
                    <a:p>
                      <a:pPr algn="r"/>
                      <a:r>
                        <a:rPr kumimoji="1" lang="en-US" altLang="ja-JP" dirty="0">
                          <a:latin typeface="游ゴシック" panose="020B0400000000000000" pitchFamily="50" charset="-128"/>
                          <a:ea typeface="游ゴシック" panose="020B0400000000000000" pitchFamily="50" charset="-128"/>
                        </a:rPr>
                        <a:t>0</a:t>
                      </a:r>
                      <a:endParaRPr kumimoji="1" lang="ja-JP" altLang="en-US" dirty="0">
                        <a:latin typeface="游ゴシック" panose="020B0400000000000000" pitchFamily="50" charset="-128"/>
                        <a:ea typeface="游ゴシック" panose="020B0400000000000000" pitchFamily="50" charset="-128"/>
                      </a:endParaRPr>
                    </a:p>
                  </a:txBody>
                  <a:tcPr/>
                </a:tc>
                <a:tc>
                  <a:txBody>
                    <a:bodyPr/>
                    <a:lstStyle/>
                    <a:p>
                      <a:pPr algn="r"/>
                      <a:r>
                        <a:rPr kumimoji="1" lang="en-US" altLang="ja-JP" dirty="0">
                          <a:latin typeface="游ゴシック" panose="020B0400000000000000" pitchFamily="50" charset="-128"/>
                          <a:ea typeface="游ゴシック" panose="020B0400000000000000" pitchFamily="50" charset="-128"/>
                        </a:rPr>
                        <a:t>0</a:t>
                      </a:r>
                      <a:endParaRPr kumimoji="1" lang="ja-JP" altLang="en-US" dirty="0">
                        <a:latin typeface="游ゴシック" panose="020B0400000000000000" pitchFamily="50" charset="-128"/>
                        <a:ea typeface="游ゴシック" panose="020B0400000000000000" pitchFamily="50" charset="-128"/>
                      </a:endParaRPr>
                    </a:p>
                  </a:txBody>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a:tc>
                <a:extLst>
                  <a:ext uri="{0D108BD9-81ED-4DB2-BD59-A6C34878D82A}">
                    <a16:rowId xmlns:a16="http://schemas.microsoft.com/office/drawing/2014/main" val="422492731"/>
                  </a:ext>
                </a:extLst>
              </a:tr>
              <a:tr h="370840">
                <a:tc>
                  <a:txBody>
                    <a:bodyPr/>
                    <a:lstStyle/>
                    <a:p>
                      <a:r>
                        <a:rPr kumimoji="1" lang="ja-JP" altLang="en-US" dirty="0">
                          <a:latin typeface="游ゴシック" panose="020B0400000000000000" pitchFamily="50" charset="-128"/>
                          <a:ea typeface="游ゴシック" panose="020B0400000000000000" pitchFamily="50" charset="-128"/>
                        </a:rPr>
                        <a:t>資料数</a:t>
                      </a:r>
                    </a:p>
                  </a:txBody>
                  <a:tcPr/>
                </a:tc>
                <a:tc>
                  <a:txBody>
                    <a:bodyPr/>
                    <a:lstStyle/>
                    <a:p>
                      <a:pPr algn="r"/>
                      <a:r>
                        <a:rPr kumimoji="1" lang="en-US" altLang="ja-JP" dirty="0">
                          <a:latin typeface="游ゴシック" panose="020B0400000000000000" pitchFamily="50" charset="-128"/>
                          <a:ea typeface="游ゴシック" panose="020B0400000000000000" pitchFamily="50" charset="-128"/>
                        </a:rPr>
                        <a:t>10</a:t>
                      </a:r>
                      <a:endParaRPr kumimoji="1" lang="ja-JP" altLang="en-US" dirty="0">
                        <a:latin typeface="游ゴシック" panose="020B0400000000000000" pitchFamily="50" charset="-128"/>
                        <a:ea typeface="游ゴシック" panose="020B0400000000000000" pitchFamily="50" charset="-128"/>
                      </a:endParaRPr>
                    </a:p>
                  </a:txBody>
                  <a:tcPr/>
                </a:tc>
                <a:tc>
                  <a:txBody>
                    <a:bodyPr/>
                    <a:lstStyle/>
                    <a:p>
                      <a:pPr algn="r"/>
                      <a:r>
                        <a:rPr kumimoji="1" lang="en-US" altLang="ja-JP" dirty="0">
                          <a:latin typeface="游ゴシック" panose="020B0400000000000000" pitchFamily="50" charset="-128"/>
                          <a:ea typeface="游ゴシック" panose="020B0400000000000000" pitchFamily="50" charset="-128"/>
                        </a:rPr>
                        <a:t>13</a:t>
                      </a:r>
                      <a:endParaRPr kumimoji="1" lang="ja-JP" altLang="en-US" dirty="0">
                        <a:latin typeface="游ゴシック" panose="020B0400000000000000" pitchFamily="50" charset="-128"/>
                        <a:ea typeface="游ゴシック" panose="020B0400000000000000" pitchFamily="50" charset="-128"/>
                      </a:endParaRPr>
                    </a:p>
                  </a:txBody>
                  <a:tcPr/>
                </a:tc>
                <a:tc>
                  <a:txBody>
                    <a:bodyPr/>
                    <a:lstStyle/>
                    <a:p>
                      <a:pPr algn="r"/>
                      <a:r>
                        <a:rPr kumimoji="1" lang="en-US" altLang="ja-JP" dirty="0">
                          <a:latin typeface="游ゴシック" panose="020B0400000000000000" pitchFamily="50" charset="-128"/>
                          <a:ea typeface="游ゴシック" panose="020B0400000000000000" pitchFamily="50" charset="-128"/>
                        </a:rPr>
                        <a:t>2</a:t>
                      </a:r>
                      <a:endParaRPr kumimoji="1" lang="ja-JP" altLang="en-US" dirty="0">
                        <a:latin typeface="游ゴシック" panose="020B0400000000000000" pitchFamily="50" charset="-128"/>
                        <a:ea typeface="游ゴシック" panose="020B0400000000000000" pitchFamily="50" charset="-128"/>
                      </a:endParaRPr>
                    </a:p>
                  </a:txBody>
                  <a:tcPr/>
                </a:tc>
                <a:tc>
                  <a:txBody>
                    <a:bodyPr/>
                    <a:lstStyle/>
                    <a:p>
                      <a:r>
                        <a:rPr kumimoji="1" lang="en-US" altLang="ja-JP" dirty="0">
                          <a:latin typeface="游ゴシック" panose="020B0400000000000000" pitchFamily="50" charset="-128"/>
                          <a:ea typeface="游ゴシック" panose="020B0400000000000000" pitchFamily="50" charset="-128"/>
                        </a:rPr>
                        <a:t>-</a:t>
                      </a:r>
                      <a:endParaRPr kumimoji="1" lang="ja-JP" altLang="en-US" dirty="0">
                        <a:latin typeface="游ゴシック" panose="020B0400000000000000" pitchFamily="50" charset="-128"/>
                        <a:ea typeface="游ゴシック" panose="020B0400000000000000" pitchFamily="50" charset="-128"/>
                      </a:endParaRPr>
                    </a:p>
                  </a:txBody>
                  <a:tcPr/>
                </a:tc>
                <a:extLst>
                  <a:ext uri="{0D108BD9-81ED-4DB2-BD59-A6C34878D82A}">
                    <a16:rowId xmlns:a16="http://schemas.microsoft.com/office/drawing/2014/main" val="3691645177"/>
                  </a:ext>
                </a:extLst>
              </a:tr>
            </a:tbl>
          </a:graphicData>
        </a:graphic>
      </p:graphicFrame>
    </p:spTree>
    <p:extLst>
      <p:ext uri="{BB962C8B-B14F-4D97-AF65-F5344CB8AC3E}">
        <p14:creationId xmlns:p14="http://schemas.microsoft.com/office/powerpoint/2010/main" val="15107712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D129594-6F96-418D-8287-12060DB10FCB}"/>
              </a:ext>
            </a:extLst>
          </p:cNvPr>
          <p:cNvSpPr>
            <a:spLocks noGrp="1"/>
          </p:cNvSpPr>
          <p:nvPr>
            <p:ph type="title"/>
          </p:nvPr>
        </p:nvSpPr>
        <p:spPr/>
        <p:txBody>
          <a:bodyPr/>
          <a:lstStyle/>
          <a:p>
            <a:r>
              <a:rPr kumimoji="1" lang="en-US" altLang="ja-JP" dirty="0"/>
              <a:t>3. </a:t>
            </a:r>
            <a:r>
              <a:rPr kumimoji="1" lang="ja-JP" altLang="en-US" dirty="0"/>
              <a:t>チケット状況共有</a:t>
            </a:r>
          </a:p>
        </p:txBody>
      </p:sp>
      <p:sp>
        <p:nvSpPr>
          <p:cNvPr id="3" name="フッター プレースホルダー 2">
            <a:extLst>
              <a:ext uri="{FF2B5EF4-FFF2-40B4-BE49-F238E27FC236}">
                <a16:creationId xmlns:a16="http://schemas.microsoft.com/office/drawing/2014/main" id="{11153AB8-AB5A-4D64-A7E2-75297CDAC821}"/>
              </a:ext>
            </a:extLst>
          </p:cNvPr>
          <p:cNvSpPr>
            <a:spLocks noGrp="1"/>
          </p:cNvSpPr>
          <p:nvPr>
            <p:ph type="ftr" sz="quarter" idx="11"/>
          </p:nvPr>
        </p:nvSpPr>
        <p:spPr/>
        <p:txBody>
          <a:bodyPr/>
          <a:lstStyle/>
          <a:p>
            <a:r>
              <a:rPr lang="en-US"/>
              <a:t>Copyright © 2022 SystemEXE,Inc All Rights Reserved.</a:t>
            </a:r>
            <a:endParaRPr lang="en-US" dirty="0"/>
          </a:p>
        </p:txBody>
      </p:sp>
      <p:sp>
        <p:nvSpPr>
          <p:cNvPr id="4" name="スライド番号プレースホルダー 3">
            <a:extLst>
              <a:ext uri="{FF2B5EF4-FFF2-40B4-BE49-F238E27FC236}">
                <a16:creationId xmlns:a16="http://schemas.microsoft.com/office/drawing/2014/main" id="{BA3CB4F8-8B5F-4066-B5A9-A0C1289CEBC2}"/>
              </a:ext>
            </a:extLst>
          </p:cNvPr>
          <p:cNvSpPr>
            <a:spLocks noGrp="1"/>
          </p:cNvSpPr>
          <p:nvPr>
            <p:ph type="sldNum" sz="quarter" idx="12"/>
          </p:nvPr>
        </p:nvSpPr>
        <p:spPr/>
        <p:txBody>
          <a:bodyPr/>
          <a:lstStyle/>
          <a:p>
            <a:fld id="{26CA5134-5AAC-D342-B763-43605FECB385}" type="slidenum">
              <a:rPr kumimoji="1" lang="ja-JP" altLang="en-US" smtClean="0"/>
              <a:pPr/>
              <a:t>4</a:t>
            </a:fld>
            <a:endParaRPr kumimoji="1" lang="ja-JP" altLang="en-US" sz="700"/>
          </a:p>
        </p:txBody>
      </p:sp>
      <p:graphicFrame>
        <p:nvGraphicFramePr>
          <p:cNvPr id="6" name="表 6">
            <a:extLst>
              <a:ext uri="{FF2B5EF4-FFF2-40B4-BE49-F238E27FC236}">
                <a16:creationId xmlns:a16="http://schemas.microsoft.com/office/drawing/2014/main" id="{6F71E577-536E-4628-968F-1C3C829EA8C7}"/>
              </a:ext>
            </a:extLst>
          </p:cNvPr>
          <p:cNvGraphicFramePr>
            <a:graphicFrameLocks noGrp="1"/>
          </p:cNvGraphicFramePr>
          <p:nvPr>
            <p:extLst>
              <p:ext uri="{D42A27DB-BD31-4B8C-83A1-F6EECF244321}">
                <p14:modId xmlns:p14="http://schemas.microsoft.com/office/powerpoint/2010/main" val="4280639183"/>
              </p:ext>
            </p:extLst>
          </p:nvPr>
        </p:nvGraphicFramePr>
        <p:xfrm>
          <a:off x="540000" y="828000"/>
          <a:ext cx="11041199" cy="3677920"/>
        </p:xfrm>
        <a:graphic>
          <a:graphicData uri="http://schemas.openxmlformats.org/drawingml/2006/table">
            <a:tbl>
              <a:tblPr firstRow="1" bandRow="1">
                <a:tableStyleId>{5C22544A-7EE6-4342-B048-85BDC9FD1C3A}</a:tableStyleId>
              </a:tblPr>
              <a:tblGrid>
                <a:gridCol w="701007">
                  <a:extLst>
                    <a:ext uri="{9D8B030D-6E8A-4147-A177-3AD203B41FA5}">
                      <a16:colId xmlns:a16="http://schemas.microsoft.com/office/drawing/2014/main" val="875238259"/>
                    </a:ext>
                  </a:extLst>
                </a:gridCol>
                <a:gridCol w="4397652">
                  <a:extLst>
                    <a:ext uri="{9D8B030D-6E8A-4147-A177-3AD203B41FA5}">
                      <a16:colId xmlns:a16="http://schemas.microsoft.com/office/drawing/2014/main" val="2261425630"/>
                    </a:ext>
                  </a:extLst>
                </a:gridCol>
                <a:gridCol w="1730188">
                  <a:extLst>
                    <a:ext uri="{9D8B030D-6E8A-4147-A177-3AD203B41FA5}">
                      <a16:colId xmlns:a16="http://schemas.microsoft.com/office/drawing/2014/main" val="727812906"/>
                    </a:ext>
                  </a:extLst>
                </a:gridCol>
                <a:gridCol w="4212352">
                  <a:extLst>
                    <a:ext uri="{9D8B030D-6E8A-4147-A177-3AD203B41FA5}">
                      <a16:colId xmlns:a16="http://schemas.microsoft.com/office/drawing/2014/main" val="2280000589"/>
                    </a:ext>
                  </a:extLst>
                </a:gridCol>
              </a:tblGrid>
              <a:tr h="370840">
                <a:tc>
                  <a:txBody>
                    <a:bodyPr/>
                    <a:lstStyle/>
                    <a:p>
                      <a:pPr algn="ctr"/>
                      <a:r>
                        <a:rPr kumimoji="1" lang="en-US" altLang="ja-JP" dirty="0">
                          <a:latin typeface="游ゴシック" panose="020B0400000000000000" pitchFamily="50" charset="-128"/>
                          <a:ea typeface="游ゴシック" panose="020B0400000000000000" pitchFamily="50" charset="-128"/>
                        </a:rPr>
                        <a:t>#</a:t>
                      </a:r>
                      <a:endParaRPr kumimoji="1" lang="ja-JP" altLang="en-US" dirty="0">
                        <a:latin typeface="游ゴシック" panose="020B0400000000000000" pitchFamily="50" charset="-128"/>
                        <a:ea typeface="游ゴシック" panose="020B0400000000000000" pitchFamily="50" charset="-128"/>
                      </a:endParaRPr>
                    </a:p>
                  </a:txBody>
                  <a:tcPr/>
                </a:tc>
                <a:tc>
                  <a:txBody>
                    <a:bodyPr/>
                    <a:lstStyle/>
                    <a:p>
                      <a:pPr algn="ctr"/>
                      <a:r>
                        <a:rPr kumimoji="1" lang="ja-JP" altLang="en-US" dirty="0">
                          <a:latin typeface="游ゴシック" panose="020B0400000000000000" pitchFamily="50" charset="-128"/>
                          <a:ea typeface="游ゴシック" panose="020B0400000000000000" pitchFamily="50" charset="-128"/>
                        </a:rPr>
                        <a:t>題名</a:t>
                      </a:r>
                      <a:r>
                        <a:rPr kumimoji="1" lang="en-US" altLang="ja-JP" dirty="0">
                          <a:latin typeface="游ゴシック" panose="020B0400000000000000" pitchFamily="50" charset="-128"/>
                          <a:ea typeface="游ゴシック" panose="020B0400000000000000" pitchFamily="50" charset="-128"/>
                        </a:rPr>
                        <a:t>(</a:t>
                      </a:r>
                      <a:r>
                        <a:rPr kumimoji="1" lang="ja-JP" altLang="en-US" dirty="0">
                          <a:latin typeface="游ゴシック" panose="020B0400000000000000" pitchFamily="50" charset="-128"/>
                          <a:ea typeface="游ゴシック" panose="020B0400000000000000" pitchFamily="50" charset="-128"/>
                        </a:rPr>
                        <a:t>プリフィックス除く</a:t>
                      </a:r>
                      <a:r>
                        <a:rPr kumimoji="1" lang="en-US" altLang="ja-JP" dirty="0">
                          <a:latin typeface="游ゴシック" panose="020B0400000000000000" pitchFamily="50" charset="-128"/>
                          <a:ea typeface="游ゴシック" panose="020B0400000000000000" pitchFamily="50" charset="-128"/>
                        </a:rPr>
                        <a:t>)</a:t>
                      </a:r>
                      <a:endParaRPr kumimoji="1" lang="ja-JP" altLang="en-US" dirty="0">
                        <a:latin typeface="游ゴシック" panose="020B0400000000000000" pitchFamily="50" charset="-128"/>
                        <a:ea typeface="游ゴシック" panose="020B0400000000000000" pitchFamily="50" charset="-128"/>
                      </a:endParaRPr>
                    </a:p>
                  </a:txBody>
                  <a:tcPr/>
                </a:tc>
                <a:tc>
                  <a:txBody>
                    <a:bodyPr/>
                    <a:lstStyle/>
                    <a:p>
                      <a:pPr algn="ctr"/>
                      <a:r>
                        <a:rPr kumimoji="1" lang="ja-JP" altLang="en-US" dirty="0">
                          <a:latin typeface="游ゴシック" panose="020B0400000000000000" pitchFamily="50" charset="-128"/>
                          <a:ea typeface="游ゴシック" panose="020B0400000000000000" pitchFamily="50" charset="-128"/>
                        </a:rPr>
                        <a:t>担当者</a:t>
                      </a:r>
                    </a:p>
                  </a:txBody>
                  <a:tcPr/>
                </a:tc>
                <a:tc>
                  <a:txBody>
                    <a:bodyPr/>
                    <a:lstStyle/>
                    <a:p>
                      <a:pPr algn="ctr"/>
                      <a:r>
                        <a:rPr kumimoji="1" lang="ja-JP" altLang="en-US" dirty="0">
                          <a:latin typeface="游ゴシック" panose="020B0400000000000000" pitchFamily="50" charset="-128"/>
                          <a:ea typeface="游ゴシック" panose="020B0400000000000000" pitchFamily="50" charset="-128"/>
                        </a:rPr>
                        <a:t>備考</a:t>
                      </a:r>
                    </a:p>
                  </a:txBody>
                  <a:tcPr/>
                </a:tc>
                <a:extLst>
                  <a:ext uri="{0D108BD9-81ED-4DB2-BD59-A6C34878D82A}">
                    <a16:rowId xmlns:a16="http://schemas.microsoft.com/office/drawing/2014/main" val="3311144390"/>
                  </a:ext>
                </a:extLst>
              </a:tr>
              <a:tr h="370840">
                <a:tc>
                  <a:txBody>
                    <a:bodyPr/>
                    <a:lstStyle/>
                    <a:p>
                      <a:r>
                        <a:rPr kumimoji="1" lang="en-US" altLang="ja-JP" dirty="0">
                          <a:latin typeface="游ゴシック" panose="020B0400000000000000" pitchFamily="50" charset="-128"/>
                          <a:ea typeface="游ゴシック" panose="020B0400000000000000" pitchFamily="50" charset="-128"/>
                        </a:rPr>
                        <a:t>8393</a:t>
                      </a:r>
                      <a:endParaRPr kumimoji="1" lang="ja-JP" altLang="en-US" dirty="0">
                        <a:latin typeface="游ゴシック" panose="020B0400000000000000" pitchFamily="50" charset="-128"/>
                        <a:ea typeface="游ゴシック" panose="020B0400000000000000" pitchFamily="50" charset="-128"/>
                      </a:endParaRPr>
                    </a:p>
                  </a:txBody>
                  <a:tcPr/>
                </a:tc>
                <a:tc>
                  <a:txBody>
                    <a:bodyPr/>
                    <a:lstStyle/>
                    <a:p>
                      <a:r>
                        <a:rPr kumimoji="1" lang="ja-JP" altLang="en-US" dirty="0">
                          <a:latin typeface="游ゴシック" panose="020B0400000000000000" pitchFamily="50" charset="-128"/>
                          <a:ea typeface="游ゴシック" panose="020B0400000000000000" pitchFamily="50" charset="-128"/>
                        </a:rPr>
                        <a:t>システム名について</a:t>
                      </a:r>
                    </a:p>
                  </a:txBody>
                  <a:tcPr/>
                </a:tc>
                <a:tc>
                  <a:txBody>
                    <a:bodyPr/>
                    <a:lstStyle/>
                    <a:p>
                      <a:r>
                        <a:rPr kumimoji="1" lang="ja-JP" altLang="en-US" dirty="0">
                          <a:latin typeface="游ゴシック" panose="020B0400000000000000" pitchFamily="50" charset="-128"/>
                          <a:ea typeface="游ゴシック" panose="020B0400000000000000" pitchFamily="50" charset="-128"/>
                        </a:rPr>
                        <a:t>コマツ 塚原様</a:t>
                      </a:r>
                    </a:p>
                  </a:txBody>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a:tc>
                <a:extLst>
                  <a:ext uri="{0D108BD9-81ED-4DB2-BD59-A6C34878D82A}">
                    <a16:rowId xmlns:a16="http://schemas.microsoft.com/office/drawing/2014/main" val="4176487492"/>
                  </a:ext>
                </a:extLst>
              </a:tr>
              <a:tr h="370840">
                <a:tc>
                  <a:txBody>
                    <a:bodyPr/>
                    <a:lstStyle/>
                    <a:p>
                      <a:r>
                        <a:rPr kumimoji="1" lang="en-US" altLang="ja-JP" dirty="0">
                          <a:latin typeface="游ゴシック" panose="020B0400000000000000" pitchFamily="50" charset="-128"/>
                          <a:ea typeface="游ゴシック" panose="020B0400000000000000" pitchFamily="50" charset="-128"/>
                        </a:rPr>
                        <a:t>8394</a:t>
                      </a:r>
                      <a:endParaRPr kumimoji="1" lang="ja-JP" altLang="en-US" dirty="0">
                        <a:latin typeface="游ゴシック" panose="020B0400000000000000" pitchFamily="50" charset="-128"/>
                        <a:ea typeface="游ゴシック" panose="020B0400000000000000" pitchFamily="50" charset="-128"/>
                      </a:endParaRPr>
                    </a:p>
                  </a:txBody>
                  <a:tcPr/>
                </a:tc>
                <a:tc>
                  <a:txBody>
                    <a:bodyPr/>
                    <a:lstStyle/>
                    <a:p>
                      <a:r>
                        <a:rPr kumimoji="1" lang="ja-JP" altLang="en-US" dirty="0">
                          <a:latin typeface="游ゴシック" panose="020B0400000000000000" pitchFamily="50" charset="-128"/>
                          <a:ea typeface="游ゴシック" panose="020B0400000000000000" pitchFamily="50" charset="-128"/>
                        </a:rPr>
                        <a:t>画面名称について</a:t>
                      </a:r>
                    </a:p>
                  </a:txBody>
                  <a:tcPr/>
                </a:tc>
                <a:tc>
                  <a:txBody>
                    <a:bodyPr/>
                    <a:lstStyle/>
                    <a:p>
                      <a:r>
                        <a:rPr kumimoji="1" lang="ja-JP" altLang="en-US" dirty="0">
                          <a:latin typeface="游ゴシック" panose="020B0400000000000000" pitchFamily="50" charset="-128"/>
                          <a:ea typeface="游ゴシック" panose="020B0400000000000000" pitchFamily="50" charset="-128"/>
                        </a:rPr>
                        <a:t>コマツ 塚原様</a:t>
                      </a:r>
                    </a:p>
                  </a:txBody>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a:tc>
                <a:extLst>
                  <a:ext uri="{0D108BD9-81ED-4DB2-BD59-A6C34878D82A}">
                    <a16:rowId xmlns:a16="http://schemas.microsoft.com/office/drawing/2014/main" val="3657500700"/>
                  </a:ext>
                </a:extLst>
              </a:tr>
              <a:tr h="370840">
                <a:tc>
                  <a:txBody>
                    <a:bodyPr/>
                    <a:lstStyle/>
                    <a:p>
                      <a:r>
                        <a:rPr kumimoji="1" lang="en-US" altLang="ja-JP" dirty="0">
                          <a:latin typeface="游ゴシック" panose="020B0400000000000000" pitchFamily="50" charset="-128"/>
                          <a:ea typeface="游ゴシック" panose="020B0400000000000000" pitchFamily="50" charset="-128"/>
                        </a:rPr>
                        <a:t>8395</a:t>
                      </a:r>
                      <a:endParaRPr kumimoji="1" lang="ja-JP" altLang="en-US" dirty="0">
                        <a:latin typeface="游ゴシック" panose="020B0400000000000000" pitchFamily="50" charset="-128"/>
                        <a:ea typeface="游ゴシック" panose="020B0400000000000000" pitchFamily="50" charset="-128"/>
                      </a:endParaRPr>
                    </a:p>
                  </a:txBody>
                  <a:tcPr/>
                </a:tc>
                <a:tc>
                  <a:txBody>
                    <a:bodyPr/>
                    <a:lstStyle/>
                    <a:p>
                      <a:r>
                        <a:rPr kumimoji="1" lang="en-US" altLang="ja-JP" dirty="0">
                          <a:latin typeface="游ゴシック" panose="020B0400000000000000" pitchFamily="50" charset="-128"/>
                          <a:ea typeface="游ゴシック" panose="020B0400000000000000" pitchFamily="50" charset="-128"/>
                        </a:rPr>
                        <a:t>DevOps</a:t>
                      </a:r>
                      <a:r>
                        <a:rPr kumimoji="1" lang="ja-JP" altLang="en-US" dirty="0">
                          <a:latin typeface="游ゴシック" panose="020B0400000000000000" pitchFamily="50" charset="-128"/>
                          <a:ea typeface="游ゴシック" panose="020B0400000000000000" pitchFamily="50" charset="-128"/>
                        </a:rPr>
                        <a:t>に設定する置換定義資料作成</a:t>
                      </a:r>
                    </a:p>
                  </a:txBody>
                  <a:tcPr/>
                </a:tc>
                <a:tc>
                  <a:txBody>
                    <a:bodyPr/>
                    <a:lstStyle/>
                    <a:p>
                      <a:r>
                        <a:rPr kumimoji="1" lang="ja-JP" altLang="en-US" dirty="0">
                          <a:latin typeface="游ゴシック" panose="020B0400000000000000" pitchFamily="50" charset="-128"/>
                          <a:ea typeface="游ゴシック" panose="020B0400000000000000" pitchFamily="50" charset="-128"/>
                        </a:rPr>
                        <a:t>エグゼ 松下</a:t>
                      </a:r>
                    </a:p>
                  </a:txBody>
                  <a:tcPr/>
                </a:tc>
                <a:tc>
                  <a:txBody>
                    <a:bodyPr/>
                    <a:lstStyle/>
                    <a:p>
                      <a:r>
                        <a:rPr kumimoji="1" lang="en-US" altLang="ja-JP" dirty="0">
                          <a:latin typeface="游ゴシック" panose="020B0400000000000000" pitchFamily="50" charset="-128"/>
                          <a:ea typeface="游ゴシック" panose="020B0400000000000000" pitchFamily="50" charset="-128"/>
                        </a:rPr>
                        <a:t>DevOps</a:t>
                      </a:r>
                      <a:r>
                        <a:rPr kumimoji="1" lang="ja-JP" altLang="en-US" dirty="0">
                          <a:latin typeface="游ゴシック" panose="020B0400000000000000" pitchFamily="50" charset="-128"/>
                          <a:ea typeface="游ゴシック" panose="020B0400000000000000" pitchFamily="50" charset="-128"/>
                        </a:rPr>
                        <a:t>への設定依頼用チケット</a:t>
                      </a:r>
                    </a:p>
                  </a:txBody>
                  <a:tcPr/>
                </a:tc>
                <a:extLst>
                  <a:ext uri="{0D108BD9-81ED-4DB2-BD59-A6C34878D82A}">
                    <a16:rowId xmlns:a16="http://schemas.microsoft.com/office/drawing/2014/main" val="316117727"/>
                  </a:ext>
                </a:extLst>
              </a:tr>
              <a:tr h="370840">
                <a:tc>
                  <a:txBody>
                    <a:bodyPr/>
                    <a:lstStyle/>
                    <a:p>
                      <a:r>
                        <a:rPr kumimoji="1" lang="en-US" altLang="ja-JP" dirty="0">
                          <a:latin typeface="游ゴシック" panose="020B0400000000000000" pitchFamily="50" charset="-128"/>
                          <a:ea typeface="游ゴシック" panose="020B0400000000000000" pitchFamily="50" charset="-128"/>
                        </a:rPr>
                        <a:t>8442</a:t>
                      </a:r>
                      <a:endParaRPr kumimoji="1" lang="ja-JP" altLang="en-US" dirty="0">
                        <a:latin typeface="游ゴシック" panose="020B0400000000000000" pitchFamily="50" charset="-128"/>
                        <a:ea typeface="游ゴシック" panose="020B0400000000000000" pitchFamily="50" charset="-128"/>
                      </a:endParaRPr>
                    </a:p>
                  </a:txBody>
                  <a:tcPr/>
                </a:tc>
                <a:tc>
                  <a:txBody>
                    <a:bodyPr/>
                    <a:lstStyle/>
                    <a:p>
                      <a:r>
                        <a:rPr kumimoji="1" lang="ja-JP" altLang="en-US" dirty="0">
                          <a:latin typeface="游ゴシック" panose="020B0400000000000000" pitchFamily="50" charset="-128"/>
                          <a:ea typeface="游ゴシック" panose="020B0400000000000000" pitchFamily="50" charset="-128"/>
                        </a:rPr>
                        <a:t>車両カスタマイズ用途定義詳細の再送ダイアログについて</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latin typeface="游ゴシック" panose="020B0400000000000000" pitchFamily="50" charset="-128"/>
                          <a:ea typeface="游ゴシック" panose="020B0400000000000000" pitchFamily="50" charset="-128"/>
                        </a:rPr>
                        <a:t>コマツ 塚原様</a:t>
                      </a:r>
                    </a:p>
                  </a:txBody>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a:tc>
                <a:extLst>
                  <a:ext uri="{0D108BD9-81ED-4DB2-BD59-A6C34878D82A}">
                    <a16:rowId xmlns:a16="http://schemas.microsoft.com/office/drawing/2014/main" val="502800600"/>
                  </a:ext>
                </a:extLst>
              </a:tr>
              <a:tr h="370840">
                <a:tc>
                  <a:txBody>
                    <a:bodyPr/>
                    <a:lstStyle/>
                    <a:p>
                      <a:r>
                        <a:rPr kumimoji="1" lang="en-US" altLang="ja-JP" dirty="0">
                          <a:latin typeface="游ゴシック" panose="020B0400000000000000" pitchFamily="50" charset="-128"/>
                          <a:ea typeface="游ゴシック" panose="020B0400000000000000" pitchFamily="50" charset="-128"/>
                        </a:rPr>
                        <a:t>8443</a:t>
                      </a:r>
                      <a:endParaRPr kumimoji="1" lang="ja-JP" altLang="en-US" dirty="0">
                        <a:latin typeface="游ゴシック" panose="020B0400000000000000" pitchFamily="50" charset="-128"/>
                        <a:ea typeface="游ゴシック" panose="020B0400000000000000" pitchFamily="50" charset="-128"/>
                      </a:endParaRPr>
                    </a:p>
                  </a:txBody>
                  <a:tcPr/>
                </a:tc>
                <a:tc>
                  <a:txBody>
                    <a:bodyPr/>
                    <a:lstStyle/>
                    <a:p>
                      <a:r>
                        <a:rPr kumimoji="1" lang="ja-JP" altLang="en-US" dirty="0">
                          <a:latin typeface="游ゴシック" panose="020B0400000000000000" pitchFamily="50" charset="-128"/>
                          <a:ea typeface="游ゴシック" panose="020B0400000000000000" pitchFamily="50" charset="-128"/>
                        </a:rPr>
                        <a:t>車両カスタマイズ用途定義詳細の編集内容破棄ボタン押下時のダイアログについて</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latin typeface="游ゴシック" panose="020B0400000000000000" pitchFamily="50" charset="-128"/>
                          <a:ea typeface="游ゴシック" panose="020B0400000000000000" pitchFamily="50" charset="-128"/>
                        </a:rPr>
                        <a:t>コマツ 塚原様</a:t>
                      </a:r>
                    </a:p>
                  </a:txBody>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a:tc>
                <a:extLst>
                  <a:ext uri="{0D108BD9-81ED-4DB2-BD59-A6C34878D82A}">
                    <a16:rowId xmlns:a16="http://schemas.microsoft.com/office/drawing/2014/main" val="967242161"/>
                  </a:ext>
                </a:extLst>
              </a:tr>
              <a:tr h="370840">
                <a:tc>
                  <a:txBody>
                    <a:bodyPr/>
                    <a:lstStyle/>
                    <a:p>
                      <a:r>
                        <a:rPr kumimoji="1" lang="en-US" altLang="ja-JP" dirty="0">
                          <a:latin typeface="游ゴシック" panose="020B0400000000000000" pitchFamily="50" charset="-128"/>
                          <a:ea typeface="游ゴシック" panose="020B0400000000000000" pitchFamily="50" charset="-128"/>
                        </a:rPr>
                        <a:t>8444</a:t>
                      </a:r>
                      <a:endParaRPr kumimoji="1" lang="ja-JP" altLang="en-US" dirty="0">
                        <a:latin typeface="游ゴシック" panose="020B0400000000000000" pitchFamily="50" charset="-128"/>
                        <a:ea typeface="游ゴシック" panose="020B0400000000000000" pitchFamily="50" charset="-128"/>
                      </a:endParaRPr>
                    </a:p>
                  </a:txBody>
                  <a:tcPr/>
                </a:tc>
                <a:tc>
                  <a:txBody>
                    <a:bodyPr/>
                    <a:lstStyle/>
                    <a:p>
                      <a:r>
                        <a:rPr kumimoji="1" lang="ja-JP" altLang="en-US" dirty="0">
                          <a:latin typeface="游ゴシック" panose="020B0400000000000000" pitchFamily="50" charset="-128"/>
                          <a:ea typeface="游ゴシック" panose="020B0400000000000000" pitchFamily="50" charset="-128"/>
                        </a:rPr>
                        <a:t>車両検索の検索結果に表示する項目について</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latin typeface="游ゴシック" panose="020B0400000000000000" pitchFamily="50" charset="-128"/>
                          <a:ea typeface="游ゴシック" panose="020B0400000000000000" pitchFamily="50" charset="-128"/>
                        </a:rPr>
                        <a:t>コマツ 塚原様</a:t>
                      </a:r>
                    </a:p>
                  </a:txBody>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a:tc>
                <a:extLst>
                  <a:ext uri="{0D108BD9-81ED-4DB2-BD59-A6C34878D82A}">
                    <a16:rowId xmlns:a16="http://schemas.microsoft.com/office/drawing/2014/main" val="341108733"/>
                  </a:ext>
                </a:extLst>
              </a:tr>
            </a:tbl>
          </a:graphicData>
        </a:graphic>
      </p:graphicFrame>
    </p:spTree>
    <p:extLst>
      <p:ext uri="{BB962C8B-B14F-4D97-AF65-F5344CB8AC3E}">
        <p14:creationId xmlns:p14="http://schemas.microsoft.com/office/powerpoint/2010/main" val="23074289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7835E8C-4267-4ABD-9EDB-D777B325C4E4}"/>
              </a:ext>
            </a:extLst>
          </p:cNvPr>
          <p:cNvSpPr>
            <a:spLocks noGrp="1"/>
          </p:cNvSpPr>
          <p:nvPr>
            <p:ph type="title"/>
          </p:nvPr>
        </p:nvSpPr>
        <p:spPr/>
        <p:txBody>
          <a:bodyPr/>
          <a:lstStyle/>
          <a:p>
            <a:r>
              <a:rPr lang="en-US" altLang="ja-JP" dirty="0"/>
              <a:t>4.</a:t>
            </a:r>
            <a:r>
              <a:rPr lang="ja-JP" altLang="en-US" dirty="0"/>
              <a:t> ご相談事項</a:t>
            </a:r>
            <a:endParaRPr kumimoji="1" lang="ja-JP" altLang="en-US" dirty="0"/>
          </a:p>
        </p:txBody>
      </p:sp>
      <p:sp>
        <p:nvSpPr>
          <p:cNvPr id="3" name="フッター プレースホルダー 2">
            <a:extLst>
              <a:ext uri="{FF2B5EF4-FFF2-40B4-BE49-F238E27FC236}">
                <a16:creationId xmlns:a16="http://schemas.microsoft.com/office/drawing/2014/main" id="{6D2A56E1-BF51-4918-8773-90D53D18D2C8}"/>
              </a:ext>
            </a:extLst>
          </p:cNvPr>
          <p:cNvSpPr>
            <a:spLocks noGrp="1"/>
          </p:cNvSpPr>
          <p:nvPr>
            <p:ph type="ftr" sz="quarter" idx="11"/>
          </p:nvPr>
        </p:nvSpPr>
        <p:spPr/>
        <p:txBody>
          <a:bodyPr/>
          <a:lstStyle/>
          <a:p>
            <a:r>
              <a:rPr lang="en-US"/>
              <a:t>Copyright © 2022 SystemEXE,Inc All Rights Reserved.</a:t>
            </a:r>
            <a:endParaRPr lang="en-US" dirty="0"/>
          </a:p>
        </p:txBody>
      </p:sp>
      <p:sp>
        <p:nvSpPr>
          <p:cNvPr id="4" name="スライド番号プレースホルダー 3">
            <a:extLst>
              <a:ext uri="{FF2B5EF4-FFF2-40B4-BE49-F238E27FC236}">
                <a16:creationId xmlns:a16="http://schemas.microsoft.com/office/drawing/2014/main" id="{C80A5A61-D4B0-43C5-87E8-9977764334FA}"/>
              </a:ext>
            </a:extLst>
          </p:cNvPr>
          <p:cNvSpPr>
            <a:spLocks noGrp="1"/>
          </p:cNvSpPr>
          <p:nvPr>
            <p:ph type="sldNum" sz="quarter" idx="12"/>
          </p:nvPr>
        </p:nvSpPr>
        <p:spPr/>
        <p:txBody>
          <a:bodyPr/>
          <a:lstStyle/>
          <a:p>
            <a:fld id="{26CA5134-5AAC-D342-B763-43605FECB385}" type="slidenum">
              <a:rPr kumimoji="1" lang="ja-JP" altLang="en-US" smtClean="0"/>
              <a:pPr/>
              <a:t>5</a:t>
            </a:fld>
            <a:endParaRPr kumimoji="1" lang="ja-JP" altLang="en-US" sz="700"/>
          </a:p>
        </p:txBody>
      </p:sp>
      <p:sp>
        <p:nvSpPr>
          <p:cNvPr id="5" name="テキスト プレースホルダー 4">
            <a:extLst>
              <a:ext uri="{FF2B5EF4-FFF2-40B4-BE49-F238E27FC236}">
                <a16:creationId xmlns:a16="http://schemas.microsoft.com/office/drawing/2014/main" id="{F778D189-8638-4A3B-8E2A-B77935A3C440}"/>
              </a:ext>
            </a:extLst>
          </p:cNvPr>
          <p:cNvSpPr>
            <a:spLocks noGrp="1"/>
          </p:cNvSpPr>
          <p:nvPr>
            <p:ph type="body" sz="quarter" idx="13"/>
          </p:nvPr>
        </p:nvSpPr>
        <p:spPr/>
        <p:txBody>
          <a:bodyPr/>
          <a:lstStyle/>
          <a:p>
            <a:r>
              <a:rPr kumimoji="1" lang="ja-JP" altLang="en-US" dirty="0"/>
              <a:t>業務</a:t>
            </a:r>
            <a:r>
              <a:rPr kumimoji="1" lang="en-US" altLang="ja-JP" dirty="0"/>
              <a:t>API</a:t>
            </a:r>
            <a:r>
              <a:rPr kumimoji="1" lang="ja-JP" altLang="en-US" dirty="0"/>
              <a:t>の</a:t>
            </a:r>
            <a:r>
              <a:rPr kumimoji="1" lang="en-US" altLang="ja-JP" dirty="0"/>
              <a:t>Swagger</a:t>
            </a:r>
            <a:r>
              <a:rPr kumimoji="1" lang="ja-JP" altLang="en-US" dirty="0"/>
              <a:t>提供時期について</a:t>
            </a:r>
            <a:endParaRPr kumimoji="1" lang="en-US" altLang="ja-JP" dirty="0"/>
          </a:p>
          <a:p>
            <a:pPr marL="176213" lvl="1" indent="0">
              <a:buNone/>
            </a:pPr>
            <a:r>
              <a:rPr kumimoji="1" lang="ja-JP" altLang="en-US" dirty="0"/>
              <a:t>今週</a:t>
            </a:r>
            <a:r>
              <a:rPr kumimoji="1" lang="en-US" altLang="ja-JP" dirty="0"/>
              <a:t>(3/21</a:t>
            </a:r>
            <a:r>
              <a:rPr kumimoji="1" lang="ja-JP" altLang="en-US" dirty="0"/>
              <a:t>週</a:t>
            </a:r>
            <a:r>
              <a:rPr kumimoji="1" lang="en-US" altLang="ja-JP" dirty="0"/>
              <a:t>)</a:t>
            </a:r>
            <a:r>
              <a:rPr kumimoji="1" lang="ja-JP" altLang="en-US" dirty="0"/>
              <a:t>より詳細設計に着手していくことを想定しております。</a:t>
            </a:r>
            <a:endParaRPr lang="en-US" altLang="ja-JP" dirty="0"/>
          </a:p>
          <a:p>
            <a:pPr marL="176213" lvl="1" indent="0">
              <a:buNone/>
            </a:pPr>
            <a:r>
              <a:rPr kumimoji="1" lang="ja-JP" altLang="en-US" dirty="0"/>
              <a:t>詳細設計では業務</a:t>
            </a:r>
            <a:r>
              <a:rPr kumimoji="1" lang="en-US" altLang="ja-JP" dirty="0"/>
              <a:t>API</a:t>
            </a:r>
            <a:r>
              <a:rPr kumimoji="1" lang="ja-JP" altLang="en-US" dirty="0"/>
              <a:t>のリクエスト／レスポンス情報が必要となるため</a:t>
            </a:r>
            <a:endParaRPr lang="en-US" altLang="ja-JP" dirty="0"/>
          </a:p>
          <a:p>
            <a:pPr marL="176213" lvl="1" indent="0">
              <a:buNone/>
            </a:pPr>
            <a:r>
              <a:rPr kumimoji="1" lang="en-US" altLang="ja-JP" dirty="0"/>
              <a:t>Swagger</a:t>
            </a:r>
            <a:r>
              <a:rPr kumimoji="1" lang="ja-JP" altLang="en-US" dirty="0"/>
              <a:t>の提供時期のご提示をお願いいたします。</a:t>
            </a:r>
          </a:p>
          <a:p>
            <a:endParaRPr kumimoji="1" lang="ja-JP" altLang="en-US" dirty="0"/>
          </a:p>
          <a:p>
            <a:r>
              <a:rPr kumimoji="1" lang="ja-JP" altLang="en-US" dirty="0"/>
              <a:t>納品、検収について</a:t>
            </a:r>
            <a:endParaRPr kumimoji="1" lang="en-US" altLang="ja-JP" dirty="0"/>
          </a:p>
          <a:p>
            <a:pPr marL="176213" lvl="1" indent="0">
              <a:buNone/>
            </a:pPr>
            <a:r>
              <a:rPr kumimoji="1" lang="ja-JP" altLang="en-US" dirty="0"/>
              <a:t>キックオフ</a:t>
            </a:r>
            <a:r>
              <a:rPr kumimoji="1" lang="en-US" altLang="ja-JP" dirty="0"/>
              <a:t>MTG</a:t>
            </a:r>
            <a:r>
              <a:rPr kumimoji="1" lang="ja-JP" altLang="en-US" dirty="0"/>
              <a:t>の中で結合試験の開始が</a:t>
            </a:r>
            <a:r>
              <a:rPr kumimoji="1" lang="en-US" altLang="ja-JP" dirty="0"/>
              <a:t>6/20</a:t>
            </a:r>
            <a:r>
              <a:rPr kumimoji="1" lang="ja-JP" altLang="en-US" dirty="0"/>
              <a:t>以降ということをお伺いいたしました。</a:t>
            </a:r>
            <a:endParaRPr lang="en-US" altLang="ja-JP" dirty="0"/>
          </a:p>
          <a:p>
            <a:pPr marL="176213" lvl="1" indent="0">
              <a:buNone/>
            </a:pPr>
            <a:r>
              <a:rPr kumimoji="1" lang="ja-JP" altLang="en-US" dirty="0"/>
              <a:t>結合試験の完了が遅れることにより納品から検収完了</a:t>
            </a:r>
            <a:r>
              <a:rPr kumimoji="1" lang="en-US" altLang="ja-JP" dirty="0"/>
              <a:t>(7/20)</a:t>
            </a:r>
            <a:r>
              <a:rPr kumimoji="1" lang="ja-JP" altLang="en-US" dirty="0"/>
              <a:t>までの期間が短くなることが想定されます</a:t>
            </a:r>
            <a:r>
              <a:rPr lang="ja-JP" altLang="en-US" dirty="0"/>
              <a:t>。</a:t>
            </a:r>
            <a:endParaRPr kumimoji="1" lang="en-US" altLang="ja-JP" dirty="0"/>
          </a:p>
          <a:p>
            <a:pPr marL="176213" lvl="1" indent="0">
              <a:buNone/>
            </a:pPr>
            <a:r>
              <a:rPr kumimoji="1" lang="ja-JP" altLang="en-US" dirty="0"/>
              <a:t>開始できる機能から結合試験を実施できるよう</a:t>
            </a:r>
            <a:r>
              <a:rPr kumimoji="1" lang="en-US" altLang="ja-JP" dirty="0"/>
              <a:t>NTCS</a:t>
            </a:r>
            <a:r>
              <a:rPr kumimoji="1" lang="ja-JP" altLang="en-US" dirty="0"/>
              <a:t>様含めて調整をお願いいたします。</a:t>
            </a:r>
          </a:p>
          <a:p>
            <a:endParaRPr kumimoji="1" lang="ja-JP" altLang="en-US" dirty="0"/>
          </a:p>
        </p:txBody>
      </p:sp>
    </p:spTree>
    <p:extLst>
      <p:ext uri="{BB962C8B-B14F-4D97-AF65-F5344CB8AC3E}">
        <p14:creationId xmlns:p14="http://schemas.microsoft.com/office/powerpoint/2010/main" val="37631905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FCB0514-BB95-4C88-8B6C-BA36E84E4EF1}"/>
              </a:ext>
            </a:extLst>
          </p:cNvPr>
          <p:cNvSpPr>
            <a:spLocks noGrp="1"/>
          </p:cNvSpPr>
          <p:nvPr>
            <p:ph type="title"/>
          </p:nvPr>
        </p:nvSpPr>
        <p:spPr/>
        <p:txBody>
          <a:bodyPr/>
          <a:lstStyle/>
          <a:p>
            <a:r>
              <a:rPr kumimoji="1" lang="en-US" altLang="ja-JP" dirty="0"/>
              <a:t>5.</a:t>
            </a:r>
            <a:r>
              <a:rPr kumimoji="1" lang="ja-JP" altLang="en-US" dirty="0"/>
              <a:t> 次回予定</a:t>
            </a:r>
          </a:p>
        </p:txBody>
      </p:sp>
      <p:sp>
        <p:nvSpPr>
          <p:cNvPr id="3" name="フッター プレースホルダー 2">
            <a:extLst>
              <a:ext uri="{FF2B5EF4-FFF2-40B4-BE49-F238E27FC236}">
                <a16:creationId xmlns:a16="http://schemas.microsoft.com/office/drawing/2014/main" id="{ACE23303-12B1-44D8-93D1-D376659A055E}"/>
              </a:ext>
            </a:extLst>
          </p:cNvPr>
          <p:cNvSpPr>
            <a:spLocks noGrp="1"/>
          </p:cNvSpPr>
          <p:nvPr>
            <p:ph type="ftr" sz="quarter" idx="11"/>
          </p:nvPr>
        </p:nvSpPr>
        <p:spPr/>
        <p:txBody>
          <a:bodyPr/>
          <a:lstStyle/>
          <a:p>
            <a:r>
              <a:rPr lang="en-US"/>
              <a:t>Copyright © 2022 SystemEXE,Inc All Rights Reserved.</a:t>
            </a:r>
            <a:endParaRPr lang="en-US" dirty="0"/>
          </a:p>
        </p:txBody>
      </p:sp>
      <p:sp>
        <p:nvSpPr>
          <p:cNvPr id="4" name="スライド番号プレースホルダー 3">
            <a:extLst>
              <a:ext uri="{FF2B5EF4-FFF2-40B4-BE49-F238E27FC236}">
                <a16:creationId xmlns:a16="http://schemas.microsoft.com/office/drawing/2014/main" id="{0883978C-56AE-458A-BE12-A64B75F5FDDD}"/>
              </a:ext>
            </a:extLst>
          </p:cNvPr>
          <p:cNvSpPr>
            <a:spLocks noGrp="1"/>
          </p:cNvSpPr>
          <p:nvPr>
            <p:ph type="sldNum" sz="quarter" idx="12"/>
          </p:nvPr>
        </p:nvSpPr>
        <p:spPr/>
        <p:txBody>
          <a:bodyPr/>
          <a:lstStyle/>
          <a:p>
            <a:fld id="{26CA5134-5AAC-D342-B763-43605FECB385}" type="slidenum">
              <a:rPr kumimoji="1" lang="ja-JP" altLang="en-US" smtClean="0"/>
              <a:pPr/>
              <a:t>6</a:t>
            </a:fld>
            <a:endParaRPr kumimoji="1" lang="ja-JP" altLang="en-US" sz="700"/>
          </a:p>
        </p:txBody>
      </p:sp>
      <p:sp>
        <p:nvSpPr>
          <p:cNvPr id="5" name="テキスト プレースホルダー 4">
            <a:extLst>
              <a:ext uri="{FF2B5EF4-FFF2-40B4-BE49-F238E27FC236}">
                <a16:creationId xmlns:a16="http://schemas.microsoft.com/office/drawing/2014/main" id="{92160E6F-B5FA-4B95-AEDE-5EAFD88665A4}"/>
              </a:ext>
            </a:extLst>
          </p:cNvPr>
          <p:cNvSpPr>
            <a:spLocks noGrp="1"/>
          </p:cNvSpPr>
          <p:nvPr>
            <p:ph type="body" sz="quarter" idx="13"/>
          </p:nvPr>
        </p:nvSpPr>
        <p:spPr>
          <a:xfrm>
            <a:off x="576000" y="936000"/>
            <a:ext cx="4805625" cy="5350500"/>
          </a:xfrm>
        </p:spPr>
        <p:txBody>
          <a:bodyPr/>
          <a:lstStyle/>
          <a:p>
            <a:r>
              <a:rPr kumimoji="1" lang="en-US" altLang="ja-JP" b="0" u="none" dirty="0">
                <a:solidFill>
                  <a:srgbClr val="FF0000"/>
                </a:solidFill>
              </a:rPr>
              <a:t>03/29(</a:t>
            </a:r>
            <a:r>
              <a:rPr kumimoji="1" lang="ja-JP" altLang="en-US" b="0" u="none" dirty="0">
                <a:solidFill>
                  <a:srgbClr val="FF0000"/>
                </a:solidFill>
              </a:rPr>
              <a:t>火</a:t>
            </a:r>
            <a:r>
              <a:rPr kumimoji="1" lang="en-US" altLang="ja-JP" b="0" u="none" dirty="0">
                <a:solidFill>
                  <a:srgbClr val="FF0000"/>
                </a:solidFill>
              </a:rPr>
              <a:t>) 11:30</a:t>
            </a:r>
            <a:r>
              <a:rPr kumimoji="1" lang="ja-JP" altLang="en-US" b="0" u="none" dirty="0">
                <a:solidFill>
                  <a:srgbClr val="FF0000"/>
                </a:solidFill>
              </a:rPr>
              <a:t>～</a:t>
            </a:r>
            <a:r>
              <a:rPr kumimoji="1" lang="en-US" altLang="ja-JP" b="0" u="none" dirty="0">
                <a:solidFill>
                  <a:srgbClr val="FF0000"/>
                </a:solidFill>
              </a:rPr>
              <a:t>12:00 </a:t>
            </a:r>
            <a:r>
              <a:rPr kumimoji="1" lang="ja-JP" altLang="en-US" b="0" u="none" dirty="0">
                <a:solidFill>
                  <a:srgbClr val="FF0000"/>
                </a:solidFill>
              </a:rPr>
              <a:t>定例会</a:t>
            </a:r>
          </a:p>
          <a:p>
            <a:r>
              <a:rPr kumimoji="1" lang="en-US" altLang="ja-JP" b="0" u="none" dirty="0"/>
              <a:t>04/05(</a:t>
            </a:r>
            <a:r>
              <a:rPr kumimoji="1" lang="ja-JP" altLang="en-US" b="0" u="none" dirty="0"/>
              <a:t>火</a:t>
            </a:r>
            <a:r>
              <a:rPr kumimoji="1" lang="en-US" altLang="ja-JP" b="0" u="none" dirty="0"/>
              <a:t>) 11:30</a:t>
            </a:r>
            <a:r>
              <a:rPr kumimoji="1" lang="ja-JP" altLang="en-US" b="0" u="none" dirty="0"/>
              <a:t>～</a:t>
            </a:r>
            <a:r>
              <a:rPr kumimoji="1" lang="en-US" altLang="ja-JP" b="0" u="none" dirty="0"/>
              <a:t>12:00 </a:t>
            </a:r>
            <a:r>
              <a:rPr kumimoji="1" lang="ja-JP" altLang="en-US" b="0" u="none" dirty="0"/>
              <a:t>定例会</a:t>
            </a:r>
          </a:p>
          <a:p>
            <a:r>
              <a:rPr kumimoji="1" lang="en-US" altLang="ja-JP" b="0" u="none" dirty="0"/>
              <a:t>04/12(</a:t>
            </a:r>
            <a:r>
              <a:rPr kumimoji="1" lang="ja-JP" altLang="en-US" b="0" u="none" dirty="0"/>
              <a:t>火</a:t>
            </a:r>
            <a:r>
              <a:rPr kumimoji="1" lang="en-US" altLang="ja-JP" b="0" u="none" dirty="0"/>
              <a:t>) 11:30</a:t>
            </a:r>
            <a:r>
              <a:rPr kumimoji="1" lang="ja-JP" altLang="en-US" b="0" u="none" dirty="0"/>
              <a:t>～</a:t>
            </a:r>
            <a:r>
              <a:rPr kumimoji="1" lang="en-US" altLang="ja-JP" b="0" u="none" dirty="0"/>
              <a:t>12:00 </a:t>
            </a:r>
            <a:r>
              <a:rPr kumimoji="1" lang="ja-JP" altLang="en-US" b="0" u="none" dirty="0"/>
              <a:t>定例会</a:t>
            </a:r>
          </a:p>
          <a:p>
            <a:r>
              <a:rPr kumimoji="1" lang="en-US" altLang="ja-JP" b="0" u="none" dirty="0"/>
              <a:t>04/19(</a:t>
            </a:r>
            <a:r>
              <a:rPr kumimoji="1" lang="ja-JP" altLang="en-US" b="0" u="none" dirty="0"/>
              <a:t>火</a:t>
            </a:r>
            <a:r>
              <a:rPr kumimoji="1" lang="en-US" altLang="ja-JP" b="0" u="none" dirty="0"/>
              <a:t>) 11:30</a:t>
            </a:r>
            <a:r>
              <a:rPr kumimoji="1" lang="ja-JP" altLang="en-US" b="0" u="none" dirty="0"/>
              <a:t>～</a:t>
            </a:r>
            <a:r>
              <a:rPr kumimoji="1" lang="en-US" altLang="ja-JP" b="0" u="none" dirty="0"/>
              <a:t>12:00 </a:t>
            </a:r>
            <a:r>
              <a:rPr kumimoji="1" lang="ja-JP" altLang="en-US" b="0" u="none" dirty="0"/>
              <a:t>定例会</a:t>
            </a:r>
          </a:p>
          <a:p>
            <a:r>
              <a:rPr kumimoji="1" lang="en-US" altLang="ja-JP" b="0" u="none" dirty="0"/>
              <a:t>04/26(</a:t>
            </a:r>
            <a:r>
              <a:rPr kumimoji="1" lang="ja-JP" altLang="en-US" b="0" u="none" dirty="0"/>
              <a:t>火</a:t>
            </a:r>
            <a:r>
              <a:rPr kumimoji="1" lang="en-US" altLang="ja-JP" b="0" u="none" dirty="0"/>
              <a:t>) 11:30</a:t>
            </a:r>
            <a:r>
              <a:rPr kumimoji="1" lang="ja-JP" altLang="en-US" b="0" u="none" dirty="0"/>
              <a:t>～</a:t>
            </a:r>
            <a:r>
              <a:rPr kumimoji="1" lang="en-US" altLang="ja-JP" b="0" u="none" dirty="0"/>
              <a:t>12:00 </a:t>
            </a:r>
            <a:r>
              <a:rPr kumimoji="1" lang="ja-JP" altLang="en-US" b="0" u="none" dirty="0"/>
              <a:t>定例会</a:t>
            </a:r>
          </a:p>
          <a:p>
            <a:r>
              <a:rPr kumimoji="1" lang="en-US" altLang="ja-JP" b="0" u="none" dirty="0"/>
              <a:t>05/03(</a:t>
            </a:r>
            <a:r>
              <a:rPr kumimoji="1" lang="ja-JP" altLang="en-US" b="0" u="none" dirty="0"/>
              <a:t>火</a:t>
            </a:r>
            <a:r>
              <a:rPr kumimoji="1" lang="en-US" altLang="ja-JP" b="0" u="none" dirty="0"/>
              <a:t>) GW</a:t>
            </a:r>
            <a:r>
              <a:rPr kumimoji="1" lang="ja-JP" altLang="en-US" b="0" u="none" dirty="0"/>
              <a:t>のためスキップ </a:t>
            </a:r>
          </a:p>
          <a:p>
            <a:r>
              <a:rPr kumimoji="1" lang="en-US" altLang="ja-JP" b="0" u="none" dirty="0"/>
              <a:t>05/10(</a:t>
            </a:r>
            <a:r>
              <a:rPr kumimoji="1" lang="ja-JP" altLang="en-US" b="0" u="none" dirty="0"/>
              <a:t>火</a:t>
            </a:r>
            <a:r>
              <a:rPr kumimoji="1" lang="en-US" altLang="ja-JP" b="0" u="none" dirty="0"/>
              <a:t>) 11:30</a:t>
            </a:r>
            <a:r>
              <a:rPr kumimoji="1" lang="ja-JP" altLang="en-US" b="0" u="none" dirty="0"/>
              <a:t>～</a:t>
            </a:r>
            <a:r>
              <a:rPr kumimoji="1" lang="en-US" altLang="ja-JP" b="0" u="none" dirty="0"/>
              <a:t>12:00 </a:t>
            </a:r>
            <a:r>
              <a:rPr kumimoji="1" lang="ja-JP" altLang="en-US" b="0" u="none" dirty="0"/>
              <a:t>定例会</a:t>
            </a:r>
          </a:p>
          <a:p>
            <a:r>
              <a:rPr kumimoji="1" lang="en-US" altLang="ja-JP" b="0" u="none" dirty="0"/>
              <a:t>05/17(</a:t>
            </a:r>
            <a:r>
              <a:rPr kumimoji="1" lang="ja-JP" altLang="en-US" b="0" u="none" dirty="0"/>
              <a:t>火</a:t>
            </a:r>
            <a:r>
              <a:rPr kumimoji="1" lang="en-US" altLang="ja-JP" b="0" u="none" dirty="0"/>
              <a:t>) 11:30</a:t>
            </a:r>
            <a:r>
              <a:rPr kumimoji="1" lang="ja-JP" altLang="en-US" b="0" u="none" dirty="0"/>
              <a:t>～</a:t>
            </a:r>
            <a:r>
              <a:rPr kumimoji="1" lang="en-US" altLang="ja-JP" b="0" u="none" dirty="0"/>
              <a:t>12:00 </a:t>
            </a:r>
            <a:r>
              <a:rPr kumimoji="1" lang="ja-JP" altLang="en-US" b="0" u="none" dirty="0"/>
              <a:t>定例会</a:t>
            </a:r>
          </a:p>
          <a:p>
            <a:r>
              <a:rPr kumimoji="1" lang="en-US" altLang="ja-JP" b="0" u="none" dirty="0"/>
              <a:t>05/24(</a:t>
            </a:r>
            <a:r>
              <a:rPr kumimoji="1" lang="ja-JP" altLang="en-US" b="0" u="none" dirty="0"/>
              <a:t>火</a:t>
            </a:r>
            <a:r>
              <a:rPr kumimoji="1" lang="en-US" altLang="ja-JP" b="0" u="none" dirty="0"/>
              <a:t>) 11:30</a:t>
            </a:r>
            <a:r>
              <a:rPr kumimoji="1" lang="ja-JP" altLang="en-US" b="0" u="none" dirty="0"/>
              <a:t>～</a:t>
            </a:r>
            <a:r>
              <a:rPr kumimoji="1" lang="en-US" altLang="ja-JP" b="0" u="none" dirty="0"/>
              <a:t>12:00 </a:t>
            </a:r>
            <a:r>
              <a:rPr kumimoji="1" lang="ja-JP" altLang="en-US" b="0" u="none" dirty="0"/>
              <a:t>定例会</a:t>
            </a:r>
          </a:p>
          <a:p>
            <a:r>
              <a:rPr kumimoji="1" lang="en-US" altLang="ja-JP" b="0" u="none" dirty="0"/>
              <a:t>05/31(</a:t>
            </a:r>
            <a:r>
              <a:rPr kumimoji="1" lang="ja-JP" altLang="en-US" b="0" u="none" dirty="0"/>
              <a:t>火</a:t>
            </a:r>
            <a:r>
              <a:rPr kumimoji="1" lang="en-US" altLang="ja-JP" b="0" u="none" dirty="0"/>
              <a:t>) 11:30</a:t>
            </a:r>
            <a:r>
              <a:rPr kumimoji="1" lang="ja-JP" altLang="en-US" b="0" u="none" dirty="0"/>
              <a:t>～</a:t>
            </a:r>
            <a:r>
              <a:rPr kumimoji="1" lang="en-US" altLang="ja-JP" b="0" u="none" dirty="0"/>
              <a:t>12:00 </a:t>
            </a:r>
            <a:r>
              <a:rPr kumimoji="1" lang="ja-JP" altLang="en-US" b="0" u="none" dirty="0"/>
              <a:t>定例会</a:t>
            </a:r>
          </a:p>
          <a:p>
            <a:r>
              <a:rPr kumimoji="1" lang="en-US" altLang="ja-JP" b="0" u="none" dirty="0"/>
              <a:t>06/07(</a:t>
            </a:r>
            <a:r>
              <a:rPr kumimoji="1" lang="ja-JP" altLang="en-US" b="0" u="none" dirty="0"/>
              <a:t>火</a:t>
            </a:r>
            <a:r>
              <a:rPr kumimoji="1" lang="en-US" altLang="ja-JP" b="0" u="none" dirty="0"/>
              <a:t>) 11:30</a:t>
            </a:r>
            <a:r>
              <a:rPr kumimoji="1" lang="ja-JP" altLang="en-US" b="0" u="none" dirty="0"/>
              <a:t>～</a:t>
            </a:r>
            <a:r>
              <a:rPr kumimoji="1" lang="en-US" altLang="ja-JP" b="0" u="none" dirty="0"/>
              <a:t>12:00 </a:t>
            </a:r>
            <a:r>
              <a:rPr kumimoji="1" lang="ja-JP" altLang="en-US" b="0" u="none" dirty="0"/>
              <a:t>定例会</a:t>
            </a:r>
          </a:p>
          <a:p>
            <a:r>
              <a:rPr kumimoji="1" lang="en-US" altLang="ja-JP" b="0" u="none" dirty="0"/>
              <a:t>06/14(</a:t>
            </a:r>
            <a:r>
              <a:rPr kumimoji="1" lang="ja-JP" altLang="en-US" b="0" u="none" dirty="0"/>
              <a:t>火</a:t>
            </a:r>
            <a:r>
              <a:rPr kumimoji="1" lang="en-US" altLang="ja-JP" b="0" u="none" dirty="0"/>
              <a:t>) 11:30</a:t>
            </a:r>
            <a:r>
              <a:rPr kumimoji="1" lang="ja-JP" altLang="en-US" b="0" u="none" dirty="0"/>
              <a:t>～</a:t>
            </a:r>
            <a:r>
              <a:rPr kumimoji="1" lang="en-US" altLang="ja-JP" b="0" u="none" dirty="0"/>
              <a:t>12:00 </a:t>
            </a:r>
            <a:r>
              <a:rPr kumimoji="1" lang="ja-JP" altLang="en-US" b="0" u="none" dirty="0"/>
              <a:t>定例会</a:t>
            </a:r>
          </a:p>
          <a:p>
            <a:r>
              <a:rPr kumimoji="1" lang="en-US" altLang="ja-JP" b="0" u="none" dirty="0"/>
              <a:t>06/21(</a:t>
            </a:r>
            <a:r>
              <a:rPr kumimoji="1" lang="ja-JP" altLang="en-US" b="0" u="none" dirty="0"/>
              <a:t>火</a:t>
            </a:r>
            <a:r>
              <a:rPr kumimoji="1" lang="en-US" altLang="ja-JP" b="0" u="none" dirty="0"/>
              <a:t>) 11:30</a:t>
            </a:r>
            <a:r>
              <a:rPr kumimoji="1" lang="ja-JP" altLang="en-US" b="0" u="none" dirty="0"/>
              <a:t>～</a:t>
            </a:r>
            <a:r>
              <a:rPr kumimoji="1" lang="en-US" altLang="ja-JP" b="0" u="none" dirty="0"/>
              <a:t>12:00 </a:t>
            </a:r>
            <a:r>
              <a:rPr kumimoji="1" lang="ja-JP" altLang="en-US" b="0" u="none" dirty="0"/>
              <a:t>定例会</a:t>
            </a:r>
          </a:p>
          <a:p>
            <a:r>
              <a:rPr kumimoji="1" lang="en-US" altLang="ja-JP" b="0" u="none" dirty="0"/>
              <a:t>06/28(</a:t>
            </a:r>
            <a:r>
              <a:rPr kumimoji="1" lang="ja-JP" altLang="en-US" b="0" u="none" dirty="0"/>
              <a:t>火</a:t>
            </a:r>
            <a:r>
              <a:rPr kumimoji="1" lang="en-US" altLang="ja-JP" b="0" u="none" dirty="0"/>
              <a:t>) 11:30</a:t>
            </a:r>
            <a:r>
              <a:rPr kumimoji="1" lang="ja-JP" altLang="en-US" b="0" u="none" dirty="0"/>
              <a:t>～</a:t>
            </a:r>
            <a:r>
              <a:rPr kumimoji="1" lang="en-US" altLang="ja-JP" b="0" u="none" dirty="0"/>
              <a:t>12:00 </a:t>
            </a:r>
            <a:r>
              <a:rPr kumimoji="1" lang="ja-JP" altLang="en-US" b="0" u="none" dirty="0"/>
              <a:t>定例会</a:t>
            </a:r>
          </a:p>
          <a:p>
            <a:endParaRPr kumimoji="1" lang="ja-JP" altLang="en-US" b="0" u="none" dirty="0"/>
          </a:p>
        </p:txBody>
      </p:sp>
      <p:sp>
        <p:nvSpPr>
          <p:cNvPr id="6" name="テキスト プレースホルダー 4">
            <a:extLst>
              <a:ext uri="{FF2B5EF4-FFF2-40B4-BE49-F238E27FC236}">
                <a16:creationId xmlns:a16="http://schemas.microsoft.com/office/drawing/2014/main" id="{9E8AB82C-B825-4183-BBE6-A43528BB8F00}"/>
              </a:ext>
            </a:extLst>
          </p:cNvPr>
          <p:cNvSpPr txBox="1">
            <a:spLocks/>
          </p:cNvSpPr>
          <p:nvPr/>
        </p:nvSpPr>
        <p:spPr>
          <a:xfrm>
            <a:off x="5417212" y="936000"/>
            <a:ext cx="4805625" cy="5350500"/>
          </a:xfrm>
          <a:prstGeom prst="rect">
            <a:avLst/>
          </a:prstGeom>
        </p:spPr>
        <p:txBody>
          <a:bodyPr vert="horz" lIns="91440" tIns="45720" rIns="91440" bIns="45720" rtlCol="0">
            <a:normAutofit/>
          </a:bodyPr>
          <a:lstStyle>
            <a:lvl1pPr marL="273050" indent="-273050" algn="l" defTabSz="914400" rtl="0" eaLnBrk="1" latinLnBrk="0" hangingPunct="1">
              <a:lnSpc>
                <a:spcPct val="100000"/>
              </a:lnSpc>
              <a:spcBef>
                <a:spcPts val="600"/>
              </a:spcBef>
              <a:buFont typeface="Wingdings" panose="05000000000000000000" pitchFamily="2" charset="2"/>
              <a:buChar char="n"/>
              <a:defRPr kumimoji="1" sz="1800" b="1" u="sng" kern="1200">
                <a:solidFill>
                  <a:schemeClr val="tx1"/>
                </a:solidFill>
                <a:latin typeface="+mn-ea"/>
                <a:ea typeface="+mn-ea"/>
                <a:cs typeface="+mn-cs"/>
              </a:defRPr>
            </a:lvl1pPr>
            <a:lvl2pPr marL="360363" indent="-18415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ea"/>
                <a:ea typeface="+mn-ea"/>
                <a:cs typeface="+mn-cs"/>
              </a:defRPr>
            </a:lvl2pPr>
            <a:lvl3pPr marL="536575" indent="-176213"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ea"/>
                <a:ea typeface="+mn-ea"/>
                <a:cs typeface="+mn-cs"/>
              </a:defRPr>
            </a:lvl3pPr>
            <a:lvl4pPr marL="720725" indent="-18415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ea"/>
                <a:ea typeface="+mn-ea"/>
                <a:cs typeface="+mn-cs"/>
              </a:defRPr>
            </a:lvl4pPr>
            <a:lvl5pPr marL="896938" indent="-176213"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zh-TW" sz="1800" b="0" u="none" dirty="0">
                <a:latin typeface="游ゴシック" panose="020B0400000000000000" pitchFamily="50" charset="-128"/>
                <a:ea typeface="游ゴシック" panose="020B0400000000000000" pitchFamily="50" charset="-128"/>
              </a:rPr>
              <a:t>07/05(</a:t>
            </a:r>
            <a:r>
              <a:rPr lang="ja-JP" altLang="en-US" sz="1800" b="0" u="none" dirty="0">
                <a:latin typeface="游ゴシック" panose="020B0400000000000000" pitchFamily="50" charset="-128"/>
                <a:ea typeface="游ゴシック" panose="020B0400000000000000" pitchFamily="50" charset="-128"/>
              </a:rPr>
              <a:t>火</a:t>
            </a:r>
            <a:r>
              <a:rPr lang="en-US" altLang="zh-TW" sz="1800" b="0" u="none" dirty="0">
                <a:latin typeface="游ゴシック" panose="020B0400000000000000" pitchFamily="50" charset="-128"/>
                <a:ea typeface="游ゴシック" panose="020B0400000000000000" pitchFamily="50" charset="-128"/>
              </a:rPr>
              <a:t>) 11:30</a:t>
            </a:r>
            <a:r>
              <a:rPr lang="zh-TW" altLang="en-US" sz="1800" b="0" u="none" dirty="0">
                <a:latin typeface="游ゴシック" panose="020B0400000000000000" pitchFamily="50" charset="-128"/>
                <a:ea typeface="游ゴシック" panose="020B0400000000000000" pitchFamily="50" charset="-128"/>
              </a:rPr>
              <a:t>～</a:t>
            </a:r>
            <a:r>
              <a:rPr lang="en-US" altLang="zh-TW" sz="1800" b="0" u="none" dirty="0">
                <a:latin typeface="游ゴシック" panose="020B0400000000000000" pitchFamily="50" charset="-128"/>
                <a:ea typeface="游ゴシック" panose="020B0400000000000000" pitchFamily="50" charset="-128"/>
              </a:rPr>
              <a:t>12:00 </a:t>
            </a:r>
            <a:r>
              <a:rPr lang="zh-TW" altLang="en-US" sz="1800" b="0" u="none" dirty="0">
                <a:latin typeface="游ゴシック" panose="020B0400000000000000" pitchFamily="50" charset="-128"/>
                <a:ea typeface="游ゴシック" panose="020B0400000000000000" pitchFamily="50" charset="-128"/>
              </a:rPr>
              <a:t>定例会</a:t>
            </a:r>
          </a:p>
          <a:p>
            <a:r>
              <a:rPr lang="en-US" altLang="zh-TW" sz="1800" b="0" u="none" dirty="0">
                <a:latin typeface="游ゴシック" panose="020B0400000000000000" pitchFamily="50" charset="-128"/>
                <a:ea typeface="游ゴシック" panose="020B0400000000000000" pitchFamily="50" charset="-128"/>
              </a:rPr>
              <a:t>07/12(</a:t>
            </a:r>
            <a:r>
              <a:rPr lang="ja-JP" altLang="en-US" sz="1800" b="0" u="none" dirty="0">
                <a:latin typeface="游ゴシック" panose="020B0400000000000000" pitchFamily="50" charset="-128"/>
                <a:ea typeface="游ゴシック" panose="020B0400000000000000" pitchFamily="50" charset="-128"/>
              </a:rPr>
              <a:t>火</a:t>
            </a:r>
            <a:r>
              <a:rPr lang="en-US" altLang="zh-TW" sz="1800" b="0" u="none" dirty="0">
                <a:latin typeface="游ゴシック" panose="020B0400000000000000" pitchFamily="50" charset="-128"/>
                <a:ea typeface="游ゴシック" panose="020B0400000000000000" pitchFamily="50" charset="-128"/>
              </a:rPr>
              <a:t>) 11:30</a:t>
            </a:r>
            <a:r>
              <a:rPr lang="zh-TW" altLang="en-US" sz="1800" b="0" u="none" dirty="0">
                <a:latin typeface="游ゴシック" panose="020B0400000000000000" pitchFamily="50" charset="-128"/>
                <a:ea typeface="游ゴシック" panose="020B0400000000000000" pitchFamily="50" charset="-128"/>
              </a:rPr>
              <a:t>～</a:t>
            </a:r>
            <a:r>
              <a:rPr lang="en-US" altLang="zh-TW" sz="1800" b="0" u="none" dirty="0">
                <a:latin typeface="游ゴシック" panose="020B0400000000000000" pitchFamily="50" charset="-128"/>
                <a:ea typeface="游ゴシック" panose="020B0400000000000000" pitchFamily="50" charset="-128"/>
              </a:rPr>
              <a:t>12:00 </a:t>
            </a:r>
            <a:r>
              <a:rPr lang="zh-TW" altLang="en-US" sz="1800" b="0" u="none" dirty="0">
                <a:latin typeface="游ゴシック" panose="020B0400000000000000" pitchFamily="50" charset="-128"/>
                <a:ea typeface="游ゴシック" panose="020B0400000000000000" pitchFamily="50" charset="-128"/>
              </a:rPr>
              <a:t>定例会</a:t>
            </a:r>
          </a:p>
          <a:p>
            <a:r>
              <a:rPr lang="en-US" altLang="zh-TW" sz="1800" b="0" u="none" dirty="0">
                <a:latin typeface="游ゴシック" panose="020B0400000000000000" pitchFamily="50" charset="-128"/>
                <a:ea typeface="游ゴシック" panose="020B0400000000000000" pitchFamily="50" charset="-128"/>
              </a:rPr>
              <a:t>07/19(</a:t>
            </a:r>
            <a:r>
              <a:rPr lang="ja-JP" altLang="en-US" sz="1800" b="0" u="none" dirty="0">
                <a:latin typeface="游ゴシック" panose="020B0400000000000000" pitchFamily="50" charset="-128"/>
                <a:ea typeface="游ゴシック" panose="020B0400000000000000" pitchFamily="50" charset="-128"/>
              </a:rPr>
              <a:t>火</a:t>
            </a:r>
            <a:r>
              <a:rPr lang="en-US" altLang="zh-TW" sz="1800" b="0" u="none" dirty="0">
                <a:latin typeface="游ゴシック" panose="020B0400000000000000" pitchFamily="50" charset="-128"/>
                <a:ea typeface="游ゴシック" panose="020B0400000000000000" pitchFamily="50" charset="-128"/>
              </a:rPr>
              <a:t>) 11:30</a:t>
            </a:r>
            <a:r>
              <a:rPr lang="zh-TW" altLang="en-US" sz="1800" b="0" u="none" dirty="0">
                <a:latin typeface="游ゴシック" panose="020B0400000000000000" pitchFamily="50" charset="-128"/>
                <a:ea typeface="游ゴシック" panose="020B0400000000000000" pitchFamily="50" charset="-128"/>
              </a:rPr>
              <a:t>～</a:t>
            </a:r>
            <a:r>
              <a:rPr lang="en-US" altLang="zh-TW" sz="1800" b="0" u="none" dirty="0">
                <a:latin typeface="游ゴシック" panose="020B0400000000000000" pitchFamily="50" charset="-128"/>
                <a:ea typeface="游ゴシック" panose="020B0400000000000000" pitchFamily="50" charset="-128"/>
              </a:rPr>
              <a:t>12:00 </a:t>
            </a:r>
            <a:r>
              <a:rPr lang="zh-TW" altLang="en-US" sz="1800" b="0" u="none" dirty="0">
                <a:latin typeface="游ゴシック" panose="020B0400000000000000" pitchFamily="50" charset="-128"/>
                <a:ea typeface="游ゴシック" panose="020B0400000000000000" pitchFamily="50" charset="-128"/>
              </a:rPr>
              <a:t>定例会</a:t>
            </a:r>
            <a:endParaRPr lang="en-US" altLang="zh-TW" b="0" u="none" dirty="0">
              <a:latin typeface="游ゴシック" panose="020B0400000000000000" pitchFamily="50" charset="-128"/>
              <a:ea typeface="游ゴシック" panose="020B0400000000000000" pitchFamily="50" charset="-128"/>
            </a:endParaRPr>
          </a:p>
          <a:p>
            <a:endParaRPr lang="zh-TW" altLang="en-US" sz="1800" b="0" u="none" dirty="0">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1435740397"/>
      </p:ext>
    </p:extLst>
  </p:cSld>
  <p:clrMapOvr>
    <a:masterClrMapping/>
  </p:clrMapOvr>
</p:sld>
</file>

<file path=ppt/theme/theme1.xml><?xml version="1.0" encoding="utf-8"?>
<a:theme xmlns:a="http://schemas.openxmlformats.org/drawingml/2006/main" name="Office テーマ">
  <a:themeElements>
    <a:clrScheme name="ユーザー定義 1">
      <a:dk1>
        <a:srgbClr val="323232"/>
      </a:dk1>
      <a:lt1>
        <a:srgbClr val="FFFFFF"/>
      </a:lt1>
      <a:dk2>
        <a:srgbClr val="4B4B4B"/>
      </a:dk2>
      <a:lt2>
        <a:srgbClr val="A0A095"/>
      </a:lt2>
      <a:accent1>
        <a:srgbClr val="9A3B5D"/>
      </a:accent1>
      <a:accent2>
        <a:srgbClr val="86CEFA"/>
      </a:accent2>
      <a:accent3>
        <a:srgbClr val="3D9599"/>
      </a:accent3>
      <a:accent4>
        <a:srgbClr val="CC6600"/>
      </a:accent4>
      <a:accent5>
        <a:srgbClr val="6666FF"/>
      </a:accent5>
      <a:accent6>
        <a:srgbClr val="FFFFFF"/>
      </a:accent6>
      <a:hlink>
        <a:srgbClr val="0070C0"/>
      </a:hlink>
      <a:folHlink>
        <a:srgbClr val="0070C0"/>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defRPr kumimoji="1" sz="1600" dirty="0" smtClean="0">
            <a:latin typeface="游ゴシック" panose="020B0400000000000000" pitchFamily="50" charset="-128"/>
            <a:ea typeface="游ゴシック" panose="020B0400000000000000" pitchFamily="50"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15906</TotalTime>
  <Words>597</Words>
  <Application>Microsoft Office PowerPoint</Application>
  <PresentationFormat>ワイド画面</PresentationFormat>
  <Paragraphs>159</Paragraphs>
  <Slides>7</Slides>
  <Notes>0</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7</vt:i4>
      </vt:variant>
    </vt:vector>
  </HeadingPairs>
  <TitlesOfParts>
    <vt:vector size="14" baseType="lpstr">
      <vt:lpstr>Yu Gothic</vt:lpstr>
      <vt:lpstr>Yu Gothic</vt:lpstr>
      <vt:lpstr>游明朝</vt:lpstr>
      <vt:lpstr>Arial</vt:lpstr>
      <vt:lpstr>Calibri</vt:lpstr>
      <vt:lpstr>Wingdings</vt:lpstr>
      <vt:lpstr>Office テーマ</vt:lpstr>
      <vt:lpstr>定例会</vt:lpstr>
      <vt:lpstr>目次</vt:lpstr>
      <vt:lpstr>1. 進捗状況報告(全体)</vt:lpstr>
      <vt:lpstr>2. 進捗状況報告（工程別）- 基本設計</vt:lpstr>
      <vt:lpstr>3. チケット状況共有</vt:lpstr>
      <vt:lpstr>4. ご相談事項</vt:lpstr>
      <vt:lpstr>5. 次回予定</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田村 晃</dc:creator>
  <cp:lastModifiedBy>本吉史明</cp:lastModifiedBy>
  <cp:revision>499</cp:revision>
  <dcterms:created xsi:type="dcterms:W3CDTF">2021-02-05T06:36:21Z</dcterms:created>
  <dcterms:modified xsi:type="dcterms:W3CDTF">2022-03-22T01:06:33Z</dcterms:modified>
</cp:coreProperties>
</file>